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5"/>
  </p:sldMasterIdLst>
  <p:notesMasterIdLst>
    <p:notesMasterId r:id="rId31"/>
  </p:notesMasterIdLst>
  <p:handoutMasterIdLst>
    <p:handoutMasterId r:id="rId32"/>
  </p:handoutMasterIdLst>
  <p:sldIdLst>
    <p:sldId id="397" r:id="rId6"/>
    <p:sldId id="388" r:id="rId7"/>
    <p:sldId id="323" r:id="rId8"/>
    <p:sldId id="324" r:id="rId9"/>
    <p:sldId id="398" r:id="rId10"/>
    <p:sldId id="333" r:id="rId11"/>
    <p:sldId id="382" r:id="rId12"/>
    <p:sldId id="390" r:id="rId13"/>
    <p:sldId id="327" r:id="rId14"/>
    <p:sldId id="393" r:id="rId15"/>
    <p:sldId id="329" r:id="rId16"/>
    <p:sldId id="330" r:id="rId17"/>
    <p:sldId id="331" r:id="rId18"/>
    <p:sldId id="399" r:id="rId19"/>
    <p:sldId id="394" r:id="rId20"/>
    <p:sldId id="391" r:id="rId21"/>
    <p:sldId id="343" r:id="rId22"/>
    <p:sldId id="344" r:id="rId23"/>
    <p:sldId id="345" r:id="rId24"/>
    <p:sldId id="392" r:id="rId25"/>
    <p:sldId id="347" r:id="rId26"/>
    <p:sldId id="348" r:id="rId27"/>
    <p:sldId id="349" r:id="rId28"/>
    <p:sldId id="401" r:id="rId29"/>
    <p:sldId id="402" r:id="rId30"/>
  </p:sldIdLst>
  <p:sldSz cx="9144000" cy="6858000" type="screen4x3"/>
  <p:notesSz cx="6669088" cy="9906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tonella Mimmo" initials="AM" lastIdx="1" clrIdx="0">
    <p:extLst>
      <p:ext uri="{19B8F6BF-5375-455C-9EA6-DF929625EA0E}">
        <p15:presenceInfo xmlns:p15="http://schemas.microsoft.com/office/powerpoint/2012/main" userId="S::u99amm@acv-csc.be::25a5e1a7-e321-4627-b0fe-fe85337315d8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33"/>
    <a:srgbClr val="669900"/>
    <a:srgbClr val="00FF00"/>
    <a:srgbClr val="003399"/>
    <a:srgbClr val="0033CC"/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9B09C83-7FA9-4554-AF6F-4D98E55EDF4B}" v="1" dt="2022-11-26T14:16:16.44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Style léger 1 - Accentuation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53" autoAdjust="0"/>
    <p:restoredTop sz="94434" autoAdjust="0"/>
  </p:normalViewPr>
  <p:slideViewPr>
    <p:cSldViewPr>
      <p:cViewPr varScale="1">
        <p:scale>
          <a:sx n="73" d="100"/>
          <a:sy n="73" d="100"/>
        </p:scale>
        <p:origin x="1254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microsoft.com/office/2015/10/relationships/revisionInfo" Target="revisionInfo.xml"/><Relationship Id="rId21" Type="http://schemas.openxmlformats.org/officeDocument/2006/relationships/slide" Target="slides/slide16.xml"/><Relationship Id="rId34" Type="http://schemas.openxmlformats.org/officeDocument/2006/relationships/presProps" Target="pres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commentAuthors" Target="commentAuthors.xml"/><Relationship Id="rId38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37" Type="http://schemas.openxmlformats.org/officeDocument/2006/relationships/tableStyles" Target="tableStyles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handoutMaster" Target="handoutMasters/handoutMaster1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theme" Target="theme/theme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notesMaster" Target="notesMasters/notesMaster1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viewProps" Target="viewProps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tonella Mimmo" userId="25a5e1a7-e321-4627-b0fe-fe85337315d8" providerId="ADAL" clId="{18F8D088-81F3-4839-8C21-C7CB71C98E28}"/>
    <pc:docChg chg="delSld">
      <pc:chgData name="Antonella Mimmo" userId="25a5e1a7-e321-4627-b0fe-fe85337315d8" providerId="ADAL" clId="{18F8D088-81F3-4839-8C21-C7CB71C98E28}" dt="2021-02-03T08:55:31.301" v="0" actId="2696"/>
      <pc:docMkLst>
        <pc:docMk/>
      </pc:docMkLst>
      <pc:sldChg chg="del">
        <pc:chgData name="Antonella Mimmo" userId="25a5e1a7-e321-4627-b0fe-fe85337315d8" providerId="ADAL" clId="{18F8D088-81F3-4839-8C21-C7CB71C98E28}" dt="2021-02-03T08:55:31.301" v="0" actId="2696"/>
        <pc:sldMkLst>
          <pc:docMk/>
          <pc:sldMk cId="3643631256" sldId="383"/>
        </pc:sldMkLst>
      </pc:sldChg>
    </pc:docChg>
  </pc:docChgLst>
  <pc:docChgLst>
    <pc:chgData name="Antonella Mimmo" userId="25a5e1a7-e321-4627-b0fe-fe85337315d8" providerId="ADAL" clId="{C84AB19C-245E-4B06-B175-1D39AA593259}"/>
    <pc:docChg chg="undo custSel addSld delSld modSld sldOrd">
      <pc:chgData name="Antonella Mimmo" userId="25a5e1a7-e321-4627-b0fe-fe85337315d8" providerId="ADAL" clId="{C84AB19C-245E-4B06-B175-1D39AA593259}" dt="2021-01-25T06:34:55.997" v="1323" actId="14100"/>
      <pc:docMkLst>
        <pc:docMk/>
      </pc:docMkLst>
      <pc:sldChg chg="modSp">
        <pc:chgData name="Antonella Mimmo" userId="25a5e1a7-e321-4627-b0fe-fe85337315d8" providerId="ADAL" clId="{C84AB19C-245E-4B06-B175-1D39AA593259}" dt="2021-01-25T06:34:55.997" v="1323" actId="14100"/>
        <pc:sldMkLst>
          <pc:docMk/>
          <pc:sldMk cId="2225808915" sldId="321"/>
        </pc:sldMkLst>
        <pc:spChg chg="mod">
          <ac:chgData name="Antonella Mimmo" userId="25a5e1a7-e321-4627-b0fe-fe85337315d8" providerId="ADAL" clId="{C84AB19C-245E-4B06-B175-1D39AA593259}" dt="2021-01-21T11:41:04.377" v="37" actId="207"/>
          <ac:spMkLst>
            <pc:docMk/>
            <pc:sldMk cId="2225808915" sldId="321"/>
            <ac:spMk id="14" creationId="{00000000-0000-0000-0000-000000000000}"/>
          </ac:spMkLst>
        </pc:spChg>
        <pc:spChg chg="mod">
          <ac:chgData name="Antonella Mimmo" userId="25a5e1a7-e321-4627-b0fe-fe85337315d8" providerId="ADAL" clId="{C84AB19C-245E-4B06-B175-1D39AA593259}" dt="2021-01-25T06:34:55.997" v="1323" actId="14100"/>
          <ac:spMkLst>
            <pc:docMk/>
            <pc:sldMk cId="2225808915" sldId="321"/>
            <ac:spMk id="15" creationId="{00000000-0000-0000-0000-000000000000}"/>
          </ac:spMkLst>
        </pc:spChg>
      </pc:sldChg>
      <pc:sldChg chg="modSp modAnim">
        <pc:chgData name="Antonella Mimmo" userId="25a5e1a7-e321-4627-b0fe-fe85337315d8" providerId="ADAL" clId="{C84AB19C-245E-4B06-B175-1D39AA593259}" dt="2021-01-21T11:40:39.228" v="36" actId="20577"/>
        <pc:sldMkLst>
          <pc:docMk/>
          <pc:sldMk cId="4068906117" sldId="322"/>
        </pc:sldMkLst>
        <pc:spChg chg="mod">
          <ac:chgData name="Antonella Mimmo" userId="25a5e1a7-e321-4627-b0fe-fe85337315d8" providerId="ADAL" clId="{C84AB19C-245E-4B06-B175-1D39AA593259}" dt="2021-01-21T11:40:39.228" v="36" actId="20577"/>
          <ac:spMkLst>
            <pc:docMk/>
            <pc:sldMk cId="4068906117" sldId="322"/>
            <ac:spMk id="3" creationId="{00000000-0000-0000-0000-000000000000}"/>
          </ac:spMkLst>
        </pc:spChg>
        <pc:spChg chg="mod">
          <ac:chgData name="Antonella Mimmo" userId="25a5e1a7-e321-4627-b0fe-fe85337315d8" providerId="ADAL" clId="{C84AB19C-245E-4B06-B175-1D39AA593259}" dt="2021-01-21T11:40:20.366" v="8" actId="207"/>
          <ac:spMkLst>
            <pc:docMk/>
            <pc:sldMk cId="4068906117" sldId="322"/>
            <ac:spMk id="6" creationId="{00000000-0000-0000-0000-000000000000}"/>
          </ac:spMkLst>
        </pc:spChg>
      </pc:sldChg>
      <pc:sldChg chg="modSp">
        <pc:chgData name="Antonella Mimmo" userId="25a5e1a7-e321-4627-b0fe-fe85337315d8" providerId="ADAL" clId="{C84AB19C-245E-4B06-B175-1D39AA593259}" dt="2021-01-21T12:53:34.198" v="40" actId="20577"/>
        <pc:sldMkLst>
          <pc:docMk/>
          <pc:sldMk cId="1655033069" sldId="324"/>
        </pc:sldMkLst>
        <pc:spChg chg="mod">
          <ac:chgData name="Antonella Mimmo" userId="25a5e1a7-e321-4627-b0fe-fe85337315d8" providerId="ADAL" clId="{C84AB19C-245E-4B06-B175-1D39AA593259}" dt="2021-01-21T12:53:34.198" v="40" actId="20577"/>
          <ac:spMkLst>
            <pc:docMk/>
            <pc:sldMk cId="1655033069" sldId="324"/>
            <ac:spMk id="3" creationId="{00000000-0000-0000-0000-000000000000}"/>
          </ac:spMkLst>
        </pc:spChg>
      </pc:sldChg>
      <pc:sldChg chg="del">
        <pc:chgData name="Antonella Mimmo" userId="25a5e1a7-e321-4627-b0fe-fe85337315d8" providerId="ADAL" clId="{C84AB19C-245E-4B06-B175-1D39AA593259}" dt="2021-01-22T07:01:45.971" v="880" actId="2696"/>
        <pc:sldMkLst>
          <pc:docMk/>
          <pc:sldMk cId="1700697489" sldId="325"/>
        </pc:sldMkLst>
      </pc:sldChg>
      <pc:sldChg chg="modSp modAnim">
        <pc:chgData name="Antonella Mimmo" userId="25a5e1a7-e321-4627-b0fe-fe85337315d8" providerId="ADAL" clId="{C84AB19C-245E-4B06-B175-1D39AA593259}" dt="2021-01-22T09:09:34.196" v="1160" actId="113"/>
        <pc:sldMkLst>
          <pc:docMk/>
          <pc:sldMk cId="737410498" sldId="327"/>
        </pc:sldMkLst>
        <pc:spChg chg="mod">
          <ac:chgData name="Antonella Mimmo" userId="25a5e1a7-e321-4627-b0fe-fe85337315d8" providerId="ADAL" clId="{C84AB19C-245E-4B06-B175-1D39AA593259}" dt="2021-01-22T09:09:34.196" v="1160" actId="113"/>
          <ac:spMkLst>
            <pc:docMk/>
            <pc:sldMk cId="737410498" sldId="327"/>
            <ac:spMk id="3" creationId="{00000000-0000-0000-0000-000000000000}"/>
          </ac:spMkLst>
        </pc:spChg>
      </pc:sldChg>
      <pc:sldChg chg="addSp delSp modSp">
        <pc:chgData name="Antonella Mimmo" userId="25a5e1a7-e321-4627-b0fe-fe85337315d8" providerId="ADAL" clId="{C84AB19C-245E-4B06-B175-1D39AA593259}" dt="2021-01-21T13:02:29.734" v="147" actId="20577"/>
        <pc:sldMkLst>
          <pc:docMk/>
          <pc:sldMk cId="1504718329" sldId="328"/>
        </pc:sldMkLst>
        <pc:spChg chg="add del mod">
          <ac:chgData name="Antonella Mimmo" userId="25a5e1a7-e321-4627-b0fe-fe85337315d8" providerId="ADAL" clId="{C84AB19C-245E-4B06-B175-1D39AA593259}" dt="2021-01-21T13:00:19.650" v="58" actId="478"/>
          <ac:spMkLst>
            <pc:docMk/>
            <pc:sldMk cId="1504718329" sldId="328"/>
            <ac:spMk id="5" creationId="{D2067943-6966-4B9F-B8E2-FDF4B98C4C9F}"/>
          </ac:spMkLst>
        </pc:spChg>
        <pc:spChg chg="mod">
          <ac:chgData name="Antonella Mimmo" userId="25a5e1a7-e321-4627-b0fe-fe85337315d8" providerId="ADAL" clId="{C84AB19C-245E-4B06-B175-1D39AA593259}" dt="2021-01-21T13:02:29.734" v="147" actId="20577"/>
          <ac:spMkLst>
            <pc:docMk/>
            <pc:sldMk cId="1504718329" sldId="328"/>
            <ac:spMk id="7" creationId="{00000000-0000-0000-0000-000000000000}"/>
          </ac:spMkLst>
        </pc:spChg>
        <pc:spChg chg="mod">
          <ac:chgData name="Antonella Mimmo" userId="25a5e1a7-e321-4627-b0fe-fe85337315d8" providerId="ADAL" clId="{C84AB19C-245E-4B06-B175-1D39AA593259}" dt="2021-01-21T12:59:40.430" v="49" actId="20577"/>
          <ac:spMkLst>
            <pc:docMk/>
            <pc:sldMk cId="1504718329" sldId="328"/>
            <ac:spMk id="15" creationId="{63739FDA-89B9-4791-AD88-C57DD291A6FD}"/>
          </ac:spMkLst>
        </pc:spChg>
        <pc:spChg chg="mod">
          <ac:chgData name="Antonella Mimmo" userId="25a5e1a7-e321-4627-b0fe-fe85337315d8" providerId="ADAL" clId="{C84AB19C-245E-4B06-B175-1D39AA593259}" dt="2021-01-21T13:00:07.489" v="57" actId="20577"/>
          <ac:spMkLst>
            <pc:docMk/>
            <pc:sldMk cId="1504718329" sldId="328"/>
            <ac:spMk id="16" creationId="{E5A98E68-E450-4C73-9F4F-388CF363D7E5}"/>
          </ac:spMkLst>
        </pc:spChg>
        <pc:grpChg chg="add">
          <ac:chgData name="Antonella Mimmo" userId="25a5e1a7-e321-4627-b0fe-fe85337315d8" providerId="ADAL" clId="{C84AB19C-245E-4B06-B175-1D39AA593259}" dt="2021-01-21T12:59:34.214" v="45"/>
          <ac:grpSpMkLst>
            <pc:docMk/>
            <pc:sldMk cId="1504718329" sldId="328"/>
            <ac:grpSpMk id="8" creationId="{D46E3AD6-943E-47E8-8629-8E53D3D701A4}"/>
          </ac:grpSpMkLst>
        </pc:grpChg>
        <pc:picChg chg="del">
          <ac:chgData name="Antonella Mimmo" userId="25a5e1a7-e321-4627-b0fe-fe85337315d8" providerId="ADAL" clId="{C84AB19C-245E-4B06-B175-1D39AA593259}" dt="2021-01-21T12:59:30.279" v="44" actId="478"/>
          <ac:picMkLst>
            <pc:docMk/>
            <pc:sldMk cId="1504718329" sldId="328"/>
            <ac:picMk id="4" creationId="{00000000-0000-0000-0000-000000000000}"/>
          </ac:picMkLst>
        </pc:picChg>
      </pc:sldChg>
      <pc:sldChg chg="del">
        <pc:chgData name="Antonella Mimmo" userId="25a5e1a7-e321-4627-b0fe-fe85337315d8" providerId="ADAL" clId="{C84AB19C-245E-4B06-B175-1D39AA593259}" dt="2021-01-21T12:58:54.856" v="43" actId="2696"/>
        <pc:sldMkLst>
          <pc:docMk/>
          <pc:sldMk cId="878171477" sldId="329"/>
        </pc:sldMkLst>
      </pc:sldChg>
      <pc:sldChg chg="del">
        <pc:chgData name="Antonella Mimmo" userId="25a5e1a7-e321-4627-b0fe-fe85337315d8" providerId="ADAL" clId="{C84AB19C-245E-4B06-B175-1D39AA593259}" dt="2021-01-21T12:58:47.603" v="42" actId="2696"/>
        <pc:sldMkLst>
          <pc:docMk/>
          <pc:sldMk cId="191330706" sldId="330"/>
        </pc:sldMkLst>
      </pc:sldChg>
      <pc:sldChg chg="del">
        <pc:chgData name="Antonella Mimmo" userId="25a5e1a7-e321-4627-b0fe-fe85337315d8" providerId="ADAL" clId="{C84AB19C-245E-4B06-B175-1D39AA593259}" dt="2021-01-21T12:58:45.100" v="41" actId="2696"/>
        <pc:sldMkLst>
          <pc:docMk/>
          <pc:sldMk cId="612950257" sldId="331"/>
        </pc:sldMkLst>
      </pc:sldChg>
      <pc:sldChg chg="modSp del">
        <pc:chgData name="Antonella Mimmo" userId="25a5e1a7-e321-4627-b0fe-fe85337315d8" providerId="ADAL" clId="{C84AB19C-245E-4B06-B175-1D39AA593259}" dt="2021-01-21T13:06:42.785" v="200" actId="2696"/>
        <pc:sldMkLst>
          <pc:docMk/>
          <pc:sldMk cId="4067280386" sldId="334"/>
        </pc:sldMkLst>
        <pc:spChg chg="mod">
          <ac:chgData name="Antonella Mimmo" userId="25a5e1a7-e321-4627-b0fe-fe85337315d8" providerId="ADAL" clId="{C84AB19C-245E-4B06-B175-1D39AA593259}" dt="2021-01-21T13:04:24.772" v="166" actId="20577"/>
          <ac:spMkLst>
            <pc:docMk/>
            <pc:sldMk cId="4067280386" sldId="334"/>
            <ac:spMk id="8" creationId="{00000000-0000-0000-0000-000000000000}"/>
          </ac:spMkLst>
        </pc:spChg>
      </pc:sldChg>
      <pc:sldChg chg="modSp modAnim">
        <pc:chgData name="Antonella Mimmo" userId="25a5e1a7-e321-4627-b0fe-fe85337315d8" providerId="ADAL" clId="{C84AB19C-245E-4B06-B175-1D39AA593259}" dt="2021-01-22T07:03:23.974" v="889" actId="20577"/>
        <pc:sldMkLst>
          <pc:docMk/>
          <pc:sldMk cId="796124993" sldId="340"/>
        </pc:sldMkLst>
        <pc:spChg chg="mod">
          <ac:chgData name="Antonella Mimmo" userId="25a5e1a7-e321-4627-b0fe-fe85337315d8" providerId="ADAL" clId="{C84AB19C-245E-4B06-B175-1D39AA593259}" dt="2021-01-22T07:03:23.974" v="889" actId="20577"/>
          <ac:spMkLst>
            <pc:docMk/>
            <pc:sldMk cId="796124993" sldId="340"/>
            <ac:spMk id="2" creationId="{00000000-0000-0000-0000-000000000000}"/>
          </ac:spMkLst>
        </pc:spChg>
        <pc:spChg chg="mod">
          <ac:chgData name="Antonella Mimmo" userId="25a5e1a7-e321-4627-b0fe-fe85337315d8" providerId="ADAL" clId="{C84AB19C-245E-4B06-B175-1D39AA593259}" dt="2021-01-21T13:09:51.039" v="208" actId="20577"/>
          <ac:spMkLst>
            <pc:docMk/>
            <pc:sldMk cId="796124993" sldId="340"/>
            <ac:spMk id="15" creationId="{00000000-0000-0000-0000-000000000000}"/>
          </ac:spMkLst>
        </pc:spChg>
        <pc:spChg chg="mod">
          <ac:chgData name="Antonella Mimmo" userId="25a5e1a7-e321-4627-b0fe-fe85337315d8" providerId="ADAL" clId="{C84AB19C-245E-4B06-B175-1D39AA593259}" dt="2021-01-21T13:20:56.328" v="307" actId="20577"/>
          <ac:spMkLst>
            <pc:docMk/>
            <pc:sldMk cId="796124993" sldId="340"/>
            <ac:spMk id="17" creationId="{00000000-0000-0000-0000-000000000000}"/>
          </ac:spMkLst>
        </pc:spChg>
        <pc:spChg chg="mod">
          <ac:chgData name="Antonella Mimmo" userId="25a5e1a7-e321-4627-b0fe-fe85337315d8" providerId="ADAL" clId="{C84AB19C-245E-4B06-B175-1D39AA593259}" dt="2021-01-21T13:20:14.237" v="283" actId="20577"/>
          <ac:spMkLst>
            <pc:docMk/>
            <pc:sldMk cId="796124993" sldId="340"/>
            <ac:spMk id="23" creationId="{00000000-0000-0000-0000-000000000000}"/>
          </ac:spMkLst>
        </pc:spChg>
        <pc:spChg chg="mod">
          <ac:chgData name="Antonella Mimmo" userId="25a5e1a7-e321-4627-b0fe-fe85337315d8" providerId="ADAL" clId="{C84AB19C-245E-4B06-B175-1D39AA593259}" dt="2021-01-21T13:10:06.931" v="232" actId="20577"/>
          <ac:spMkLst>
            <pc:docMk/>
            <pc:sldMk cId="796124993" sldId="340"/>
            <ac:spMk id="25" creationId="{00000000-0000-0000-0000-000000000000}"/>
          </ac:spMkLst>
        </pc:spChg>
        <pc:spChg chg="mod">
          <ac:chgData name="Antonella Mimmo" userId="25a5e1a7-e321-4627-b0fe-fe85337315d8" providerId="ADAL" clId="{C84AB19C-245E-4B06-B175-1D39AA593259}" dt="2021-01-21T13:10:17.004" v="250" actId="20577"/>
          <ac:spMkLst>
            <pc:docMk/>
            <pc:sldMk cId="796124993" sldId="340"/>
            <ac:spMk id="26" creationId="{00000000-0000-0000-0000-000000000000}"/>
          </ac:spMkLst>
        </pc:spChg>
        <pc:spChg chg="mod">
          <ac:chgData name="Antonella Mimmo" userId="25a5e1a7-e321-4627-b0fe-fe85337315d8" providerId="ADAL" clId="{C84AB19C-245E-4B06-B175-1D39AA593259}" dt="2021-01-21T13:19:57.524" v="279" actId="20577"/>
          <ac:spMkLst>
            <pc:docMk/>
            <pc:sldMk cId="796124993" sldId="340"/>
            <ac:spMk id="28" creationId="{00000000-0000-0000-0000-000000000000}"/>
          </ac:spMkLst>
        </pc:spChg>
        <pc:spChg chg="mod">
          <ac:chgData name="Antonella Mimmo" userId="25a5e1a7-e321-4627-b0fe-fe85337315d8" providerId="ADAL" clId="{C84AB19C-245E-4B06-B175-1D39AA593259}" dt="2021-01-21T13:20:34.380" v="287" actId="20577"/>
          <ac:spMkLst>
            <pc:docMk/>
            <pc:sldMk cId="796124993" sldId="340"/>
            <ac:spMk id="29" creationId="{00000000-0000-0000-0000-000000000000}"/>
          </ac:spMkLst>
        </pc:spChg>
        <pc:spChg chg="mod">
          <ac:chgData name="Antonella Mimmo" userId="25a5e1a7-e321-4627-b0fe-fe85337315d8" providerId="ADAL" clId="{C84AB19C-245E-4B06-B175-1D39AA593259}" dt="2021-01-21T13:23:04.686" v="337" actId="20577"/>
          <ac:spMkLst>
            <pc:docMk/>
            <pc:sldMk cId="796124993" sldId="340"/>
            <ac:spMk id="34" creationId="{00000000-0000-0000-0000-000000000000}"/>
          </ac:spMkLst>
        </pc:spChg>
        <pc:spChg chg="mod">
          <ac:chgData name="Antonella Mimmo" userId="25a5e1a7-e321-4627-b0fe-fe85337315d8" providerId="ADAL" clId="{C84AB19C-245E-4B06-B175-1D39AA593259}" dt="2021-01-21T13:22:30.225" v="327" actId="20577"/>
          <ac:spMkLst>
            <pc:docMk/>
            <pc:sldMk cId="796124993" sldId="340"/>
            <ac:spMk id="41" creationId="{00000000-0000-0000-0000-000000000000}"/>
          </ac:spMkLst>
        </pc:spChg>
        <pc:spChg chg="mod">
          <ac:chgData name="Antonella Mimmo" userId="25a5e1a7-e321-4627-b0fe-fe85337315d8" providerId="ADAL" clId="{C84AB19C-245E-4B06-B175-1D39AA593259}" dt="2021-01-21T13:24:31.860" v="394" actId="20577"/>
          <ac:spMkLst>
            <pc:docMk/>
            <pc:sldMk cId="796124993" sldId="340"/>
            <ac:spMk id="44" creationId="{00000000-0000-0000-0000-000000000000}"/>
          </ac:spMkLst>
        </pc:spChg>
      </pc:sldChg>
      <pc:sldChg chg="modSp">
        <pc:chgData name="Antonella Mimmo" userId="25a5e1a7-e321-4627-b0fe-fe85337315d8" providerId="ADAL" clId="{C84AB19C-245E-4B06-B175-1D39AA593259}" dt="2021-01-22T07:03:37.572" v="902" actId="20577"/>
        <pc:sldMkLst>
          <pc:docMk/>
          <pc:sldMk cId="3229576349" sldId="341"/>
        </pc:sldMkLst>
        <pc:spChg chg="mod">
          <ac:chgData name="Antonella Mimmo" userId="25a5e1a7-e321-4627-b0fe-fe85337315d8" providerId="ADAL" clId="{C84AB19C-245E-4B06-B175-1D39AA593259}" dt="2021-01-22T07:03:37.572" v="902" actId="20577"/>
          <ac:spMkLst>
            <pc:docMk/>
            <pc:sldMk cId="3229576349" sldId="341"/>
            <ac:spMk id="2" creationId="{00000000-0000-0000-0000-000000000000}"/>
          </ac:spMkLst>
        </pc:spChg>
        <pc:spChg chg="mod">
          <ac:chgData name="Antonella Mimmo" userId="25a5e1a7-e321-4627-b0fe-fe85337315d8" providerId="ADAL" clId="{C84AB19C-245E-4B06-B175-1D39AA593259}" dt="2021-01-21T13:24:56.064" v="400" actId="20577"/>
          <ac:spMkLst>
            <pc:docMk/>
            <pc:sldMk cId="3229576349" sldId="341"/>
            <ac:spMk id="15" creationId="{00000000-0000-0000-0000-000000000000}"/>
          </ac:spMkLst>
        </pc:spChg>
        <pc:spChg chg="mod">
          <ac:chgData name="Antonella Mimmo" userId="25a5e1a7-e321-4627-b0fe-fe85337315d8" providerId="ADAL" clId="{C84AB19C-245E-4B06-B175-1D39AA593259}" dt="2021-01-21T13:27:23.620" v="484" actId="20577"/>
          <ac:spMkLst>
            <pc:docMk/>
            <pc:sldMk cId="3229576349" sldId="341"/>
            <ac:spMk id="17" creationId="{00000000-0000-0000-0000-000000000000}"/>
          </ac:spMkLst>
        </pc:spChg>
        <pc:spChg chg="mod">
          <ac:chgData name="Antonella Mimmo" userId="25a5e1a7-e321-4627-b0fe-fe85337315d8" providerId="ADAL" clId="{C84AB19C-245E-4B06-B175-1D39AA593259}" dt="2021-01-21T13:26:22.657" v="446" actId="20577"/>
          <ac:spMkLst>
            <pc:docMk/>
            <pc:sldMk cId="3229576349" sldId="341"/>
            <ac:spMk id="23" creationId="{00000000-0000-0000-0000-000000000000}"/>
          </ac:spMkLst>
        </pc:spChg>
        <pc:spChg chg="mod">
          <ac:chgData name="Antonella Mimmo" userId="25a5e1a7-e321-4627-b0fe-fe85337315d8" providerId="ADAL" clId="{C84AB19C-245E-4B06-B175-1D39AA593259}" dt="2021-01-21T13:25:07.854" v="418" actId="20577"/>
          <ac:spMkLst>
            <pc:docMk/>
            <pc:sldMk cId="3229576349" sldId="341"/>
            <ac:spMk id="25" creationId="{00000000-0000-0000-0000-000000000000}"/>
          </ac:spMkLst>
        </pc:spChg>
        <pc:spChg chg="mod">
          <ac:chgData name="Antonella Mimmo" userId="25a5e1a7-e321-4627-b0fe-fe85337315d8" providerId="ADAL" clId="{C84AB19C-245E-4B06-B175-1D39AA593259}" dt="2021-01-21T13:25:15.007" v="422" actId="20577"/>
          <ac:spMkLst>
            <pc:docMk/>
            <pc:sldMk cId="3229576349" sldId="341"/>
            <ac:spMk id="26" creationId="{00000000-0000-0000-0000-000000000000}"/>
          </ac:spMkLst>
        </pc:spChg>
        <pc:spChg chg="mod">
          <ac:chgData name="Antonella Mimmo" userId="25a5e1a7-e321-4627-b0fe-fe85337315d8" providerId="ADAL" clId="{C84AB19C-245E-4B06-B175-1D39AA593259}" dt="2021-01-21T13:25:48.422" v="442" actId="20577"/>
          <ac:spMkLst>
            <pc:docMk/>
            <pc:sldMk cId="3229576349" sldId="341"/>
            <ac:spMk id="28" creationId="{00000000-0000-0000-0000-000000000000}"/>
          </ac:spMkLst>
        </pc:spChg>
        <pc:spChg chg="mod">
          <ac:chgData name="Antonella Mimmo" userId="25a5e1a7-e321-4627-b0fe-fe85337315d8" providerId="ADAL" clId="{C84AB19C-245E-4B06-B175-1D39AA593259}" dt="2021-01-21T13:26:56.494" v="464" actId="20577"/>
          <ac:spMkLst>
            <pc:docMk/>
            <pc:sldMk cId="3229576349" sldId="341"/>
            <ac:spMk id="29" creationId="{00000000-0000-0000-0000-000000000000}"/>
          </ac:spMkLst>
        </pc:spChg>
      </pc:sldChg>
      <pc:sldChg chg="modSp ord">
        <pc:chgData name="Antonella Mimmo" userId="25a5e1a7-e321-4627-b0fe-fe85337315d8" providerId="ADAL" clId="{C84AB19C-245E-4B06-B175-1D39AA593259}" dt="2021-01-22T07:04:32.808" v="933"/>
        <pc:sldMkLst>
          <pc:docMk/>
          <pc:sldMk cId="1505535742" sldId="344"/>
        </pc:sldMkLst>
        <pc:spChg chg="mod">
          <ac:chgData name="Antonella Mimmo" userId="25a5e1a7-e321-4627-b0fe-fe85337315d8" providerId="ADAL" clId="{C84AB19C-245E-4B06-B175-1D39AA593259}" dt="2021-01-22T07:03:54.974" v="915" actId="20577"/>
          <ac:spMkLst>
            <pc:docMk/>
            <pc:sldMk cId="1505535742" sldId="344"/>
            <ac:spMk id="2" creationId="{00000000-0000-0000-0000-000000000000}"/>
          </ac:spMkLst>
        </pc:spChg>
        <pc:spChg chg="mod">
          <ac:chgData name="Antonella Mimmo" userId="25a5e1a7-e321-4627-b0fe-fe85337315d8" providerId="ADAL" clId="{C84AB19C-245E-4B06-B175-1D39AA593259}" dt="2021-01-21T14:04:32.437" v="556" actId="1076"/>
          <ac:spMkLst>
            <pc:docMk/>
            <pc:sldMk cId="1505535742" sldId="344"/>
            <ac:spMk id="18" creationId="{00000000-0000-0000-0000-000000000000}"/>
          </ac:spMkLst>
        </pc:spChg>
        <pc:spChg chg="mod">
          <ac:chgData name="Antonella Mimmo" userId="25a5e1a7-e321-4627-b0fe-fe85337315d8" providerId="ADAL" clId="{C84AB19C-245E-4B06-B175-1D39AA593259}" dt="2021-01-21T14:03:24.670" v="538" actId="20577"/>
          <ac:spMkLst>
            <pc:docMk/>
            <pc:sldMk cId="1505535742" sldId="344"/>
            <ac:spMk id="25" creationId="{00000000-0000-0000-0000-000000000000}"/>
          </ac:spMkLst>
        </pc:spChg>
        <pc:spChg chg="mod">
          <ac:chgData name="Antonella Mimmo" userId="25a5e1a7-e321-4627-b0fe-fe85337315d8" providerId="ADAL" clId="{C84AB19C-245E-4B06-B175-1D39AA593259}" dt="2021-01-21T14:04:42.179" v="558" actId="20577"/>
          <ac:spMkLst>
            <pc:docMk/>
            <pc:sldMk cId="1505535742" sldId="344"/>
            <ac:spMk id="29" creationId="{00000000-0000-0000-0000-000000000000}"/>
          </ac:spMkLst>
        </pc:spChg>
        <pc:spChg chg="mod">
          <ac:chgData name="Antonella Mimmo" userId="25a5e1a7-e321-4627-b0fe-fe85337315d8" providerId="ADAL" clId="{C84AB19C-245E-4B06-B175-1D39AA593259}" dt="2021-01-21T14:03:20.998" v="536" actId="20577"/>
          <ac:spMkLst>
            <pc:docMk/>
            <pc:sldMk cId="1505535742" sldId="344"/>
            <ac:spMk id="30" creationId="{00000000-0000-0000-0000-000000000000}"/>
          </ac:spMkLst>
        </pc:spChg>
        <pc:spChg chg="mod">
          <ac:chgData name="Antonella Mimmo" userId="25a5e1a7-e321-4627-b0fe-fe85337315d8" providerId="ADAL" clId="{C84AB19C-245E-4B06-B175-1D39AA593259}" dt="2021-01-21T14:04:24.126" v="555" actId="20577"/>
          <ac:spMkLst>
            <pc:docMk/>
            <pc:sldMk cId="1505535742" sldId="344"/>
            <ac:spMk id="32" creationId="{00000000-0000-0000-0000-000000000000}"/>
          </ac:spMkLst>
        </pc:spChg>
        <pc:spChg chg="mod">
          <ac:chgData name="Antonella Mimmo" userId="25a5e1a7-e321-4627-b0fe-fe85337315d8" providerId="ADAL" clId="{C84AB19C-245E-4B06-B175-1D39AA593259}" dt="2021-01-21T14:04:52.618" v="562" actId="20577"/>
          <ac:spMkLst>
            <pc:docMk/>
            <pc:sldMk cId="1505535742" sldId="344"/>
            <ac:spMk id="41" creationId="{00000000-0000-0000-0000-000000000000}"/>
          </ac:spMkLst>
        </pc:spChg>
        <pc:spChg chg="mod">
          <ac:chgData name="Antonella Mimmo" userId="25a5e1a7-e321-4627-b0fe-fe85337315d8" providerId="ADAL" clId="{C84AB19C-245E-4B06-B175-1D39AA593259}" dt="2021-01-21T14:03:37.793" v="542" actId="20577"/>
          <ac:spMkLst>
            <pc:docMk/>
            <pc:sldMk cId="1505535742" sldId="344"/>
            <ac:spMk id="46" creationId="{00000000-0000-0000-0000-000000000000}"/>
          </ac:spMkLst>
        </pc:spChg>
        <pc:spChg chg="mod">
          <ac:chgData name="Antonella Mimmo" userId="25a5e1a7-e321-4627-b0fe-fe85337315d8" providerId="ADAL" clId="{C84AB19C-245E-4B06-B175-1D39AA593259}" dt="2021-01-21T14:03:54.396" v="548" actId="20577"/>
          <ac:spMkLst>
            <pc:docMk/>
            <pc:sldMk cId="1505535742" sldId="344"/>
            <ac:spMk id="53" creationId="{00000000-0000-0000-0000-000000000000}"/>
          </ac:spMkLst>
        </pc:spChg>
        <pc:spChg chg="mod">
          <ac:chgData name="Antonella Mimmo" userId="25a5e1a7-e321-4627-b0fe-fe85337315d8" providerId="ADAL" clId="{C84AB19C-245E-4B06-B175-1D39AA593259}" dt="2021-01-21T14:03:44.032" v="544" actId="20577"/>
          <ac:spMkLst>
            <pc:docMk/>
            <pc:sldMk cId="1505535742" sldId="344"/>
            <ac:spMk id="57" creationId="{00000000-0000-0000-0000-000000000000}"/>
          </ac:spMkLst>
        </pc:spChg>
      </pc:sldChg>
      <pc:sldChg chg="modSp ord modAnim">
        <pc:chgData name="Antonella Mimmo" userId="25a5e1a7-e321-4627-b0fe-fe85337315d8" providerId="ADAL" clId="{C84AB19C-245E-4B06-B175-1D39AA593259}" dt="2021-01-22T07:04:40.997" v="934"/>
        <pc:sldMkLst>
          <pc:docMk/>
          <pc:sldMk cId="2724293164" sldId="345"/>
        </pc:sldMkLst>
        <pc:spChg chg="mod">
          <ac:chgData name="Antonella Mimmo" userId="25a5e1a7-e321-4627-b0fe-fe85337315d8" providerId="ADAL" clId="{C84AB19C-245E-4B06-B175-1D39AA593259}" dt="2021-01-22T07:04:03.534" v="921" actId="20577"/>
          <ac:spMkLst>
            <pc:docMk/>
            <pc:sldMk cId="2724293164" sldId="345"/>
            <ac:spMk id="2" creationId="{00000000-0000-0000-0000-000000000000}"/>
          </ac:spMkLst>
        </pc:spChg>
        <pc:spChg chg="mod">
          <ac:chgData name="Antonella Mimmo" userId="25a5e1a7-e321-4627-b0fe-fe85337315d8" providerId="ADAL" clId="{C84AB19C-245E-4B06-B175-1D39AA593259}" dt="2021-01-21T14:34:19.254" v="615" actId="1076"/>
          <ac:spMkLst>
            <pc:docMk/>
            <pc:sldMk cId="2724293164" sldId="345"/>
            <ac:spMk id="18" creationId="{00000000-0000-0000-0000-000000000000}"/>
          </ac:spMkLst>
        </pc:spChg>
        <pc:spChg chg="mod">
          <ac:chgData name="Antonella Mimmo" userId="25a5e1a7-e321-4627-b0fe-fe85337315d8" providerId="ADAL" clId="{C84AB19C-245E-4B06-B175-1D39AA593259}" dt="2021-01-21T14:29:30.520" v="592" actId="1038"/>
          <ac:spMkLst>
            <pc:docMk/>
            <pc:sldMk cId="2724293164" sldId="345"/>
            <ac:spMk id="25" creationId="{00000000-0000-0000-0000-000000000000}"/>
          </ac:spMkLst>
        </pc:spChg>
        <pc:spChg chg="mod">
          <ac:chgData name="Antonella Mimmo" userId="25a5e1a7-e321-4627-b0fe-fe85337315d8" providerId="ADAL" clId="{C84AB19C-245E-4B06-B175-1D39AA593259}" dt="2021-01-21T14:09:07.824" v="564" actId="20577"/>
          <ac:spMkLst>
            <pc:docMk/>
            <pc:sldMk cId="2724293164" sldId="345"/>
            <ac:spMk id="29" creationId="{00000000-0000-0000-0000-000000000000}"/>
          </ac:spMkLst>
        </pc:spChg>
        <pc:spChg chg="mod">
          <ac:chgData name="Antonella Mimmo" userId="25a5e1a7-e321-4627-b0fe-fe85337315d8" providerId="ADAL" clId="{C84AB19C-245E-4B06-B175-1D39AA593259}" dt="2021-01-21T14:25:44.672" v="582" actId="20577"/>
          <ac:spMkLst>
            <pc:docMk/>
            <pc:sldMk cId="2724293164" sldId="345"/>
            <ac:spMk id="30" creationId="{00000000-0000-0000-0000-000000000000}"/>
          </ac:spMkLst>
        </pc:spChg>
        <pc:spChg chg="mod">
          <ac:chgData name="Antonella Mimmo" userId="25a5e1a7-e321-4627-b0fe-fe85337315d8" providerId="ADAL" clId="{C84AB19C-245E-4B06-B175-1D39AA593259}" dt="2021-01-21T14:33:55.298" v="614" actId="20577"/>
          <ac:spMkLst>
            <pc:docMk/>
            <pc:sldMk cId="2724293164" sldId="345"/>
            <ac:spMk id="32" creationId="{00000000-0000-0000-0000-000000000000}"/>
          </ac:spMkLst>
        </pc:spChg>
        <pc:spChg chg="mod">
          <ac:chgData name="Antonella Mimmo" userId="25a5e1a7-e321-4627-b0fe-fe85337315d8" providerId="ADAL" clId="{C84AB19C-245E-4B06-B175-1D39AA593259}" dt="2021-01-21T14:32:08.456" v="601" actId="20577"/>
          <ac:spMkLst>
            <pc:docMk/>
            <pc:sldMk cId="2724293164" sldId="345"/>
            <ac:spMk id="41" creationId="{00000000-0000-0000-0000-000000000000}"/>
          </ac:spMkLst>
        </pc:spChg>
        <pc:spChg chg="mod">
          <ac:chgData name="Antonella Mimmo" userId="25a5e1a7-e321-4627-b0fe-fe85337315d8" providerId="ADAL" clId="{C84AB19C-245E-4B06-B175-1D39AA593259}" dt="2021-01-21T14:32:34.616" v="609" actId="20577"/>
          <ac:spMkLst>
            <pc:docMk/>
            <pc:sldMk cId="2724293164" sldId="345"/>
            <ac:spMk id="46" creationId="{00000000-0000-0000-0000-000000000000}"/>
          </ac:spMkLst>
        </pc:spChg>
        <pc:spChg chg="mod">
          <ac:chgData name="Antonella Mimmo" userId="25a5e1a7-e321-4627-b0fe-fe85337315d8" providerId="ADAL" clId="{C84AB19C-245E-4B06-B175-1D39AA593259}" dt="2021-01-21T14:32:15.654" v="605" actId="20577"/>
          <ac:spMkLst>
            <pc:docMk/>
            <pc:sldMk cId="2724293164" sldId="345"/>
            <ac:spMk id="53" creationId="{00000000-0000-0000-0000-000000000000}"/>
          </ac:spMkLst>
        </pc:spChg>
        <pc:spChg chg="mod">
          <ac:chgData name="Antonella Mimmo" userId="25a5e1a7-e321-4627-b0fe-fe85337315d8" providerId="ADAL" clId="{C84AB19C-245E-4B06-B175-1D39AA593259}" dt="2021-01-21T14:32:21.320" v="607" actId="20577"/>
          <ac:spMkLst>
            <pc:docMk/>
            <pc:sldMk cId="2724293164" sldId="345"/>
            <ac:spMk id="57" creationId="{00000000-0000-0000-0000-000000000000}"/>
          </ac:spMkLst>
        </pc:spChg>
        <pc:cxnChg chg="mod">
          <ac:chgData name="Antonella Mimmo" userId="25a5e1a7-e321-4627-b0fe-fe85337315d8" providerId="ADAL" clId="{C84AB19C-245E-4B06-B175-1D39AA593259}" dt="2021-01-21T14:34:51.306" v="616" actId="1076"/>
          <ac:cxnSpMkLst>
            <pc:docMk/>
            <pc:sldMk cId="2724293164" sldId="345"/>
            <ac:cxnSpMk id="5" creationId="{00000000-0000-0000-0000-000000000000}"/>
          </ac:cxnSpMkLst>
        </pc:cxnChg>
      </pc:sldChg>
      <pc:sldChg chg="ord">
        <pc:chgData name="Antonella Mimmo" userId="25a5e1a7-e321-4627-b0fe-fe85337315d8" providerId="ADAL" clId="{C84AB19C-245E-4B06-B175-1D39AA593259}" dt="2021-01-21T14:50:29.290" v="704"/>
        <pc:sldMkLst>
          <pc:docMk/>
          <pc:sldMk cId="1922061446" sldId="347"/>
        </pc:sldMkLst>
      </pc:sldChg>
      <pc:sldChg chg="ord">
        <pc:chgData name="Antonella Mimmo" userId="25a5e1a7-e321-4627-b0fe-fe85337315d8" providerId="ADAL" clId="{C84AB19C-245E-4B06-B175-1D39AA593259}" dt="2021-01-21T14:50:45.957" v="706"/>
        <pc:sldMkLst>
          <pc:docMk/>
          <pc:sldMk cId="3065308102" sldId="348"/>
        </pc:sldMkLst>
      </pc:sldChg>
      <pc:sldChg chg="modSp ord modAnim">
        <pc:chgData name="Antonella Mimmo" userId="25a5e1a7-e321-4627-b0fe-fe85337315d8" providerId="ADAL" clId="{C84AB19C-245E-4B06-B175-1D39AA593259}" dt="2021-01-21T14:50:50.140" v="707"/>
        <pc:sldMkLst>
          <pc:docMk/>
          <pc:sldMk cId="1800134925" sldId="349"/>
        </pc:sldMkLst>
        <pc:spChg chg="mod">
          <ac:chgData name="Antonella Mimmo" userId="25a5e1a7-e321-4627-b0fe-fe85337315d8" providerId="ADAL" clId="{C84AB19C-245E-4B06-B175-1D39AA593259}" dt="2021-01-21T13:29:53.026" v="534" actId="20577"/>
          <ac:spMkLst>
            <pc:docMk/>
            <pc:sldMk cId="1800134925" sldId="349"/>
            <ac:spMk id="8" creationId="{00000000-0000-0000-0000-000000000000}"/>
          </ac:spMkLst>
        </pc:spChg>
      </pc:sldChg>
      <pc:sldChg chg="modSp ord">
        <pc:chgData name="Antonella Mimmo" userId="25a5e1a7-e321-4627-b0fe-fe85337315d8" providerId="ADAL" clId="{C84AB19C-245E-4B06-B175-1D39AA593259}" dt="2021-01-22T07:04:44.019" v="935"/>
        <pc:sldMkLst>
          <pc:docMk/>
          <pc:sldMk cId="2258672156" sldId="350"/>
        </pc:sldMkLst>
        <pc:spChg chg="mod">
          <ac:chgData name="Antonella Mimmo" userId="25a5e1a7-e321-4627-b0fe-fe85337315d8" providerId="ADAL" clId="{C84AB19C-245E-4B06-B175-1D39AA593259}" dt="2021-01-22T07:04:14.142" v="932" actId="20577"/>
          <ac:spMkLst>
            <pc:docMk/>
            <pc:sldMk cId="2258672156" sldId="350"/>
            <ac:spMk id="2" creationId="{00000000-0000-0000-0000-000000000000}"/>
          </ac:spMkLst>
        </pc:spChg>
        <pc:spChg chg="mod">
          <ac:chgData name="Antonella Mimmo" userId="25a5e1a7-e321-4627-b0fe-fe85337315d8" providerId="ADAL" clId="{C84AB19C-245E-4B06-B175-1D39AA593259}" dt="2021-01-21T14:38:37.858" v="646" actId="1076"/>
          <ac:spMkLst>
            <pc:docMk/>
            <pc:sldMk cId="2258672156" sldId="350"/>
            <ac:spMk id="18" creationId="{00000000-0000-0000-0000-000000000000}"/>
          </ac:spMkLst>
        </pc:spChg>
        <pc:spChg chg="mod">
          <ac:chgData name="Antonella Mimmo" userId="25a5e1a7-e321-4627-b0fe-fe85337315d8" providerId="ADAL" clId="{C84AB19C-245E-4B06-B175-1D39AA593259}" dt="2021-01-21T14:36:31.029" v="630" actId="20577"/>
          <ac:spMkLst>
            <pc:docMk/>
            <pc:sldMk cId="2258672156" sldId="350"/>
            <ac:spMk id="29" creationId="{00000000-0000-0000-0000-000000000000}"/>
          </ac:spMkLst>
        </pc:spChg>
        <pc:spChg chg="mod">
          <ac:chgData name="Antonella Mimmo" userId="25a5e1a7-e321-4627-b0fe-fe85337315d8" providerId="ADAL" clId="{C84AB19C-245E-4B06-B175-1D39AA593259}" dt="2021-01-21T14:38:19.246" v="645" actId="20577"/>
          <ac:spMkLst>
            <pc:docMk/>
            <pc:sldMk cId="2258672156" sldId="350"/>
            <ac:spMk id="32" creationId="{00000000-0000-0000-0000-000000000000}"/>
          </ac:spMkLst>
        </pc:spChg>
        <pc:spChg chg="mod">
          <ac:chgData name="Antonella Mimmo" userId="25a5e1a7-e321-4627-b0fe-fe85337315d8" providerId="ADAL" clId="{C84AB19C-245E-4B06-B175-1D39AA593259}" dt="2021-01-21T14:37:02.367" v="638" actId="20577"/>
          <ac:spMkLst>
            <pc:docMk/>
            <pc:sldMk cId="2258672156" sldId="350"/>
            <ac:spMk id="36" creationId="{00000000-0000-0000-0000-000000000000}"/>
          </ac:spMkLst>
        </pc:spChg>
        <pc:spChg chg="mod">
          <ac:chgData name="Antonella Mimmo" userId="25a5e1a7-e321-4627-b0fe-fe85337315d8" providerId="ADAL" clId="{C84AB19C-245E-4B06-B175-1D39AA593259}" dt="2021-01-21T14:36:16.786" v="620" actId="20577"/>
          <ac:spMkLst>
            <pc:docMk/>
            <pc:sldMk cId="2258672156" sldId="350"/>
            <ac:spMk id="41" creationId="{00000000-0000-0000-0000-000000000000}"/>
          </ac:spMkLst>
        </pc:spChg>
        <pc:spChg chg="mod">
          <ac:chgData name="Antonella Mimmo" userId="25a5e1a7-e321-4627-b0fe-fe85337315d8" providerId="ADAL" clId="{C84AB19C-245E-4B06-B175-1D39AA593259}" dt="2021-01-21T14:42:05.550" v="654" actId="14100"/>
          <ac:spMkLst>
            <pc:docMk/>
            <pc:sldMk cId="2258672156" sldId="350"/>
            <ac:spMk id="45" creationId="{00000000-0000-0000-0000-000000000000}"/>
          </ac:spMkLst>
        </pc:spChg>
        <pc:spChg chg="mod">
          <ac:chgData name="Antonella Mimmo" userId="25a5e1a7-e321-4627-b0fe-fe85337315d8" providerId="ADAL" clId="{C84AB19C-245E-4B06-B175-1D39AA593259}" dt="2021-01-21T14:37:29.833" v="640" actId="20577"/>
          <ac:spMkLst>
            <pc:docMk/>
            <pc:sldMk cId="2258672156" sldId="350"/>
            <ac:spMk id="46" creationId="{00000000-0000-0000-0000-000000000000}"/>
          </ac:spMkLst>
        </pc:spChg>
        <pc:spChg chg="mod">
          <ac:chgData name="Antonella Mimmo" userId="25a5e1a7-e321-4627-b0fe-fe85337315d8" providerId="ADAL" clId="{C84AB19C-245E-4B06-B175-1D39AA593259}" dt="2021-01-21T14:39:56.798" v="648" actId="20577"/>
          <ac:spMkLst>
            <pc:docMk/>
            <pc:sldMk cId="2258672156" sldId="350"/>
            <ac:spMk id="48" creationId="{00000000-0000-0000-0000-000000000000}"/>
          </ac:spMkLst>
        </pc:spChg>
        <pc:spChg chg="mod">
          <ac:chgData name="Antonella Mimmo" userId="25a5e1a7-e321-4627-b0fe-fe85337315d8" providerId="ADAL" clId="{C84AB19C-245E-4B06-B175-1D39AA593259}" dt="2021-01-21T14:40:02.535" v="650" actId="20577"/>
          <ac:spMkLst>
            <pc:docMk/>
            <pc:sldMk cId="2258672156" sldId="350"/>
            <ac:spMk id="50" creationId="{00000000-0000-0000-0000-000000000000}"/>
          </ac:spMkLst>
        </pc:spChg>
        <pc:spChg chg="mod">
          <ac:chgData name="Antonella Mimmo" userId="25a5e1a7-e321-4627-b0fe-fe85337315d8" providerId="ADAL" clId="{C84AB19C-245E-4B06-B175-1D39AA593259}" dt="2021-01-21T14:36:22.709" v="624" actId="20577"/>
          <ac:spMkLst>
            <pc:docMk/>
            <pc:sldMk cId="2258672156" sldId="350"/>
            <ac:spMk id="53" creationId="{00000000-0000-0000-0000-000000000000}"/>
          </ac:spMkLst>
        </pc:spChg>
        <pc:spChg chg="mod">
          <ac:chgData name="Antonella Mimmo" userId="25a5e1a7-e321-4627-b0fe-fe85337315d8" providerId="ADAL" clId="{C84AB19C-245E-4B06-B175-1D39AA593259}" dt="2021-01-21T14:36:48.221" v="632" actId="20577"/>
          <ac:spMkLst>
            <pc:docMk/>
            <pc:sldMk cId="2258672156" sldId="350"/>
            <ac:spMk id="57" creationId="{00000000-0000-0000-0000-000000000000}"/>
          </ac:spMkLst>
        </pc:spChg>
        <pc:spChg chg="mod">
          <ac:chgData name="Antonella Mimmo" userId="25a5e1a7-e321-4627-b0fe-fe85337315d8" providerId="ADAL" clId="{C84AB19C-245E-4B06-B175-1D39AA593259}" dt="2021-01-21T14:36:26.711" v="628" actId="20577"/>
          <ac:spMkLst>
            <pc:docMk/>
            <pc:sldMk cId="2258672156" sldId="350"/>
            <ac:spMk id="60" creationId="{00000000-0000-0000-0000-000000000000}"/>
          </ac:spMkLst>
        </pc:spChg>
        <pc:cxnChg chg="mod">
          <ac:chgData name="Antonella Mimmo" userId="25a5e1a7-e321-4627-b0fe-fe85337315d8" providerId="ADAL" clId="{C84AB19C-245E-4B06-B175-1D39AA593259}" dt="2021-01-21T14:41:57.887" v="653" actId="1076"/>
          <ac:cxnSpMkLst>
            <pc:docMk/>
            <pc:sldMk cId="2258672156" sldId="350"/>
            <ac:cxnSpMk id="39" creationId="{00000000-0000-0000-0000-000000000000}"/>
          </ac:cxnSpMkLst>
        </pc:cxnChg>
      </pc:sldChg>
      <pc:sldChg chg="modSp add modAnim">
        <pc:chgData name="Antonella Mimmo" userId="25a5e1a7-e321-4627-b0fe-fe85337315d8" providerId="ADAL" clId="{C84AB19C-245E-4B06-B175-1D39AA593259}" dt="2021-01-21T13:06:39.261" v="199" actId="20577"/>
        <pc:sldMkLst>
          <pc:docMk/>
          <pc:sldMk cId="3801712406" sldId="377"/>
        </pc:sldMkLst>
        <pc:spChg chg="mod">
          <ac:chgData name="Antonella Mimmo" userId="25a5e1a7-e321-4627-b0fe-fe85337315d8" providerId="ADAL" clId="{C84AB19C-245E-4B06-B175-1D39AA593259}" dt="2021-01-21T13:06:39.261" v="199" actId="20577"/>
          <ac:spMkLst>
            <pc:docMk/>
            <pc:sldMk cId="3801712406" sldId="377"/>
            <ac:spMk id="7" creationId="{00000000-0000-0000-0000-000000000000}"/>
          </ac:spMkLst>
        </pc:spChg>
        <pc:spChg chg="mod">
          <ac:chgData name="Antonella Mimmo" userId="25a5e1a7-e321-4627-b0fe-fe85337315d8" providerId="ADAL" clId="{C84AB19C-245E-4B06-B175-1D39AA593259}" dt="2021-01-21T13:06:20.408" v="195" actId="27636"/>
          <ac:spMkLst>
            <pc:docMk/>
            <pc:sldMk cId="3801712406" sldId="377"/>
            <ac:spMk id="8" creationId="{00000000-0000-0000-0000-000000000000}"/>
          </ac:spMkLst>
        </pc:spChg>
      </pc:sldChg>
      <pc:sldChg chg="modSp add">
        <pc:chgData name="Antonella Mimmo" userId="25a5e1a7-e321-4627-b0fe-fe85337315d8" providerId="ADAL" clId="{C84AB19C-245E-4B06-B175-1D39AA593259}" dt="2021-01-22T08:30:26.861" v="939" actId="14100"/>
        <pc:sldMkLst>
          <pc:docMk/>
          <pc:sldMk cId="568068533" sldId="378"/>
        </pc:sldMkLst>
        <pc:spChg chg="mod">
          <ac:chgData name="Antonella Mimmo" userId="25a5e1a7-e321-4627-b0fe-fe85337315d8" providerId="ADAL" clId="{C84AB19C-245E-4B06-B175-1D39AA593259}" dt="2021-01-22T06:56:28.171" v="832" actId="121"/>
          <ac:spMkLst>
            <pc:docMk/>
            <pc:sldMk cId="568068533" sldId="378"/>
            <ac:spMk id="2" creationId="{49F788D0-AEAF-4DB3-B017-8C79671AA1BC}"/>
          </ac:spMkLst>
        </pc:spChg>
        <pc:spChg chg="mod">
          <ac:chgData name="Antonella Mimmo" userId="25a5e1a7-e321-4627-b0fe-fe85337315d8" providerId="ADAL" clId="{C84AB19C-245E-4B06-B175-1D39AA593259}" dt="2021-01-22T08:30:26.861" v="939" actId="14100"/>
          <ac:spMkLst>
            <pc:docMk/>
            <pc:sldMk cId="568068533" sldId="378"/>
            <ac:spMk id="3" creationId="{9C78EC50-097A-4C0C-90B1-3B0B726B3C4E}"/>
          </ac:spMkLst>
        </pc:spChg>
      </pc:sldChg>
      <pc:sldChg chg="addSp modSp add del">
        <pc:chgData name="Antonella Mimmo" userId="25a5e1a7-e321-4627-b0fe-fe85337315d8" providerId="ADAL" clId="{C84AB19C-245E-4B06-B175-1D39AA593259}" dt="2021-01-22T08:45:38.334" v="979" actId="2696"/>
        <pc:sldMkLst>
          <pc:docMk/>
          <pc:sldMk cId="2590245950" sldId="379"/>
        </pc:sldMkLst>
        <pc:spChg chg="mod">
          <ac:chgData name="Antonella Mimmo" userId="25a5e1a7-e321-4627-b0fe-fe85337315d8" providerId="ADAL" clId="{C84AB19C-245E-4B06-B175-1D39AA593259}" dt="2021-01-22T08:42:52.610" v="950" actId="114"/>
          <ac:spMkLst>
            <pc:docMk/>
            <pc:sldMk cId="2590245950" sldId="379"/>
            <ac:spMk id="2" creationId="{68146CDD-4BC5-4D2B-A59A-4FC411BB872C}"/>
          </ac:spMkLst>
        </pc:spChg>
        <pc:spChg chg="mod">
          <ac:chgData name="Antonella Mimmo" userId="25a5e1a7-e321-4627-b0fe-fe85337315d8" providerId="ADAL" clId="{C84AB19C-245E-4B06-B175-1D39AA593259}" dt="2021-01-22T08:42:55.292" v="951" actId="5793"/>
          <ac:spMkLst>
            <pc:docMk/>
            <pc:sldMk cId="2590245950" sldId="379"/>
            <ac:spMk id="3" creationId="{8FB94C1D-B423-456D-925E-23A46BA767AD}"/>
          </ac:spMkLst>
        </pc:spChg>
        <pc:cxnChg chg="add mod">
          <ac:chgData name="Antonella Mimmo" userId="25a5e1a7-e321-4627-b0fe-fe85337315d8" providerId="ADAL" clId="{C84AB19C-245E-4B06-B175-1D39AA593259}" dt="2021-01-22T08:44:36.832" v="977" actId="692"/>
          <ac:cxnSpMkLst>
            <pc:docMk/>
            <pc:sldMk cId="2590245950" sldId="379"/>
            <ac:cxnSpMk id="6" creationId="{08667294-F101-4962-AA0F-F114DDCC5B00}"/>
          </ac:cxnSpMkLst>
        </pc:cxnChg>
      </pc:sldChg>
      <pc:sldChg chg="addSp delSp modSp add delAnim modAnim addCm">
        <pc:chgData name="Antonella Mimmo" userId="25a5e1a7-e321-4627-b0fe-fe85337315d8" providerId="ADAL" clId="{C84AB19C-245E-4B06-B175-1D39AA593259}" dt="2021-01-22T08:50:15.500" v="1042" actId="207"/>
        <pc:sldMkLst>
          <pc:docMk/>
          <pc:sldMk cId="140264694" sldId="380"/>
        </pc:sldMkLst>
        <pc:spChg chg="mod">
          <ac:chgData name="Antonella Mimmo" userId="25a5e1a7-e321-4627-b0fe-fe85337315d8" providerId="ADAL" clId="{C84AB19C-245E-4B06-B175-1D39AA593259}" dt="2021-01-22T08:45:42.595" v="980" actId="20577"/>
          <ac:spMkLst>
            <pc:docMk/>
            <pc:sldMk cId="140264694" sldId="380"/>
            <ac:spMk id="2" creationId="{00000000-0000-0000-0000-000000000000}"/>
          </ac:spMkLst>
        </pc:spChg>
        <pc:spChg chg="add mod">
          <ac:chgData name="Antonella Mimmo" userId="25a5e1a7-e321-4627-b0fe-fe85337315d8" providerId="ADAL" clId="{C84AB19C-245E-4B06-B175-1D39AA593259}" dt="2021-01-22T08:50:15.500" v="1042" actId="207"/>
          <ac:spMkLst>
            <pc:docMk/>
            <pc:sldMk cId="140264694" sldId="380"/>
            <ac:spMk id="5" creationId="{B1436D21-234E-4EDF-8272-543336AC90E0}"/>
          </ac:spMkLst>
        </pc:spChg>
        <pc:spChg chg="mod">
          <ac:chgData name="Antonella Mimmo" userId="25a5e1a7-e321-4627-b0fe-fe85337315d8" providerId="ADAL" clId="{C84AB19C-245E-4B06-B175-1D39AA593259}" dt="2021-01-22T08:46:00.646" v="986" actId="20577"/>
          <ac:spMkLst>
            <pc:docMk/>
            <pc:sldMk cId="140264694" sldId="380"/>
            <ac:spMk id="15" creationId="{00000000-0000-0000-0000-000000000000}"/>
          </ac:spMkLst>
        </pc:spChg>
        <pc:spChg chg="mod">
          <ac:chgData name="Antonella Mimmo" userId="25a5e1a7-e321-4627-b0fe-fe85337315d8" providerId="ADAL" clId="{C84AB19C-245E-4B06-B175-1D39AA593259}" dt="2021-01-22T08:47:19.649" v="1021" actId="14100"/>
          <ac:spMkLst>
            <pc:docMk/>
            <pc:sldMk cId="140264694" sldId="380"/>
            <ac:spMk id="17" creationId="{00000000-0000-0000-0000-000000000000}"/>
          </ac:spMkLst>
        </pc:spChg>
        <pc:spChg chg="del">
          <ac:chgData name="Antonella Mimmo" userId="25a5e1a7-e321-4627-b0fe-fe85337315d8" providerId="ADAL" clId="{C84AB19C-245E-4B06-B175-1D39AA593259}" dt="2021-01-22T08:47:13.335" v="1020" actId="478"/>
          <ac:spMkLst>
            <pc:docMk/>
            <pc:sldMk cId="140264694" sldId="380"/>
            <ac:spMk id="23" creationId="{00000000-0000-0000-0000-000000000000}"/>
          </ac:spMkLst>
        </pc:spChg>
        <pc:spChg chg="mod">
          <ac:chgData name="Antonella Mimmo" userId="25a5e1a7-e321-4627-b0fe-fe85337315d8" providerId="ADAL" clId="{C84AB19C-245E-4B06-B175-1D39AA593259}" dt="2021-01-22T08:47:43.308" v="1024" actId="14100"/>
          <ac:spMkLst>
            <pc:docMk/>
            <pc:sldMk cId="140264694" sldId="380"/>
            <ac:spMk id="24" creationId="{00000000-0000-0000-0000-000000000000}"/>
          </ac:spMkLst>
        </pc:spChg>
        <pc:spChg chg="mod">
          <ac:chgData name="Antonella Mimmo" userId="25a5e1a7-e321-4627-b0fe-fe85337315d8" providerId="ADAL" clId="{C84AB19C-245E-4B06-B175-1D39AA593259}" dt="2021-01-22T08:47:58.848" v="1028" actId="20577"/>
          <ac:spMkLst>
            <pc:docMk/>
            <pc:sldMk cId="140264694" sldId="380"/>
            <ac:spMk id="25" creationId="{00000000-0000-0000-0000-000000000000}"/>
          </ac:spMkLst>
        </pc:spChg>
        <pc:spChg chg="mod">
          <ac:chgData name="Antonella Mimmo" userId="25a5e1a7-e321-4627-b0fe-fe85337315d8" providerId="ADAL" clId="{C84AB19C-245E-4B06-B175-1D39AA593259}" dt="2021-01-22T08:47:53.366" v="1026" actId="20577"/>
          <ac:spMkLst>
            <pc:docMk/>
            <pc:sldMk cId="140264694" sldId="380"/>
            <ac:spMk id="26" creationId="{00000000-0000-0000-0000-000000000000}"/>
          </ac:spMkLst>
        </pc:spChg>
        <pc:spChg chg="del mod">
          <ac:chgData name="Antonella Mimmo" userId="25a5e1a7-e321-4627-b0fe-fe85337315d8" providerId="ADAL" clId="{C84AB19C-245E-4B06-B175-1D39AA593259}" dt="2021-01-22T08:46:34.914" v="991" actId="478"/>
          <ac:spMkLst>
            <pc:docMk/>
            <pc:sldMk cId="140264694" sldId="380"/>
            <ac:spMk id="28" creationId="{00000000-0000-0000-0000-000000000000}"/>
          </ac:spMkLst>
        </pc:spChg>
        <pc:spChg chg="del mod">
          <ac:chgData name="Antonella Mimmo" userId="25a5e1a7-e321-4627-b0fe-fe85337315d8" providerId="ADAL" clId="{C84AB19C-245E-4B06-B175-1D39AA593259}" dt="2021-01-22T08:46:25.148" v="989" actId="478"/>
          <ac:spMkLst>
            <pc:docMk/>
            <pc:sldMk cId="140264694" sldId="380"/>
            <ac:spMk id="29" creationId="{00000000-0000-0000-0000-000000000000}"/>
          </ac:spMkLst>
        </pc:spChg>
        <pc:spChg chg="del">
          <ac:chgData name="Antonella Mimmo" userId="25a5e1a7-e321-4627-b0fe-fe85337315d8" providerId="ADAL" clId="{C84AB19C-245E-4B06-B175-1D39AA593259}" dt="2021-01-22T08:46:44.962" v="995" actId="478"/>
          <ac:spMkLst>
            <pc:docMk/>
            <pc:sldMk cId="140264694" sldId="380"/>
            <ac:spMk id="30" creationId="{00000000-0000-0000-0000-000000000000}"/>
          </ac:spMkLst>
        </pc:spChg>
        <pc:spChg chg="del mod">
          <ac:chgData name="Antonella Mimmo" userId="25a5e1a7-e321-4627-b0fe-fe85337315d8" providerId="ADAL" clId="{C84AB19C-245E-4B06-B175-1D39AA593259}" dt="2021-01-22T08:46:42.746" v="994" actId="478"/>
          <ac:spMkLst>
            <pc:docMk/>
            <pc:sldMk cId="140264694" sldId="380"/>
            <ac:spMk id="44" creationId="{00000000-0000-0000-0000-000000000000}"/>
          </ac:spMkLst>
        </pc:spChg>
        <pc:cxnChg chg="del">
          <ac:chgData name="Antonella Mimmo" userId="25a5e1a7-e321-4627-b0fe-fe85337315d8" providerId="ADAL" clId="{C84AB19C-245E-4B06-B175-1D39AA593259}" dt="2021-01-22T08:46:19.215" v="987" actId="478"/>
          <ac:cxnSpMkLst>
            <pc:docMk/>
            <pc:sldMk cId="140264694" sldId="380"/>
            <ac:cxnSpMk id="31" creationId="{00000000-0000-0000-0000-000000000000}"/>
          </ac:cxnSpMkLst>
        </pc:cxnChg>
        <pc:cxnChg chg="del">
          <ac:chgData name="Antonella Mimmo" userId="25a5e1a7-e321-4627-b0fe-fe85337315d8" providerId="ADAL" clId="{C84AB19C-245E-4B06-B175-1D39AA593259}" dt="2021-01-22T08:46:37.920" v="992" actId="478"/>
          <ac:cxnSpMkLst>
            <pc:docMk/>
            <pc:sldMk cId="140264694" sldId="380"/>
            <ac:cxnSpMk id="32" creationId="{00000000-0000-0000-0000-000000000000}"/>
          </ac:cxnSpMkLst>
        </pc:cxnChg>
        <pc:cxnChg chg="mod">
          <ac:chgData name="Antonella Mimmo" userId="25a5e1a7-e321-4627-b0fe-fe85337315d8" providerId="ADAL" clId="{C84AB19C-245E-4B06-B175-1D39AA593259}" dt="2021-01-22T08:47:31.394" v="1022" actId="1076"/>
          <ac:cxnSpMkLst>
            <pc:docMk/>
            <pc:sldMk cId="140264694" sldId="380"/>
            <ac:cxnSpMk id="35" creationId="{00000000-0000-0000-0000-000000000000}"/>
          </ac:cxnSpMkLst>
        </pc:cxnChg>
      </pc:sldChg>
      <pc:sldChg chg="modSp">
        <pc:chgData name="Antonella Mimmo" userId="25a5e1a7-e321-4627-b0fe-fe85337315d8" providerId="ADAL" clId="{C84AB19C-245E-4B06-B175-1D39AA593259}" dt="2021-01-22T08:51:55.490" v="1063" actId="1076"/>
        <pc:sldMkLst>
          <pc:docMk/>
          <pc:sldMk cId="3283708315" sldId="381"/>
        </pc:sldMkLst>
        <pc:spChg chg="mod">
          <ac:chgData name="Antonella Mimmo" userId="25a5e1a7-e321-4627-b0fe-fe85337315d8" providerId="ADAL" clId="{C84AB19C-245E-4B06-B175-1D39AA593259}" dt="2021-01-22T08:51:35.404" v="1060" actId="20577"/>
          <ac:spMkLst>
            <pc:docMk/>
            <pc:sldMk cId="3283708315" sldId="381"/>
            <ac:spMk id="5" creationId="{B1436D21-234E-4EDF-8272-543336AC90E0}"/>
          </ac:spMkLst>
        </pc:spChg>
        <pc:spChg chg="mod">
          <ac:chgData name="Antonella Mimmo" userId="25a5e1a7-e321-4627-b0fe-fe85337315d8" providerId="ADAL" clId="{C84AB19C-245E-4B06-B175-1D39AA593259}" dt="2021-01-22T08:51:11.127" v="1044" actId="20577"/>
          <ac:spMkLst>
            <pc:docMk/>
            <pc:sldMk cId="3283708315" sldId="381"/>
            <ac:spMk id="15" creationId="{00000000-0000-0000-0000-000000000000}"/>
          </ac:spMkLst>
        </pc:spChg>
        <pc:spChg chg="mod">
          <ac:chgData name="Antonella Mimmo" userId="25a5e1a7-e321-4627-b0fe-fe85337315d8" providerId="ADAL" clId="{C84AB19C-245E-4B06-B175-1D39AA593259}" dt="2021-01-22T08:51:55.490" v="1063" actId="1076"/>
          <ac:spMkLst>
            <pc:docMk/>
            <pc:sldMk cId="3283708315" sldId="381"/>
            <ac:spMk id="24" creationId="{00000000-0000-0000-0000-000000000000}"/>
          </ac:spMkLst>
        </pc:spChg>
        <pc:spChg chg="mod">
          <ac:chgData name="Antonella Mimmo" userId="25a5e1a7-e321-4627-b0fe-fe85337315d8" providerId="ADAL" clId="{C84AB19C-245E-4B06-B175-1D39AA593259}" dt="2021-01-22T08:51:21.650" v="1048" actId="20577"/>
          <ac:spMkLst>
            <pc:docMk/>
            <pc:sldMk cId="3283708315" sldId="381"/>
            <ac:spMk id="25" creationId="{00000000-0000-0000-0000-000000000000}"/>
          </ac:spMkLst>
        </pc:spChg>
        <pc:spChg chg="mod">
          <ac:chgData name="Antonella Mimmo" userId="25a5e1a7-e321-4627-b0fe-fe85337315d8" providerId="ADAL" clId="{C84AB19C-245E-4B06-B175-1D39AA593259}" dt="2021-01-22T08:51:17.286" v="1046" actId="20577"/>
          <ac:spMkLst>
            <pc:docMk/>
            <pc:sldMk cId="3283708315" sldId="381"/>
            <ac:spMk id="26" creationId="{00000000-0000-0000-0000-000000000000}"/>
          </ac:spMkLst>
        </pc:spChg>
        <pc:cxnChg chg="mod">
          <ac:chgData name="Antonella Mimmo" userId="25a5e1a7-e321-4627-b0fe-fe85337315d8" providerId="ADAL" clId="{C84AB19C-245E-4B06-B175-1D39AA593259}" dt="2021-01-22T08:51:40.495" v="1061" actId="1076"/>
          <ac:cxnSpMkLst>
            <pc:docMk/>
            <pc:sldMk cId="3283708315" sldId="381"/>
            <ac:cxnSpMk id="35" creationId="{00000000-0000-0000-0000-000000000000}"/>
          </ac:cxnSpMkLst>
        </pc:cxnChg>
      </pc:sldChg>
      <pc:sldChg chg="add del">
        <pc:chgData name="Antonella Mimmo" userId="25a5e1a7-e321-4627-b0fe-fe85337315d8" providerId="ADAL" clId="{C84AB19C-245E-4B06-B175-1D39AA593259}" dt="2021-01-22T10:08:46.804" v="1163" actId="2696"/>
        <pc:sldMkLst>
          <pc:docMk/>
          <pc:sldMk cId="1299984803" sldId="382"/>
        </pc:sldMkLst>
      </pc:sldChg>
      <pc:sldChg chg="addSp delSp modSp add delAnim modAnim">
        <pc:chgData name="Antonella Mimmo" userId="25a5e1a7-e321-4627-b0fe-fe85337315d8" providerId="ADAL" clId="{C84AB19C-245E-4B06-B175-1D39AA593259}" dt="2021-01-22T10:16:19.110" v="1295" actId="20577"/>
        <pc:sldMkLst>
          <pc:docMk/>
          <pc:sldMk cId="3643631256" sldId="383"/>
        </pc:sldMkLst>
        <pc:spChg chg="mod">
          <ac:chgData name="Antonella Mimmo" userId="25a5e1a7-e321-4627-b0fe-fe85337315d8" providerId="ADAL" clId="{C84AB19C-245E-4B06-B175-1D39AA593259}" dt="2021-01-22T10:16:19.110" v="1295" actId="20577"/>
          <ac:spMkLst>
            <pc:docMk/>
            <pc:sldMk cId="3643631256" sldId="383"/>
            <ac:spMk id="2" creationId="{00000000-0000-0000-0000-000000000000}"/>
          </ac:spMkLst>
        </pc:spChg>
        <pc:spChg chg="mod">
          <ac:chgData name="Antonella Mimmo" userId="25a5e1a7-e321-4627-b0fe-fe85337315d8" providerId="ADAL" clId="{C84AB19C-245E-4B06-B175-1D39AA593259}" dt="2021-01-22T10:09:45.961" v="1173" actId="20577"/>
          <ac:spMkLst>
            <pc:docMk/>
            <pc:sldMk cId="3643631256" sldId="383"/>
            <ac:spMk id="15" creationId="{00000000-0000-0000-0000-000000000000}"/>
          </ac:spMkLst>
        </pc:spChg>
        <pc:spChg chg="mod">
          <ac:chgData name="Antonella Mimmo" userId="25a5e1a7-e321-4627-b0fe-fe85337315d8" providerId="ADAL" clId="{C84AB19C-245E-4B06-B175-1D39AA593259}" dt="2021-01-22T10:13:06.434" v="1265" actId="14100"/>
          <ac:spMkLst>
            <pc:docMk/>
            <pc:sldMk cId="3643631256" sldId="383"/>
            <ac:spMk id="17" creationId="{00000000-0000-0000-0000-000000000000}"/>
          </ac:spMkLst>
        </pc:spChg>
        <pc:spChg chg="mod">
          <ac:chgData name="Antonella Mimmo" userId="25a5e1a7-e321-4627-b0fe-fe85337315d8" providerId="ADAL" clId="{C84AB19C-245E-4B06-B175-1D39AA593259}" dt="2021-01-22T10:11:30.073" v="1212" actId="14100"/>
          <ac:spMkLst>
            <pc:docMk/>
            <pc:sldMk cId="3643631256" sldId="383"/>
            <ac:spMk id="23" creationId="{00000000-0000-0000-0000-000000000000}"/>
          </ac:spMkLst>
        </pc:spChg>
        <pc:spChg chg="mod">
          <ac:chgData name="Antonella Mimmo" userId="25a5e1a7-e321-4627-b0fe-fe85337315d8" providerId="ADAL" clId="{C84AB19C-245E-4B06-B175-1D39AA593259}" dt="2021-01-22T10:12:00.451" v="1214" actId="14100"/>
          <ac:spMkLst>
            <pc:docMk/>
            <pc:sldMk cId="3643631256" sldId="383"/>
            <ac:spMk id="24" creationId="{00000000-0000-0000-0000-000000000000}"/>
          </ac:spMkLst>
        </pc:spChg>
        <pc:spChg chg="mod">
          <ac:chgData name="Antonella Mimmo" userId="25a5e1a7-e321-4627-b0fe-fe85337315d8" providerId="ADAL" clId="{C84AB19C-245E-4B06-B175-1D39AA593259}" dt="2021-01-22T10:12:30.118" v="1246" actId="20577"/>
          <ac:spMkLst>
            <pc:docMk/>
            <pc:sldMk cId="3643631256" sldId="383"/>
            <ac:spMk id="25" creationId="{00000000-0000-0000-0000-000000000000}"/>
          </ac:spMkLst>
        </pc:spChg>
        <pc:spChg chg="mod">
          <ac:chgData name="Antonella Mimmo" userId="25a5e1a7-e321-4627-b0fe-fe85337315d8" providerId="ADAL" clId="{C84AB19C-245E-4B06-B175-1D39AA593259}" dt="2021-01-22T10:12:17.117" v="1222" actId="20577"/>
          <ac:spMkLst>
            <pc:docMk/>
            <pc:sldMk cId="3643631256" sldId="383"/>
            <ac:spMk id="26" creationId="{00000000-0000-0000-0000-000000000000}"/>
          </ac:spMkLst>
        </pc:spChg>
        <pc:spChg chg="mod">
          <ac:chgData name="Antonella Mimmo" userId="25a5e1a7-e321-4627-b0fe-fe85337315d8" providerId="ADAL" clId="{C84AB19C-245E-4B06-B175-1D39AA593259}" dt="2021-01-22T10:10:47.688" v="1200" actId="20577"/>
          <ac:spMkLst>
            <pc:docMk/>
            <pc:sldMk cId="3643631256" sldId="383"/>
            <ac:spMk id="28" creationId="{00000000-0000-0000-0000-000000000000}"/>
          </ac:spMkLst>
        </pc:spChg>
        <pc:spChg chg="mod">
          <ac:chgData name="Antonella Mimmo" userId="25a5e1a7-e321-4627-b0fe-fe85337315d8" providerId="ADAL" clId="{C84AB19C-245E-4B06-B175-1D39AA593259}" dt="2021-01-22T10:10:28.540" v="1181" actId="20577"/>
          <ac:spMkLst>
            <pc:docMk/>
            <pc:sldMk cId="3643631256" sldId="383"/>
            <ac:spMk id="29" creationId="{00000000-0000-0000-0000-000000000000}"/>
          </ac:spMkLst>
        </pc:spChg>
        <pc:spChg chg="del">
          <ac:chgData name="Antonella Mimmo" userId="25a5e1a7-e321-4627-b0fe-fe85337315d8" providerId="ADAL" clId="{C84AB19C-245E-4B06-B175-1D39AA593259}" dt="2021-01-22T10:13:15.518" v="1267" actId="478"/>
          <ac:spMkLst>
            <pc:docMk/>
            <pc:sldMk cId="3643631256" sldId="383"/>
            <ac:spMk id="31" creationId="{00000000-0000-0000-0000-000000000000}"/>
          </ac:spMkLst>
        </pc:spChg>
        <pc:spChg chg="del">
          <ac:chgData name="Antonella Mimmo" userId="25a5e1a7-e321-4627-b0fe-fe85337315d8" providerId="ADAL" clId="{C84AB19C-245E-4B06-B175-1D39AA593259}" dt="2021-01-22T10:13:20.639" v="1268" actId="478"/>
          <ac:spMkLst>
            <pc:docMk/>
            <pc:sldMk cId="3643631256" sldId="383"/>
            <ac:spMk id="34" creationId="{00000000-0000-0000-0000-000000000000}"/>
          </ac:spMkLst>
        </pc:spChg>
        <pc:spChg chg="del">
          <ac:chgData name="Antonella Mimmo" userId="25a5e1a7-e321-4627-b0fe-fe85337315d8" providerId="ADAL" clId="{C84AB19C-245E-4B06-B175-1D39AA593259}" dt="2021-01-22T10:13:23.432" v="1269" actId="478"/>
          <ac:spMkLst>
            <pc:docMk/>
            <pc:sldMk cId="3643631256" sldId="383"/>
            <ac:spMk id="35" creationId="{00000000-0000-0000-0000-000000000000}"/>
          </ac:spMkLst>
        </pc:spChg>
        <pc:spChg chg="del">
          <ac:chgData name="Antonella Mimmo" userId="25a5e1a7-e321-4627-b0fe-fe85337315d8" providerId="ADAL" clId="{C84AB19C-245E-4B06-B175-1D39AA593259}" dt="2021-01-22T10:13:28.374" v="1270" actId="478"/>
          <ac:spMkLst>
            <pc:docMk/>
            <pc:sldMk cId="3643631256" sldId="383"/>
            <ac:spMk id="41" creationId="{00000000-0000-0000-0000-000000000000}"/>
          </ac:spMkLst>
        </pc:spChg>
        <pc:spChg chg="mod">
          <ac:chgData name="Antonella Mimmo" userId="25a5e1a7-e321-4627-b0fe-fe85337315d8" providerId="ADAL" clId="{C84AB19C-245E-4B06-B175-1D39AA593259}" dt="2021-01-22T10:10:01.019" v="1174" actId="14100"/>
          <ac:spMkLst>
            <pc:docMk/>
            <pc:sldMk cId="3643631256" sldId="383"/>
            <ac:spMk id="44" creationId="{00000000-0000-0000-0000-000000000000}"/>
          </ac:spMkLst>
        </pc:spChg>
        <pc:spChg chg="mod">
          <ac:chgData name="Antonella Mimmo" userId="25a5e1a7-e321-4627-b0fe-fe85337315d8" providerId="ADAL" clId="{C84AB19C-245E-4B06-B175-1D39AA593259}" dt="2021-01-22T10:10:08.178" v="1176" actId="14100"/>
          <ac:spMkLst>
            <pc:docMk/>
            <pc:sldMk cId="3643631256" sldId="383"/>
            <ac:spMk id="53" creationId="{00000000-0000-0000-0000-000000000000}"/>
          </ac:spMkLst>
        </pc:spChg>
        <pc:picChg chg="add mod">
          <ac:chgData name="Antonella Mimmo" userId="25a5e1a7-e321-4627-b0fe-fe85337315d8" providerId="ADAL" clId="{C84AB19C-245E-4B06-B175-1D39AA593259}" dt="2021-01-22T10:14:53.873" v="1272" actId="1076"/>
          <ac:picMkLst>
            <pc:docMk/>
            <pc:sldMk cId="3643631256" sldId="383"/>
            <ac:picMk id="5" creationId="{D2E693DE-2097-4F46-85A7-D26112059058}"/>
          </ac:picMkLst>
        </pc:picChg>
        <pc:cxnChg chg="mod">
          <ac:chgData name="Antonella Mimmo" userId="25a5e1a7-e321-4627-b0fe-fe85337315d8" providerId="ADAL" clId="{C84AB19C-245E-4B06-B175-1D39AA593259}" dt="2021-01-22T10:15:21.746" v="1274" actId="1076"/>
          <ac:cxnSpMkLst>
            <pc:docMk/>
            <pc:sldMk cId="3643631256" sldId="383"/>
            <ac:cxnSpMk id="6" creationId="{00000000-0000-0000-0000-000000000000}"/>
          </ac:cxnSpMkLst>
        </pc:cxnChg>
        <pc:cxnChg chg="mod">
          <ac:chgData name="Antonella Mimmo" userId="25a5e1a7-e321-4627-b0fe-fe85337315d8" providerId="ADAL" clId="{C84AB19C-245E-4B06-B175-1D39AA593259}" dt="2021-01-22T10:10:04.213" v="1175" actId="1076"/>
          <ac:cxnSpMkLst>
            <pc:docMk/>
            <pc:sldMk cId="3643631256" sldId="383"/>
            <ac:cxnSpMk id="32" creationId="{00000000-0000-0000-0000-000000000000}"/>
          </ac:cxnSpMkLst>
        </pc:cxnChg>
        <pc:cxnChg chg="mod">
          <ac:chgData name="Antonella Mimmo" userId="25a5e1a7-e321-4627-b0fe-fe85337315d8" providerId="ADAL" clId="{C84AB19C-245E-4B06-B175-1D39AA593259}" dt="2021-01-22T10:12:04.908" v="1215" actId="1076"/>
          <ac:cxnSpMkLst>
            <pc:docMk/>
            <pc:sldMk cId="3643631256" sldId="383"/>
            <ac:cxnSpMk id="43" creationId="{00000000-0000-0000-0000-000000000000}"/>
          </ac:cxnSpMkLst>
        </pc:cxnChg>
        <pc:cxnChg chg="del">
          <ac:chgData name="Antonella Mimmo" userId="25a5e1a7-e321-4627-b0fe-fe85337315d8" providerId="ADAL" clId="{C84AB19C-245E-4B06-B175-1D39AA593259}" dt="2021-01-22T10:13:13.515" v="1266" actId="478"/>
          <ac:cxnSpMkLst>
            <pc:docMk/>
            <pc:sldMk cId="3643631256" sldId="383"/>
            <ac:cxnSpMk id="52" creationId="{00000000-0000-0000-0000-000000000000}"/>
          </ac:cxnSpMkLst>
        </pc:cxnChg>
      </pc:sldChg>
    </pc:docChg>
  </pc:docChgLst>
  <pc:docChgLst>
    <pc:chgData name="Laurent Corso" userId="0219eb03-2eeb-46d4-b992-439547476408" providerId="ADAL" clId="{B668467D-9C92-469F-933B-DC80010A5D17}"/>
    <pc:docChg chg="custSel delSld modSld">
      <pc:chgData name="Laurent Corso" userId="0219eb03-2eeb-46d4-b992-439547476408" providerId="ADAL" clId="{B668467D-9C92-469F-933B-DC80010A5D17}" dt="2021-08-12T08:30:02.704" v="151" actId="2696"/>
      <pc:docMkLst>
        <pc:docMk/>
      </pc:docMkLst>
      <pc:sldChg chg="modSp del">
        <pc:chgData name="Laurent Corso" userId="0219eb03-2eeb-46d4-b992-439547476408" providerId="ADAL" clId="{B668467D-9C92-469F-933B-DC80010A5D17}" dt="2021-08-11T07:31:40.534" v="65" actId="2696"/>
        <pc:sldMkLst>
          <pc:docMk/>
          <pc:sldMk cId="2225808915" sldId="321"/>
        </pc:sldMkLst>
        <pc:spChg chg="mod">
          <ac:chgData name="Laurent Corso" userId="0219eb03-2eeb-46d4-b992-439547476408" providerId="ADAL" clId="{B668467D-9C92-469F-933B-DC80010A5D17}" dt="2021-08-11T07:30:59.724" v="64" actId="20577"/>
          <ac:spMkLst>
            <pc:docMk/>
            <pc:sldMk cId="2225808915" sldId="321"/>
            <ac:spMk id="15" creationId="{00000000-0000-0000-0000-000000000000}"/>
          </ac:spMkLst>
        </pc:spChg>
      </pc:sldChg>
      <pc:sldChg chg="modSp del modTransition">
        <pc:chgData name="Laurent Corso" userId="0219eb03-2eeb-46d4-b992-439547476408" providerId="ADAL" clId="{B668467D-9C92-469F-933B-DC80010A5D17}" dt="2021-08-11T11:33:07.848" v="112" actId="2696"/>
        <pc:sldMkLst>
          <pc:docMk/>
          <pc:sldMk cId="4068906117" sldId="322"/>
        </pc:sldMkLst>
        <pc:spChg chg="mod">
          <ac:chgData name="Laurent Corso" userId="0219eb03-2eeb-46d4-b992-439547476408" providerId="ADAL" clId="{B668467D-9C92-469F-933B-DC80010A5D17}" dt="2021-08-11T07:21:38.951" v="5" actId="6549"/>
          <ac:spMkLst>
            <pc:docMk/>
            <pc:sldMk cId="4068906117" sldId="322"/>
            <ac:spMk id="3" creationId="{00000000-0000-0000-0000-000000000000}"/>
          </ac:spMkLst>
        </pc:spChg>
      </pc:sldChg>
      <pc:sldChg chg="modTransition modAnim">
        <pc:chgData name="Laurent Corso" userId="0219eb03-2eeb-46d4-b992-439547476408" providerId="ADAL" clId="{B668467D-9C92-469F-933B-DC80010A5D17}" dt="2021-08-11T11:35:34.504" v="129"/>
        <pc:sldMkLst>
          <pc:docMk/>
          <pc:sldMk cId="1958503161" sldId="323"/>
        </pc:sldMkLst>
      </pc:sldChg>
      <pc:sldChg chg="modTransition modAnim">
        <pc:chgData name="Laurent Corso" userId="0219eb03-2eeb-46d4-b992-439547476408" providerId="ADAL" clId="{B668467D-9C92-469F-933B-DC80010A5D17}" dt="2021-08-11T11:35:30.995" v="128"/>
        <pc:sldMkLst>
          <pc:docMk/>
          <pc:sldMk cId="1655033069" sldId="324"/>
        </pc:sldMkLst>
      </pc:sldChg>
      <pc:sldChg chg="modSp modTransition">
        <pc:chgData name="Laurent Corso" userId="0219eb03-2eeb-46d4-b992-439547476408" providerId="ADAL" clId="{B668467D-9C92-469F-933B-DC80010A5D17}" dt="2021-08-11T11:42:21.859" v="137" actId="20577"/>
        <pc:sldMkLst>
          <pc:docMk/>
          <pc:sldMk cId="737410498" sldId="327"/>
        </pc:sldMkLst>
        <pc:spChg chg="mod">
          <ac:chgData name="Laurent Corso" userId="0219eb03-2eeb-46d4-b992-439547476408" providerId="ADAL" clId="{B668467D-9C92-469F-933B-DC80010A5D17}" dt="2021-08-11T11:42:21.859" v="137" actId="20577"/>
          <ac:spMkLst>
            <pc:docMk/>
            <pc:sldMk cId="737410498" sldId="327"/>
            <ac:spMk id="3" creationId="{00000000-0000-0000-0000-000000000000}"/>
          </ac:spMkLst>
        </pc:spChg>
      </pc:sldChg>
      <pc:sldChg chg="del">
        <pc:chgData name="Laurent Corso" userId="0219eb03-2eeb-46d4-b992-439547476408" providerId="ADAL" clId="{B668467D-9C92-469F-933B-DC80010A5D17}" dt="2021-08-11T08:16:14.724" v="80" actId="2696"/>
        <pc:sldMkLst>
          <pc:docMk/>
          <pc:sldMk cId="1504718329" sldId="328"/>
        </pc:sldMkLst>
      </pc:sldChg>
      <pc:sldChg chg="modTransition">
        <pc:chgData name="Laurent Corso" userId="0219eb03-2eeb-46d4-b992-439547476408" providerId="ADAL" clId="{B668467D-9C92-469F-933B-DC80010A5D17}" dt="2021-08-11T08:16:20.756" v="81"/>
        <pc:sldMkLst>
          <pc:docMk/>
          <pc:sldMk cId="878171477" sldId="329"/>
        </pc:sldMkLst>
      </pc:sldChg>
      <pc:sldChg chg="modTransition">
        <pc:chgData name="Laurent Corso" userId="0219eb03-2eeb-46d4-b992-439547476408" providerId="ADAL" clId="{B668467D-9C92-469F-933B-DC80010A5D17}" dt="2021-08-11T08:16:20.756" v="81"/>
        <pc:sldMkLst>
          <pc:docMk/>
          <pc:sldMk cId="191330706" sldId="330"/>
        </pc:sldMkLst>
      </pc:sldChg>
      <pc:sldChg chg="modTransition">
        <pc:chgData name="Laurent Corso" userId="0219eb03-2eeb-46d4-b992-439547476408" providerId="ADAL" clId="{B668467D-9C92-469F-933B-DC80010A5D17}" dt="2021-08-11T08:16:20.756" v="81"/>
        <pc:sldMkLst>
          <pc:docMk/>
          <pc:sldMk cId="612950257" sldId="331"/>
        </pc:sldMkLst>
      </pc:sldChg>
      <pc:sldChg chg="modTransition modAnim">
        <pc:chgData name="Laurent Corso" userId="0219eb03-2eeb-46d4-b992-439547476408" providerId="ADAL" clId="{B668467D-9C92-469F-933B-DC80010A5D17}" dt="2021-08-11T11:35:01.318" v="123"/>
        <pc:sldMkLst>
          <pc:docMk/>
          <pc:sldMk cId="668101615" sldId="333"/>
        </pc:sldMkLst>
      </pc:sldChg>
      <pc:sldChg chg="del modTransition">
        <pc:chgData name="Laurent Corso" userId="0219eb03-2eeb-46d4-b992-439547476408" providerId="ADAL" clId="{B668467D-9C92-469F-933B-DC80010A5D17}" dt="2021-08-11T09:31:22.299" v="84" actId="2696"/>
        <pc:sldMkLst>
          <pc:docMk/>
          <pc:sldMk cId="796124993" sldId="340"/>
        </pc:sldMkLst>
      </pc:sldChg>
      <pc:sldChg chg="del modTransition">
        <pc:chgData name="Laurent Corso" userId="0219eb03-2eeb-46d4-b992-439547476408" providerId="ADAL" clId="{B668467D-9C92-469F-933B-DC80010A5D17}" dt="2021-08-11T09:31:29.359" v="85" actId="2696"/>
        <pc:sldMkLst>
          <pc:docMk/>
          <pc:sldMk cId="3229576349" sldId="341"/>
        </pc:sldMkLst>
      </pc:sldChg>
      <pc:sldChg chg="modTransition modAnim">
        <pc:chgData name="Laurent Corso" userId="0219eb03-2eeb-46d4-b992-439547476408" providerId="ADAL" clId="{B668467D-9C92-469F-933B-DC80010A5D17}" dt="2021-08-11T11:34:26.832" v="120"/>
        <pc:sldMkLst>
          <pc:docMk/>
          <pc:sldMk cId="3864431793" sldId="343"/>
        </pc:sldMkLst>
      </pc:sldChg>
      <pc:sldChg chg="del modTransition">
        <pc:chgData name="Laurent Corso" userId="0219eb03-2eeb-46d4-b992-439547476408" providerId="ADAL" clId="{B668467D-9C92-469F-933B-DC80010A5D17}" dt="2021-08-11T11:25:02.374" v="111" actId="2696"/>
        <pc:sldMkLst>
          <pc:docMk/>
          <pc:sldMk cId="1505535742" sldId="344"/>
        </pc:sldMkLst>
      </pc:sldChg>
      <pc:sldChg chg="del modTransition">
        <pc:chgData name="Laurent Corso" userId="0219eb03-2eeb-46d4-b992-439547476408" providerId="ADAL" clId="{B668467D-9C92-469F-933B-DC80010A5D17}" dt="2021-08-11T11:25:02.374" v="110" actId="2696"/>
        <pc:sldMkLst>
          <pc:docMk/>
          <pc:sldMk cId="2724293164" sldId="345"/>
        </pc:sldMkLst>
      </pc:sldChg>
      <pc:sldChg chg="del modTransition modAnim">
        <pc:chgData name="Laurent Corso" userId="0219eb03-2eeb-46d4-b992-439547476408" providerId="ADAL" clId="{B668467D-9C92-469F-933B-DC80010A5D17}" dt="2021-08-11T12:47:53.741" v="143" actId="2696"/>
        <pc:sldMkLst>
          <pc:docMk/>
          <pc:sldMk cId="1922061446" sldId="347"/>
        </pc:sldMkLst>
      </pc:sldChg>
      <pc:sldChg chg="modTransition modAnim">
        <pc:chgData name="Laurent Corso" userId="0219eb03-2eeb-46d4-b992-439547476408" providerId="ADAL" clId="{B668467D-9C92-469F-933B-DC80010A5D17}" dt="2021-08-11T11:34:07.625" v="115"/>
        <pc:sldMkLst>
          <pc:docMk/>
          <pc:sldMk cId="3065308102" sldId="348"/>
        </pc:sldMkLst>
      </pc:sldChg>
      <pc:sldChg chg="modTransition modAnim">
        <pc:chgData name="Laurent Corso" userId="0219eb03-2eeb-46d4-b992-439547476408" providerId="ADAL" clId="{B668467D-9C92-469F-933B-DC80010A5D17}" dt="2021-08-11T11:34:04.274" v="114"/>
        <pc:sldMkLst>
          <pc:docMk/>
          <pc:sldMk cId="1800134925" sldId="349"/>
        </pc:sldMkLst>
      </pc:sldChg>
      <pc:sldChg chg="del modTransition">
        <pc:chgData name="Laurent Corso" userId="0219eb03-2eeb-46d4-b992-439547476408" providerId="ADAL" clId="{B668467D-9C92-469F-933B-DC80010A5D17}" dt="2021-08-11T11:25:02.359" v="109" actId="2696"/>
        <pc:sldMkLst>
          <pc:docMk/>
          <pc:sldMk cId="2258672156" sldId="350"/>
        </pc:sldMkLst>
      </pc:sldChg>
      <pc:sldChg chg="del modTransition modAnim">
        <pc:chgData name="Laurent Corso" userId="0219eb03-2eeb-46d4-b992-439547476408" providerId="ADAL" clId="{B668467D-9C92-469F-933B-DC80010A5D17}" dt="2021-08-11T11:43:58.246" v="138" actId="2696"/>
        <pc:sldMkLst>
          <pc:docMk/>
          <pc:sldMk cId="3801712406" sldId="377"/>
        </pc:sldMkLst>
      </pc:sldChg>
      <pc:sldChg chg="modSp del modTransition">
        <pc:chgData name="Laurent Corso" userId="0219eb03-2eeb-46d4-b992-439547476408" providerId="ADAL" clId="{B668467D-9C92-469F-933B-DC80010A5D17}" dt="2021-08-11T11:36:17.163" v="130" actId="2696"/>
        <pc:sldMkLst>
          <pc:docMk/>
          <pc:sldMk cId="568068533" sldId="378"/>
        </pc:sldMkLst>
        <pc:spChg chg="mod">
          <ac:chgData name="Laurent Corso" userId="0219eb03-2eeb-46d4-b992-439547476408" providerId="ADAL" clId="{B668467D-9C92-469F-933B-DC80010A5D17}" dt="2021-08-11T11:35:24.064" v="127" actId="20577"/>
          <ac:spMkLst>
            <pc:docMk/>
            <pc:sldMk cId="568068533" sldId="378"/>
            <ac:spMk id="3" creationId="{9C78EC50-097A-4C0C-90B1-3B0B726B3C4E}"/>
          </ac:spMkLst>
        </pc:spChg>
      </pc:sldChg>
      <pc:sldChg chg="del">
        <pc:chgData name="Laurent Corso" userId="0219eb03-2eeb-46d4-b992-439547476408" providerId="ADAL" clId="{B668467D-9C92-469F-933B-DC80010A5D17}" dt="2021-08-11T07:43:07.262" v="66" actId="2696"/>
        <pc:sldMkLst>
          <pc:docMk/>
          <pc:sldMk cId="140264694" sldId="380"/>
        </pc:sldMkLst>
      </pc:sldChg>
      <pc:sldChg chg="del">
        <pc:chgData name="Laurent Corso" userId="0219eb03-2eeb-46d4-b992-439547476408" providerId="ADAL" clId="{B668467D-9C92-469F-933B-DC80010A5D17}" dt="2021-08-11T07:43:18.695" v="67" actId="2696"/>
        <pc:sldMkLst>
          <pc:docMk/>
          <pc:sldMk cId="3283708315" sldId="381"/>
        </pc:sldMkLst>
      </pc:sldChg>
      <pc:sldChg chg="del">
        <pc:chgData name="Laurent Corso" userId="0219eb03-2eeb-46d4-b992-439547476408" providerId="ADAL" clId="{B668467D-9C92-469F-933B-DC80010A5D17}" dt="2021-08-11T07:46:45.045" v="68" actId="2696"/>
        <pc:sldMkLst>
          <pc:docMk/>
          <pc:sldMk cId="643981573" sldId="382"/>
        </pc:sldMkLst>
      </pc:sldChg>
      <pc:sldChg chg="addSp delSp modSp del modTransition delAnim">
        <pc:chgData name="Laurent Corso" userId="0219eb03-2eeb-46d4-b992-439547476408" providerId="ADAL" clId="{B668467D-9C92-469F-933B-DC80010A5D17}" dt="2021-08-11T08:16:20.756" v="81"/>
        <pc:sldMkLst>
          <pc:docMk/>
          <pc:sldMk cId="2413152550" sldId="382"/>
        </pc:sldMkLst>
        <pc:spChg chg="del">
          <ac:chgData name="Laurent Corso" userId="0219eb03-2eeb-46d4-b992-439547476408" providerId="ADAL" clId="{B668467D-9C92-469F-933B-DC80010A5D17}" dt="2021-08-11T08:12:12.743" v="70" actId="478"/>
          <ac:spMkLst>
            <pc:docMk/>
            <pc:sldMk cId="2413152550" sldId="382"/>
            <ac:spMk id="3" creationId="{00000000-0000-0000-0000-000000000000}"/>
          </ac:spMkLst>
        </pc:spChg>
        <pc:spChg chg="add del mod">
          <ac:chgData name="Laurent Corso" userId="0219eb03-2eeb-46d4-b992-439547476408" providerId="ADAL" clId="{B668467D-9C92-469F-933B-DC80010A5D17}" dt="2021-08-11T08:12:17.195" v="71" actId="478"/>
          <ac:spMkLst>
            <pc:docMk/>
            <pc:sldMk cId="2413152550" sldId="382"/>
            <ac:spMk id="7" creationId="{D18846E9-D4D5-48DA-B807-A2317D7DBF77}"/>
          </ac:spMkLst>
        </pc:spChg>
        <pc:spChg chg="del">
          <ac:chgData name="Laurent Corso" userId="0219eb03-2eeb-46d4-b992-439547476408" providerId="ADAL" clId="{B668467D-9C92-469F-933B-DC80010A5D17}" dt="2021-08-11T08:13:03.843" v="74" actId="478"/>
          <ac:spMkLst>
            <pc:docMk/>
            <pc:sldMk cId="2413152550" sldId="382"/>
            <ac:spMk id="15" creationId="{00000000-0000-0000-0000-000000000000}"/>
          </ac:spMkLst>
        </pc:spChg>
        <pc:spChg chg="del">
          <ac:chgData name="Laurent Corso" userId="0219eb03-2eeb-46d4-b992-439547476408" providerId="ADAL" clId="{B668467D-9C92-469F-933B-DC80010A5D17}" dt="2021-08-11T08:13:03.843" v="74" actId="478"/>
          <ac:spMkLst>
            <pc:docMk/>
            <pc:sldMk cId="2413152550" sldId="382"/>
            <ac:spMk id="17" creationId="{00000000-0000-0000-0000-000000000000}"/>
          </ac:spMkLst>
        </pc:spChg>
        <pc:spChg chg="del">
          <ac:chgData name="Laurent Corso" userId="0219eb03-2eeb-46d4-b992-439547476408" providerId="ADAL" clId="{B668467D-9C92-469F-933B-DC80010A5D17}" dt="2021-08-11T08:13:03.843" v="74" actId="478"/>
          <ac:spMkLst>
            <pc:docMk/>
            <pc:sldMk cId="2413152550" sldId="382"/>
            <ac:spMk id="19" creationId="{0ABAB03D-A090-4D19-944D-749AB4499956}"/>
          </ac:spMkLst>
        </pc:spChg>
        <pc:spChg chg="del">
          <ac:chgData name="Laurent Corso" userId="0219eb03-2eeb-46d4-b992-439547476408" providerId="ADAL" clId="{B668467D-9C92-469F-933B-DC80010A5D17}" dt="2021-08-11T08:13:08.084" v="75" actId="478"/>
          <ac:spMkLst>
            <pc:docMk/>
            <pc:sldMk cId="2413152550" sldId="382"/>
            <ac:spMk id="24" creationId="{00000000-0000-0000-0000-000000000000}"/>
          </ac:spMkLst>
        </pc:spChg>
        <pc:spChg chg="del">
          <ac:chgData name="Laurent Corso" userId="0219eb03-2eeb-46d4-b992-439547476408" providerId="ADAL" clId="{B668467D-9C92-469F-933B-DC80010A5D17}" dt="2021-08-11T08:13:03.843" v="74" actId="478"/>
          <ac:spMkLst>
            <pc:docMk/>
            <pc:sldMk cId="2413152550" sldId="382"/>
            <ac:spMk id="25" creationId="{00000000-0000-0000-0000-000000000000}"/>
          </ac:spMkLst>
        </pc:spChg>
        <pc:spChg chg="del">
          <ac:chgData name="Laurent Corso" userId="0219eb03-2eeb-46d4-b992-439547476408" providerId="ADAL" clId="{B668467D-9C92-469F-933B-DC80010A5D17}" dt="2021-08-11T08:13:03.843" v="74" actId="478"/>
          <ac:spMkLst>
            <pc:docMk/>
            <pc:sldMk cId="2413152550" sldId="382"/>
            <ac:spMk id="26" creationId="{00000000-0000-0000-0000-000000000000}"/>
          </ac:spMkLst>
        </pc:spChg>
        <pc:spChg chg="del">
          <ac:chgData name="Laurent Corso" userId="0219eb03-2eeb-46d4-b992-439547476408" providerId="ADAL" clId="{B668467D-9C92-469F-933B-DC80010A5D17}" dt="2021-08-11T08:13:03.843" v="74" actId="478"/>
          <ac:spMkLst>
            <pc:docMk/>
            <pc:sldMk cId="2413152550" sldId="382"/>
            <ac:spMk id="27" creationId="{00000000-0000-0000-0000-000000000000}"/>
          </ac:spMkLst>
        </pc:spChg>
        <pc:cxnChg chg="del">
          <ac:chgData name="Laurent Corso" userId="0219eb03-2eeb-46d4-b992-439547476408" providerId="ADAL" clId="{B668467D-9C92-469F-933B-DC80010A5D17}" dt="2021-08-11T08:13:08.084" v="75" actId="478"/>
          <ac:cxnSpMkLst>
            <pc:docMk/>
            <pc:sldMk cId="2413152550" sldId="382"/>
            <ac:cxnSpMk id="18" creationId="{E063E2DF-3D0F-43C7-B463-7B1647E2AB50}"/>
          </ac:cxnSpMkLst>
        </pc:cxnChg>
        <pc:cxnChg chg="del">
          <ac:chgData name="Laurent Corso" userId="0219eb03-2eeb-46d4-b992-439547476408" providerId="ADAL" clId="{B668467D-9C92-469F-933B-DC80010A5D17}" dt="2021-08-11T08:13:10.234" v="76" actId="478"/>
          <ac:cxnSpMkLst>
            <pc:docMk/>
            <pc:sldMk cId="2413152550" sldId="382"/>
            <ac:cxnSpMk id="33" creationId="{00000000-0000-0000-0000-000000000000}"/>
          </ac:cxnSpMkLst>
        </pc:cxnChg>
        <pc:cxnChg chg="del">
          <ac:chgData name="Laurent Corso" userId="0219eb03-2eeb-46d4-b992-439547476408" providerId="ADAL" clId="{B668467D-9C92-469F-933B-DC80010A5D17}" dt="2021-08-11T08:13:08.084" v="75" actId="478"/>
          <ac:cxnSpMkLst>
            <pc:docMk/>
            <pc:sldMk cId="2413152550" sldId="382"/>
            <ac:cxnSpMk id="34" creationId="{00000000-0000-0000-0000-000000000000}"/>
          </ac:cxnSpMkLst>
        </pc:cxnChg>
        <pc:cxnChg chg="del">
          <ac:chgData name="Laurent Corso" userId="0219eb03-2eeb-46d4-b992-439547476408" providerId="ADAL" clId="{B668467D-9C92-469F-933B-DC80010A5D17}" dt="2021-08-11T08:13:08.084" v="75" actId="478"/>
          <ac:cxnSpMkLst>
            <pc:docMk/>
            <pc:sldMk cId="2413152550" sldId="382"/>
            <ac:cxnSpMk id="35" creationId="{00000000-0000-0000-0000-000000000000}"/>
          </ac:cxnSpMkLst>
        </pc:cxnChg>
        <pc:cxnChg chg="del">
          <ac:chgData name="Laurent Corso" userId="0219eb03-2eeb-46d4-b992-439547476408" providerId="ADAL" clId="{B668467D-9C92-469F-933B-DC80010A5D17}" dt="2021-08-11T08:13:03.843" v="74" actId="478"/>
          <ac:cxnSpMkLst>
            <pc:docMk/>
            <pc:sldMk cId="2413152550" sldId="382"/>
            <ac:cxnSpMk id="51" creationId="{00000000-0000-0000-0000-000000000000}"/>
          </ac:cxnSpMkLst>
        </pc:cxnChg>
      </pc:sldChg>
      <pc:sldChg chg="del">
        <pc:chgData name="Laurent Corso" userId="0219eb03-2eeb-46d4-b992-439547476408" providerId="ADAL" clId="{B668467D-9C92-469F-933B-DC80010A5D17}" dt="2021-08-11T07:49:21.299" v="69" actId="2696"/>
        <pc:sldMkLst>
          <pc:docMk/>
          <pc:sldMk cId="1762973024" sldId="388"/>
        </pc:sldMkLst>
      </pc:sldChg>
      <pc:sldChg chg="del modTransition">
        <pc:chgData name="Laurent Corso" userId="0219eb03-2eeb-46d4-b992-439547476408" providerId="ADAL" clId="{B668467D-9C92-469F-933B-DC80010A5D17}" dt="2021-08-11T09:35:51.464" v="108" actId="2696"/>
        <pc:sldMkLst>
          <pc:docMk/>
          <pc:sldMk cId="4093760326" sldId="389"/>
        </pc:sldMkLst>
      </pc:sldChg>
      <pc:sldChg chg="delSp del modTransition delAnim">
        <pc:chgData name="Laurent Corso" userId="0219eb03-2eeb-46d4-b992-439547476408" providerId="ADAL" clId="{B668467D-9C92-469F-933B-DC80010A5D17}" dt="2021-08-11T08:16:20.756" v="81"/>
        <pc:sldMkLst>
          <pc:docMk/>
          <pc:sldMk cId="2002392854" sldId="390"/>
        </pc:sldMkLst>
        <pc:spChg chg="del">
          <ac:chgData name="Laurent Corso" userId="0219eb03-2eeb-46d4-b992-439547476408" providerId="ADAL" clId="{B668467D-9C92-469F-933B-DC80010A5D17}" dt="2021-08-11T08:13:24.101" v="78" actId="478"/>
          <ac:spMkLst>
            <pc:docMk/>
            <pc:sldMk cId="2002392854" sldId="390"/>
            <ac:spMk id="15" creationId="{00000000-0000-0000-0000-000000000000}"/>
          </ac:spMkLst>
        </pc:spChg>
        <pc:spChg chg="del">
          <ac:chgData name="Laurent Corso" userId="0219eb03-2eeb-46d4-b992-439547476408" providerId="ADAL" clId="{B668467D-9C92-469F-933B-DC80010A5D17}" dt="2021-08-11T08:13:20.598" v="77" actId="478"/>
          <ac:spMkLst>
            <pc:docMk/>
            <pc:sldMk cId="2002392854" sldId="390"/>
            <ac:spMk id="17" creationId="{00000000-0000-0000-0000-000000000000}"/>
          </ac:spMkLst>
        </pc:spChg>
        <pc:spChg chg="del">
          <ac:chgData name="Laurent Corso" userId="0219eb03-2eeb-46d4-b992-439547476408" providerId="ADAL" clId="{B668467D-9C92-469F-933B-DC80010A5D17}" dt="2021-08-11T08:13:20.598" v="77" actId="478"/>
          <ac:spMkLst>
            <pc:docMk/>
            <pc:sldMk cId="2002392854" sldId="390"/>
            <ac:spMk id="19" creationId="{0ABAB03D-A090-4D19-944D-749AB4499956}"/>
          </ac:spMkLst>
        </pc:spChg>
        <pc:spChg chg="del">
          <ac:chgData name="Laurent Corso" userId="0219eb03-2eeb-46d4-b992-439547476408" providerId="ADAL" clId="{B668467D-9C92-469F-933B-DC80010A5D17}" dt="2021-08-11T08:13:20.598" v="77" actId="478"/>
          <ac:spMkLst>
            <pc:docMk/>
            <pc:sldMk cId="2002392854" sldId="390"/>
            <ac:spMk id="24" creationId="{00000000-0000-0000-0000-000000000000}"/>
          </ac:spMkLst>
        </pc:spChg>
        <pc:spChg chg="del">
          <ac:chgData name="Laurent Corso" userId="0219eb03-2eeb-46d4-b992-439547476408" providerId="ADAL" clId="{B668467D-9C92-469F-933B-DC80010A5D17}" dt="2021-08-11T08:13:20.598" v="77" actId="478"/>
          <ac:spMkLst>
            <pc:docMk/>
            <pc:sldMk cId="2002392854" sldId="390"/>
            <ac:spMk id="25" creationId="{00000000-0000-0000-0000-000000000000}"/>
          </ac:spMkLst>
        </pc:spChg>
        <pc:spChg chg="del">
          <ac:chgData name="Laurent Corso" userId="0219eb03-2eeb-46d4-b992-439547476408" providerId="ADAL" clId="{B668467D-9C92-469F-933B-DC80010A5D17}" dt="2021-08-11T08:13:20.598" v="77" actId="478"/>
          <ac:spMkLst>
            <pc:docMk/>
            <pc:sldMk cId="2002392854" sldId="390"/>
            <ac:spMk id="26" creationId="{00000000-0000-0000-0000-000000000000}"/>
          </ac:spMkLst>
        </pc:spChg>
        <pc:spChg chg="del">
          <ac:chgData name="Laurent Corso" userId="0219eb03-2eeb-46d4-b992-439547476408" providerId="ADAL" clId="{B668467D-9C92-469F-933B-DC80010A5D17}" dt="2021-08-11T08:13:20.598" v="77" actId="478"/>
          <ac:spMkLst>
            <pc:docMk/>
            <pc:sldMk cId="2002392854" sldId="390"/>
            <ac:spMk id="27" creationId="{00000000-0000-0000-0000-000000000000}"/>
          </ac:spMkLst>
        </pc:spChg>
        <pc:cxnChg chg="del">
          <ac:chgData name="Laurent Corso" userId="0219eb03-2eeb-46d4-b992-439547476408" providerId="ADAL" clId="{B668467D-9C92-469F-933B-DC80010A5D17}" dt="2021-08-11T08:13:24.101" v="78" actId="478"/>
          <ac:cxnSpMkLst>
            <pc:docMk/>
            <pc:sldMk cId="2002392854" sldId="390"/>
            <ac:cxnSpMk id="18" creationId="{E063E2DF-3D0F-43C7-B463-7B1647E2AB50}"/>
          </ac:cxnSpMkLst>
        </pc:cxnChg>
        <pc:cxnChg chg="del">
          <ac:chgData name="Laurent Corso" userId="0219eb03-2eeb-46d4-b992-439547476408" providerId="ADAL" clId="{B668467D-9C92-469F-933B-DC80010A5D17}" dt="2021-08-11T08:13:26.992" v="79" actId="478"/>
          <ac:cxnSpMkLst>
            <pc:docMk/>
            <pc:sldMk cId="2002392854" sldId="390"/>
            <ac:cxnSpMk id="20" creationId="{A6E8B77A-8034-47EA-A386-6CC81656AE57}"/>
          </ac:cxnSpMkLst>
        </pc:cxnChg>
        <pc:cxnChg chg="del">
          <ac:chgData name="Laurent Corso" userId="0219eb03-2eeb-46d4-b992-439547476408" providerId="ADAL" clId="{B668467D-9C92-469F-933B-DC80010A5D17}" dt="2021-08-11T08:13:20.598" v="77" actId="478"/>
          <ac:cxnSpMkLst>
            <pc:docMk/>
            <pc:sldMk cId="2002392854" sldId="390"/>
            <ac:cxnSpMk id="21" creationId="{26A22D42-B61D-41E3-8B2F-A9E9214E36E7}"/>
          </ac:cxnSpMkLst>
        </pc:cxnChg>
        <pc:cxnChg chg="del">
          <ac:chgData name="Laurent Corso" userId="0219eb03-2eeb-46d4-b992-439547476408" providerId="ADAL" clId="{B668467D-9C92-469F-933B-DC80010A5D17}" dt="2021-08-11T08:13:24.101" v="78" actId="478"/>
          <ac:cxnSpMkLst>
            <pc:docMk/>
            <pc:sldMk cId="2002392854" sldId="390"/>
            <ac:cxnSpMk id="33" creationId="{00000000-0000-0000-0000-000000000000}"/>
          </ac:cxnSpMkLst>
        </pc:cxnChg>
        <pc:cxnChg chg="del">
          <ac:chgData name="Laurent Corso" userId="0219eb03-2eeb-46d4-b992-439547476408" providerId="ADAL" clId="{B668467D-9C92-469F-933B-DC80010A5D17}" dt="2021-08-11T08:13:20.598" v="77" actId="478"/>
          <ac:cxnSpMkLst>
            <pc:docMk/>
            <pc:sldMk cId="2002392854" sldId="390"/>
            <ac:cxnSpMk id="34" creationId="{00000000-0000-0000-0000-000000000000}"/>
          </ac:cxnSpMkLst>
        </pc:cxnChg>
        <pc:cxnChg chg="del">
          <ac:chgData name="Laurent Corso" userId="0219eb03-2eeb-46d4-b992-439547476408" providerId="ADAL" clId="{B668467D-9C92-469F-933B-DC80010A5D17}" dt="2021-08-11T08:13:24.101" v="78" actId="478"/>
          <ac:cxnSpMkLst>
            <pc:docMk/>
            <pc:sldMk cId="2002392854" sldId="390"/>
            <ac:cxnSpMk id="35" creationId="{00000000-0000-0000-0000-000000000000}"/>
          </ac:cxnSpMkLst>
        </pc:cxnChg>
        <pc:cxnChg chg="del">
          <ac:chgData name="Laurent Corso" userId="0219eb03-2eeb-46d4-b992-439547476408" providerId="ADAL" clId="{B668467D-9C92-469F-933B-DC80010A5D17}" dt="2021-08-11T08:13:20.598" v="77" actId="478"/>
          <ac:cxnSpMkLst>
            <pc:docMk/>
            <pc:sldMk cId="2002392854" sldId="390"/>
            <ac:cxnSpMk id="51" creationId="{00000000-0000-0000-0000-000000000000}"/>
          </ac:cxnSpMkLst>
        </pc:cxnChg>
      </pc:sldChg>
      <pc:sldChg chg="delSp delAnim">
        <pc:chgData name="Laurent Corso" userId="0219eb03-2eeb-46d4-b992-439547476408" providerId="ADAL" clId="{B668467D-9C92-469F-933B-DC80010A5D17}" dt="2021-08-11T09:31:54.861" v="88" actId="478"/>
        <pc:sldMkLst>
          <pc:docMk/>
          <pc:sldMk cId="2217022072" sldId="391"/>
        </pc:sldMkLst>
        <pc:spChg chg="del">
          <ac:chgData name="Laurent Corso" userId="0219eb03-2eeb-46d4-b992-439547476408" providerId="ADAL" clId="{B668467D-9C92-469F-933B-DC80010A5D17}" dt="2021-08-11T09:31:46.070" v="86" actId="478"/>
          <ac:spMkLst>
            <pc:docMk/>
            <pc:sldMk cId="2217022072" sldId="391"/>
            <ac:spMk id="15" creationId="{00000000-0000-0000-0000-000000000000}"/>
          </ac:spMkLst>
        </pc:spChg>
        <pc:spChg chg="del">
          <ac:chgData name="Laurent Corso" userId="0219eb03-2eeb-46d4-b992-439547476408" providerId="ADAL" clId="{B668467D-9C92-469F-933B-DC80010A5D17}" dt="2021-08-11T09:31:46.070" v="86" actId="478"/>
          <ac:spMkLst>
            <pc:docMk/>
            <pc:sldMk cId="2217022072" sldId="391"/>
            <ac:spMk id="17" creationId="{00000000-0000-0000-0000-000000000000}"/>
          </ac:spMkLst>
        </pc:spChg>
        <pc:spChg chg="del">
          <ac:chgData name="Laurent Corso" userId="0219eb03-2eeb-46d4-b992-439547476408" providerId="ADAL" clId="{B668467D-9C92-469F-933B-DC80010A5D17}" dt="2021-08-11T09:31:46.070" v="86" actId="478"/>
          <ac:spMkLst>
            <pc:docMk/>
            <pc:sldMk cId="2217022072" sldId="391"/>
            <ac:spMk id="23" creationId="{00000000-0000-0000-0000-000000000000}"/>
          </ac:spMkLst>
        </pc:spChg>
        <pc:spChg chg="del">
          <ac:chgData name="Laurent Corso" userId="0219eb03-2eeb-46d4-b992-439547476408" providerId="ADAL" clId="{B668467D-9C92-469F-933B-DC80010A5D17}" dt="2021-08-11T09:31:46.070" v="86" actId="478"/>
          <ac:spMkLst>
            <pc:docMk/>
            <pc:sldMk cId="2217022072" sldId="391"/>
            <ac:spMk id="24" creationId="{00000000-0000-0000-0000-000000000000}"/>
          </ac:spMkLst>
        </pc:spChg>
        <pc:spChg chg="del">
          <ac:chgData name="Laurent Corso" userId="0219eb03-2eeb-46d4-b992-439547476408" providerId="ADAL" clId="{B668467D-9C92-469F-933B-DC80010A5D17}" dt="2021-08-11T09:31:46.070" v="86" actId="478"/>
          <ac:spMkLst>
            <pc:docMk/>
            <pc:sldMk cId="2217022072" sldId="391"/>
            <ac:spMk id="25" creationId="{00000000-0000-0000-0000-000000000000}"/>
          </ac:spMkLst>
        </pc:spChg>
        <pc:spChg chg="del">
          <ac:chgData name="Laurent Corso" userId="0219eb03-2eeb-46d4-b992-439547476408" providerId="ADAL" clId="{B668467D-9C92-469F-933B-DC80010A5D17}" dt="2021-08-11T09:31:46.070" v="86" actId="478"/>
          <ac:spMkLst>
            <pc:docMk/>
            <pc:sldMk cId="2217022072" sldId="391"/>
            <ac:spMk id="26" creationId="{00000000-0000-0000-0000-000000000000}"/>
          </ac:spMkLst>
        </pc:spChg>
        <pc:spChg chg="del">
          <ac:chgData name="Laurent Corso" userId="0219eb03-2eeb-46d4-b992-439547476408" providerId="ADAL" clId="{B668467D-9C92-469F-933B-DC80010A5D17}" dt="2021-08-11T09:31:46.070" v="86" actId="478"/>
          <ac:spMkLst>
            <pc:docMk/>
            <pc:sldMk cId="2217022072" sldId="391"/>
            <ac:spMk id="27" creationId="{00000000-0000-0000-0000-000000000000}"/>
          </ac:spMkLst>
        </pc:spChg>
        <pc:spChg chg="del">
          <ac:chgData name="Laurent Corso" userId="0219eb03-2eeb-46d4-b992-439547476408" providerId="ADAL" clId="{B668467D-9C92-469F-933B-DC80010A5D17}" dt="2021-08-11T09:31:46.070" v="86" actId="478"/>
          <ac:spMkLst>
            <pc:docMk/>
            <pc:sldMk cId="2217022072" sldId="391"/>
            <ac:spMk id="28" creationId="{00000000-0000-0000-0000-000000000000}"/>
          </ac:spMkLst>
        </pc:spChg>
        <pc:spChg chg="del">
          <ac:chgData name="Laurent Corso" userId="0219eb03-2eeb-46d4-b992-439547476408" providerId="ADAL" clId="{B668467D-9C92-469F-933B-DC80010A5D17}" dt="2021-08-11T09:31:52.485" v="87" actId="478"/>
          <ac:spMkLst>
            <pc:docMk/>
            <pc:sldMk cId="2217022072" sldId="391"/>
            <ac:spMk id="29" creationId="{00000000-0000-0000-0000-000000000000}"/>
          </ac:spMkLst>
        </pc:spChg>
        <pc:spChg chg="del">
          <ac:chgData name="Laurent Corso" userId="0219eb03-2eeb-46d4-b992-439547476408" providerId="ADAL" clId="{B668467D-9C92-469F-933B-DC80010A5D17}" dt="2021-08-11T09:31:46.070" v="86" actId="478"/>
          <ac:spMkLst>
            <pc:docMk/>
            <pc:sldMk cId="2217022072" sldId="391"/>
            <ac:spMk id="36" creationId="{7A9BC83D-13DB-4891-8EC8-1E8420B8DD60}"/>
          </ac:spMkLst>
        </pc:spChg>
        <pc:spChg chg="del">
          <ac:chgData name="Laurent Corso" userId="0219eb03-2eeb-46d4-b992-439547476408" providerId="ADAL" clId="{B668467D-9C92-469F-933B-DC80010A5D17}" dt="2021-08-11T09:31:46.070" v="86" actId="478"/>
          <ac:spMkLst>
            <pc:docMk/>
            <pc:sldMk cId="2217022072" sldId="391"/>
            <ac:spMk id="44" creationId="{00000000-0000-0000-0000-000000000000}"/>
          </ac:spMkLst>
        </pc:spChg>
        <pc:spChg chg="del">
          <ac:chgData name="Laurent Corso" userId="0219eb03-2eeb-46d4-b992-439547476408" providerId="ADAL" clId="{B668467D-9C92-469F-933B-DC80010A5D17}" dt="2021-08-11T09:31:46.070" v="86" actId="478"/>
          <ac:spMkLst>
            <pc:docMk/>
            <pc:sldMk cId="2217022072" sldId="391"/>
            <ac:spMk id="53" creationId="{00000000-0000-0000-0000-000000000000}"/>
          </ac:spMkLst>
        </pc:spChg>
        <pc:cxnChg chg="del">
          <ac:chgData name="Laurent Corso" userId="0219eb03-2eeb-46d4-b992-439547476408" providerId="ADAL" clId="{B668467D-9C92-469F-933B-DC80010A5D17}" dt="2021-08-11T09:31:52.485" v="87" actId="478"/>
          <ac:cxnSpMkLst>
            <pc:docMk/>
            <pc:sldMk cId="2217022072" sldId="391"/>
            <ac:cxnSpMk id="6" creationId="{00000000-0000-0000-0000-000000000000}"/>
          </ac:cxnSpMkLst>
        </pc:cxnChg>
        <pc:cxnChg chg="del">
          <ac:chgData name="Laurent Corso" userId="0219eb03-2eeb-46d4-b992-439547476408" providerId="ADAL" clId="{B668467D-9C92-469F-933B-DC80010A5D17}" dt="2021-08-11T09:31:52.485" v="87" actId="478"/>
          <ac:cxnSpMkLst>
            <pc:docMk/>
            <pc:sldMk cId="2217022072" sldId="391"/>
            <ac:cxnSpMk id="32" creationId="{00000000-0000-0000-0000-000000000000}"/>
          </ac:cxnSpMkLst>
        </pc:cxnChg>
        <pc:cxnChg chg="del">
          <ac:chgData name="Laurent Corso" userId="0219eb03-2eeb-46d4-b992-439547476408" providerId="ADAL" clId="{B668467D-9C92-469F-933B-DC80010A5D17}" dt="2021-08-11T09:31:46.070" v="86" actId="478"/>
          <ac:cxnSpMkLst>
            <pc:docMk/>
            <pc:sldMk cId="2217022072" sldId="391"/>
            <ac:cxnSpMk id="33" creationId="{FFEFF293-6A06-453D-BC3D-DE6894D318FE}"/>
          </ac:cxnSpMkLst>
        </pc:cxnChg>
        <pc:cxnChg chg="del">
          <ac:chgData name="Laurent Corso" userId="0219eb03-2eeb-46d4-b992-439547476408" providerId="ADAL" clId="{B668467D-9C92-469F-933B-DC80010A5D17}" dt="2021-08-11T09:31:46.070" v="86" actId="478"/>
          <ac:cxnSpMkLst>
            <pc:docMk/>
            <pc:sldMk cId="2217022072" sldId="391"/>
            <ac:cxnSpMk id="37" creationId="{754F90E1-42C6-47B5-8C34-E7B21CAC9FFC}"/>
          </ac:cxnSpMkLst>
        </pc:cxnChg>
        <pc:cxnChg chg="del">
          <ac:chgData name="Laurent Corso" userId="0219eb03-2eeb-46d4-b992-439547476408" providerId="ADAL" clId="{B668467D-9C92-469F-933B-DC80010A5D17}" dt="2021-08-11T09:31:54.861" v="88" actId="478"/>
          <ac:cxnSpMkLst>
            <pc:docMk/>
            <pc:sldMk cId="2217022072" sldId="391"/>
            <ac:cxnSpMk id="39" creationId="{0DA58D0B-5748-4F70-84A6-0E7DE50B986A}"/>
          </ac:cxnSpMkLst>
        </pc:cxnChg>
        <pc:cxnChg chg="del">
          <ac:chgData name="Laurent Corso" userId="0219eb03-2eeb-46d4-b992-439547476408" providerId="ADAL" clId="{B668467D-9C92-469F-933B-DC80010A5D17}" dt="2021-08-11T09:31:52.485" v="87" actId="478"/>
          <ac:cxnSpMkLst>
            <pc:docMk/>
            <pc:sldMk cId="2217022072" sldId="391"/>
            <ac:cxnSpMk id="40" creationId="{00000000-0000-0000-0000-000000000000}"/>
          </ac:cxnSpMkLst>
        </pc:cxnChg>
        <pc:cxnChg chg="del">
          <ac:chgData name="Laurent Corso" userId="0219eb03-2eeb-46d4-b992-439547476408" providerId="ADAL" clId="{B668467D-9C92-469F-933B-DC80010A5D17}" dt="2021-08-11T09:31:46.070" v="86" actId="478"/>
          <ac:cxnSpMkLst>
            <pc:docMk/>
            <pc:sldMk cId="2217022072" sldId="391"/>
            <ac:cxnSpMk id="42" creationId="{00000000-0000-0000-0000-000000000000}"/>
          </ac:cxnSpMkLst>
        </pc:cxnChg>
        <pc:cxnChg chg="del">
          <ac:chgData name="Laurent Corso" userId="0219eb03-2eeb-46d4-b992-439547476408" providerId="ADAL" clId="{B668467D-9C92-469F-933B-DC80010A5D17}" dt="2021-08-11T09:31:52.485" v="87" actId="478"/>
          <ac:cxnSpMkLst>
            <pc:docMk/>
            <pc:sldMk cId="2217022072" sldId="391"/>
            <ac:cxnSpMk id="43" creationId="{00000000-0000-0000-0000-000000000000}"/>
          </ac:cxnSpMkLst>
        </pc:cxnChg>
        <pc:cxnChg chg="del">
          <ac:chgData name="Laurent Corso" userId="0219eb03-2eeb-46d4-b992-439547476408" providerId="ADAL" clId="{B668467D-9C92-469F-933B-DC80010A5D17}" dt="2021-08-11T09:31:46.070" v="86" actId="478"/>
          <ac:cxnSpMkLst>
            <pc:docMk/>
            <pc:sldMk cId="2217022072" sldId="391"/>
            <ac:cxnSpMk id="51" creationId="{00000000-0000-0000-0000-000000000000}"/>
          </ac:cxnSpMkLst>
        </pc:cxnChg>
      </pc:sldChg>
      <pc:sldChg chg="del modTransition">
        <pc:chgData name="Laurent Corso" userId="0219eb03-2eeb-46d4-b992-439547476408" providerId="ADAL" clId="{B668467D-9C92-469F-933B-DC80010A5D17}" dt="2021-08-11T08:35:42.511" v="82" actId="2696"/>
        <pc:sldMkLst>
          <pc:docMk/>
          <pc:sldMk cId="3725212066" sldId="391"/>
        </pc:sldMkLst>
      </pc:sldChg>
      <pc:sldChg chg="del modAnim">
        <pc:chgData name="Laurent Corso" userId="0219eb03-2eeb-46d4-b992-439547476408" providerId="ADAL" clId="{B668467D-9C92-469F-933B-DC80010A5D17}" dt="2021-08-12T08:30:02.689" v="150" actId="2696"/>
        <pc:sldMkLst>
          <pc:docMk/>
          <pc:sldMk cId="818957323" sldId="392"/>
        </pc:sldMkLst>
      </pc:sldChg>
      <pc:sldChg chg="del">
        <pc:chgData name="Laurent Corso" userId="0219eb03-2eeb-46d4-b992-439547476408" providerId="ADAL" clId="{B668467D-9C92-469F-933B-DC80010A5D17}" dt="2021-08-11T08:36:54.451" v="83" actId="2696"/>
        <pc:sldMkLst>
          <pc:docMk/>
          <pc:sldMk cId="3279685153" sldId="392"/>
        </pc:sldMkLst>
      </pc:sldChg>
      <pc:sldChg chg="delSp modSp delAnim">
        <pc:chgData name="Laurent Corso" userId="0219eb03-2eeb-46d4-b992-439547476408" providerId="ADAL" clId="{B668467D-9C92-469F-933B-DC80010A5D17}" dt="2021-08-11T09:32:39.274" v="107" actId="6549"/>
        <pc:sldMkLst>
          <pc:docMk/>
          <pc:sldMk cId="2164530556" sldId="394"/>
        </pc:sldMkLst>
        <pc:spChg chg="del">
          <ac:chgData name="Laurent Corso" userId="0219eb03-2eeb-46d4-b992-439547476408" providerId="ADAL" clId="{B668467D-9C92-469F-933B-DC80010A5D17}" dt="2021-08-11T09:32:08.160" v="89" actId="478"/>
          <ac:spMkLst>
            <pc:docMk/>
            <pc:sldMk cId="2164530556" sldId="394"/>
            <ac:spMk id="15" creationId="{00000000-0000-0000-0000-000000000000}"/>
          </ac:spMkLst>
        </pc:spChg>
        <pc:spChg chg="del">
          <ac:chgData name="Laurent Corso" userId="0219eb03-2eeb-46d4-b992-439547476408" providerId="ADAL" clId="{B668467D-9C92-469F-933B-DC80010A5D17}" dt="2021-08-11T09:32:08.160" v="89" actId="478"/>
          <ac:spMkLst>
            <pc:docMk/>
            <pc:sldMk cId="2164530556" sldId="394"/>
            <ac:spMk id="17" creationId="{00000000-0000-0000-0000-000000000000}"/>
          </ac:spMkLst>
        </pc:spChg>
        <pc:spChg chg="del">
          <ac:chgData name="Laurent Corso" userId="0219eb03-2eeb-46d4-b992-439547476408" providerId="ADAL" clId="{B668467D-9C92-469F-933B-DC80010A5D17}" dt="2021-08-11T09:32:08.160" v="89" actId="478"/>
          <ac:spMkLst>
            <pc:docMk/>
            <pc:sldMk cId="2164530556" sldId="394"/>
            <ac:spMk id="23" creationId="{00000000-0000-0000-0000-000000000000}"/>
          </ac:spMkLst>
        </pc:spChg>
        <pc:spChg chg="del">
          <ac:chgData name="Laurent Corso" userId="0219eb03-2eeb-46d4-b992-439547476408" providerId="ADAL" clId="{B668467D-9C92-469F-933B-DC80010A5D17}" dt="2021-08-11T09:32:14.552" v="90" actId="478"/>
          <ac:spMkLst>
            <pc:docMk/>
            <pc:sldMk cId="2164530556" sldId="394"/>
            <ac:spMk id="24" creationId="{00000000-0000-0000-0000-000000000000}"/>
          </ac:spMkLst>
        </pc:spChg>
        <pc:spChg chg="del">
          <ac:chgData name="Laurent Corso" userId="0219eb03-2eeb-46d4-b992-439547476408" providerId="ADAL" clId="{B668467D-9C92-469F-933B-DC80010A5D17}" dt="2021-08-11T09:32:08.160" v="89" actId="478"/>
          <ac:spMkLst>
            <pc:docMk/>
            <pc:sldMk cId="2164530556" sldId="394"/>
            <ac:spMk id="25" creationId="{00000000-0000-0000-0000-000000000000}"/>
          </ac:spMkLst>
        </pc:spChg>
        <pc:spChg chg="del">
          <ac:chgData name="Laurent Corso" userId="0219eb03-2eeb-46d4-b992-439547476408" providerId="ADAL" clId="{B668467D-9C92-469F-933B-DC80010A5D17}" dt="2021-08-11T09:32:08.160" v="89" actId="478"/>
          <ac:spMkLst>
            <pc:docMk/>
            <pc:sldMk cId="2164530556" sldId="394"/>
            <ac:spMk id="26" creationId="{00000000-0000-0000-0000-000000000000}"/>
          </ac:spMkLst>
        </pc:spChg>
        <pc:spChg chg="del">
          <ac:chgData name="Laurent Corso" userId="0219eb03-2eeb-46d4-b992-439547476408" providerId="ADAL" clId="{B668467D-9C92-469F-933B-DC80010A5D17}" dt="2021-08-11T09:32:14.552" v="90" actId="478"/>
          <ac:spMkLst>
            <pc:docMk/>
            <pc:sldMk cId="2164530556" sldId="394"/>
            <ac:spMk id="27" creationId="{00000000-0000-0000-0000-000000000000}"/>
          </ac:spMkLst>
        </pc:spChg>
        <pc:spChg chg="del mod">
          <ac:chgData name="Laurent Corso" userId="0219eb03-2eeb-46d4-b992-439547476408" providerId="ADAL" clId="{B668467D-9C92-469F-933B-DC80010A5D17}" dt="2021-08-11T09:32:18.802" v="92" actId="478"/>
          <ac:spMkLst>
            <pc:docMk/>
            <pc:sldMk cId="2164530556" sldId="394"/>
            <ac:spMk id="28" creationId="{00000000-0000-0000-0000-000000000000}"/>
          </ac:spMkLst>
        </pc:spChg>
        <pc:spChg chg="del">
          <ac:chgData name="Laurent Corso" userId="0219eb03-2eeb-46d4-b992-439547476408" providerId="ADAL" clId="{B668467D-9C92-469F-933B-DC80010A5D17}" dt="2021-08-11T09:32:14.552" v="90" actId="478"/>
          <ac:spMkLst>
            <pc:docMk/>
            <pc:sldMk cId="2164530556" sldId="394"/>
            <ac:spMk id="29" creationId="{00000000-0000-0000-0000-000000000000}"/>
          </ac:spMkLst>
        </pc:spChg>
        <pc:spChg chg="del">
          <ac:chgData name="Laurent Corso" userId="0219eb03-2eeb-46d4-b992-439547476408" providerId="ADAL" clId="{B668467D-9C92-469F-933B-DC80010A5D17}" dt="2021-08-11T09:32:08.160" v="89" actId="478"/>
          <ac:spMkLst>
            <pc:docMk/>
            <pc:sldMk cId="2164530556" sldId="394"/>
            <ac:spMk id="31" creationId="{00000000-0000-0000-0000-000000000000}"/>
          </ac:spMkLst>
        </pc:spChg>
        <pc:spChg chg="del">
          <ac:chgData name="Laurent Corso" userId="0219eb03-2eeb-46d4-b992-439547476408" providerId="ADAL" clId="{B668467D-9C92-469F-933B-DC80010A5D17}" dt="2021-08-11T09:32:14.552" v="90" actId="478"/>
          <ac:spMkLst>
            <pc:docMk/>
            <pc:sldMk cId="2164530556" sldId="394"/>
            <ac:spMk id="34" creationId="{00000000-0000-0000-0000-000000000000}"/>
          </ac:spMkLst>
        </pc:spChg>
        <pc:spChg chg="del">
          <ac:chgData name="Laurent Corso" userId="0219eb03-2eeb-46d4-b992-439547476408" providerId="ADAL" clId="{B668467D-9C92-469F-933B-DC80010A5D17}" dt="2021-08-11T09:32:08.160" v="89" actId="478"/>
          <ac:spMkLst>
            <pc:docMk/>
            <pc:sldMk cId="2164530556" sldId="394"/>
            <ac:spMk id="35" creationId="{00000000-0000-0000-0000-000000000000}"/>
          </ac:spMkLst>
        </pc:spChg>
        <pc:spChg chg="del">
          <ac:chgData name="Laurent Corso" userId="0219eb03-2eeb-46d4-b992-439547476408" providerId="ADAL" clId="{B668467D-9C92-469F-933B-DC80010A5D17}" dt="2021-08-11T09:32:08.160" v="89" actId="478"/>
          <ac:spMkLst>
            <pc:docMk/>
            <pc:sldMk cId="2164530556" sldId="394"/>
            <ac:spMk id="36" creationId="{7A9BC83D-13DB-4891-8EC8-1E8420B8DD60}"/>
          </ac:spMkLst>
        </pc:spChg>
        <pc:spChg chg="mod">
          <ac:chgData name="Laurent Corso" userId="0219eb03-2eeb-46d4-b992-439547476408" providerId="ADAL" clId="{B668467D-9C92-469F-933B-DC80010A5D17}" dt="2021-08-11T09:32:39.274" v="107" actId="6549"/>
          <ac:spMkLst>
            <pc:docMk/>
            <pc:sldMk cId="2164530556" sldId="394"/>
            <ac:spMk id="38" creationId="{9A176A55-C503-4F27-B836-52B58EBEBB49}"/>
          </ac:spMkLst>
        </pc:spChg>
        <pc:spChg chg="del">
          <ac:chgData name="Laurent Corso" userId="0219eb03-2eeb-46d4-b992-439547476408" providerId="ADAL" clId="{B668467D-9C92-469F-933B-DC80010A5D17}" dt="2021-08-11T09:32:08.160" v="89" actId="478"/>
          <ac:spMkLst>
            <pc:docMk/>
            <pc:sldMk cId="2164530556" sldId="394"/>
            <ac:spMk id="41" creationId="{00000000-0000-0000-0000-000000000000}"/>
          </ac:spMkLst>
        </pc:spChg>
        <pc:spChg chg="del">
          <ac:chgData name="Laurent Corso" userId="0219eb03-2eeb-46d4-b992-439547476408" providerId="ADAL" clId="{B668467D-9C92-469F-933B-DC80010A5D17}" dt="2021-08-11T09:32:08.160" v="89" actId="478"/>
          <ac:spMkLst>
            <pc:docMk/>
            <pc:sldMk cId="2164530556" sldId="394"/>
            <ac:spMk id="44" creationId="{00000000-0000-0000-0000-000000000000}"/>
          </ac:spMkLst>
        </pc:spChg>
        <pc:spChg chg="del">
          <ac:chgData name="Laurent Corso" userId="0219eb03-2eeb-46d4-b992-439547476408" providerId="ADAL" clId="{B668467D-9C92-469F-933B-DC80010A5D17}" dt="2021-08-11T09:32:14.552" v="90" actId="478"/>
          <ac:spMkLst>
            <pc:docMk/>
            <pc:sldMk cId="2164530556" sldId="394"/>
            <ac:spMk id="53" creationId="{00000000-0000-0000-0000-000000000000}"/>
          </ac:spMkLst>
        </pc:spChg>
        <pc:cxnChg chg="del">
          <ac:chgData name="Laurent Corso" userId="0219eb03-2eeb-46d4-b992-439547476408" providerId="ADAL" clId="{B668467D-9C92-469F-933B-DC80010A5D17}" dt="2021-08-11T09:32:14.552" v="90" actId="478"/>
          <ac:cxnSpMkLst>
            <pc:docMk/>
            <pc:sldMk cId="2164530556" sldId="394"/>
            <ac:cxnSpMk id="6" creationId="{00000000-0000-0000-0000-000000000000}"/>
          </ac:cxnSpMkLst>
        </pc:cxnChg>
        <pc:cxnChg chg="del">
          <ac:chgData name="Laurent Corso" userId="0219eb03-2eeb-46d4-b992-439547476408" providerId="ADAL" clId="{B668467D-9C92-469F-933B-DC80010A5D17}" dt="2021-08-11T09:32:14.552" v="90" actId="478"/>
          <ac:cxnSpMkLst>
            <pc:docMk/>
            <pc:sldMk cId="2164530556" sldId="394"/>
            <ac:cxnSpMk id="32" creationId="{00000000-0000-0000-0000-000000000000}"/>
          </ac:cxnSpMkLst>
        </pc:cxnChg>
        <pc:cxnChg chg="del">
          <ac:chgData name="Laurent Corso" userId="0219eb03-2eeb-46d4-b992-439547476408" providerId="ADAL" clId="{B668467D-9C92-469F-933B-DC80010A5D17}" dt="2021-08-11T09:32:08.160" v="89" actId="478"/>
          <ac:cxnSpMkLst>
            <pc:docMk/>
            <pc:sldMk cId="2164530556" sldId="394"/>
            <ac:cxnSpMk id="33" creationId="{FFEFF293-6A06-453D-BC3D-DE6894D318FE}"/>
          </ac:cxnSpMkLst>
        </pc:cxnChg>
        <pc:cxnChg chg="del">
          <ac:chgData name="Laurent Corso" userId="0219eb03-2eeb-46d4-b992-439547476408" providerId="ADAL" clId="{B668467D-9C92-469F-933B-DC80010A5D17}" dt="2021-08-11T09:32:14.552" v="90" actId="478"/>
          <ac:cxnSpMkLst>
            <pc:docMk/>
            <pc:sldMk cId="2164530556" sldId="394"/>
            <ac:cxnSpMk id="40" creationId="{00000000-0000-0000-0000-000000000000}"/>
          </ac:cxnSpMkLst>
        </pc:cxnChg>
        <pc:cxnChg chg="del">
          <ac:chgData name="Laurent Corso" userId="0219eb03-2eeb-46d4-b992-439547476408" providerId="ADAL" clId="{B668467D-9C92-469F-933B-DC80010A5D17}" dt="2021-08-11T09:32:08.160" v="89" actId="478"/>
          <ac:cxnSpMkLst>
            <pc:docMk/>
            <pc:sldMk cId="2164530556" sldId="394"/>
            <ac:cxnSpMk id="42" creationId="{00000000-0000-0000-0000-000000000000}"/>
          </ac:cxnSpMkLst>
        </pc:cxnChg>
        <pc:cxnChg chg="del">
          <ac:chgData name="Laurent Corso" userId="0219eb03-2eeb-46d4-b992-439547476408" providerId="ADAL" clId="{B668467D-9C92-469F-933B-DC80010A5D17}" dt="2021-08-11T09:32:14.552" v="90" actId="478"/>
          <ac:cxnSpMkLst>
            <pc:docMk/>
            <pc:sldMk cId="2164530556" sldId="394"/>
            <ac:cxnSpMk id="43" creationId="{00000000-0000-0000-0000-000000000000}"/>
          </ac:cxnSpMkLst>
        </pc:cxnChg>
        <pc:cxnChg chg="del">
          <ac:chgData name="Laurent Corso" userId="0219eb03-2eeb-46d4-b992-439547476408" providerId="ADAL" clId="{B668467D-9C92-469F-933B-DC80010A5D17}" dt="2021-08-11T09:32:08.160" v="89" actId="478"/>
          <ac:cxnSpMkLst>
            <pc:docMk/>
            <pc:sldMk cId="2164530556" sldId="394"/>
            <ac:cxnSpMk id="51" creationId="{00000000-0000-0000-0000-000000000000}"/>
          </ac:cxnSpMkLst>
        </pc:cxnChg>
        <pc:cxnChg chg="del">
          <ac:chgData name="Laurent Corso" userId="0219eb03-2eeb-46d4-b992-439547476408" providerId="ADAL" clId="{B668467D-9C92-469F-933B-DC80010A5D17}" dt="2021-08-11T09:32:14.552" v="90" actId="478"/>
          <ac:cxnSpMkLst>
            <pc:docMk/>
            <pc:sldMk cId="2164530556" sldId="394"/>
            <ac:cxnSpMk id="52" creationId="{00000000-0000-0000-0000-000000000000}"/>
          </ac:cxnSpMkLst>
        </pc:cxnChg>
      </pc:sldChg>
      <pc:sldChg chg="del modAnim">
        <pc:chgData name="Laurent Corso" userId="0219eb03-2eeb-46d4-b992-439547476408" providerId="ADAL" clId="{B668467D-9C92-469F-933B-DC80010A5D17}" dt="2021-08-12T08:30:02.673" v="149" actId="2696"/>
        <pc:sldMkLst>
          <pc:docMk/>
          <pc:sldMk cId="3677104592" sldId="395"/>
        </pc:sldMkLst>
      </pc:sldChg>
      <pc:sldChg chg="del modAnim">
        <pc:chgData name="Laurent Corso" userId="0219eb03-2eeb-46d4-b992-439547476408" providerId="ADAL" clId="{B668467D-9C92-469F-933B-DC80010A5D17}" dt="2021-08-12T08:30:02.704" v="151" actId="2696"/>
        <pc:sldMkLst>
          <pc:docMk/>
          <pc:sldMk cId="200804941" sldId="396"/>
        </pc:sldMkLst>
      </pc:sldChg>
      <pc:sldChg chg="modSp modAnim">
        <pc:chgData name="Laurent Corso" userId="0219eb03-2eeb-46d4-b992-439547476408" providerId="ADAL" clId="{B668467D-9C92-469F-933B-DC80010A5D17}" dt="2021-08-12T06:39:34.397" v="146" actId="20577"/>
        <pc:sldMkLst>
          <pc:docMk/>
          <pc:sldMk cId="160131791" sldId="397"/>
        </pc:sldMkLst>
        <pc:spChg chg="mod">
          <ac:chgData name="Laurent Corso" userId="0219eb03-2eeb-46d4-b992-439547476408" providerId="ADAL" clId="{B668467D-9C92-469F-933B-DC80010A5D17}" dt="2021-08-12T06:39:34.397" v="146" actId="20577"/>
          <ac:spMkLst>
            <pc:docMk/>
            <pc:sldMk cId="160131791" sldId="397"/>
            <ac:spMk id="3" creationId="{00000000-0000-0000-0000-000000000000}"/>
          </ac:spMkLst>
        </pc:spChg>
        <pc:spChg chg="mod">
          <ac:chgData name="Laurent Corso" userId="0219eb03-2eeb-46d4-b992-439547476408" providerId="ADAL" clId="{B668467D-9C92-469F-933B-DC80010A5D17}" dt="2021-08-11T11:51:26.266" v="142" actId="20577"/>
          <ac:spMkLst>
            <pc:docMk/>
            <pc:sldMk cId="160131791" sldId="397"/>
            <ac:spMk id="5" creationId="{00000000-0000-0000-0000-000000000000}"/>
          </ac:spMkLst>
        </pc:spChg>
      </pc:sldChg>
      <pc:sldChg chg="modSp">
        <pc:chgData name="Laurent Corso" userId="0219eb03-2eeb-46d4-b992-439547476408" providerId="ADAL" clId="{B668467D-9C92-469F-933B-DC80010A5D17}" dt="2021-08-11T11:39:19.163" v="136" actId="20577"/>
        <pc:sldMkLst>
          <pc:docMk/>
          <pc:sldMk cId="1258137405" sldId="398"/>
        </pc:sldMkLst>
        <pc:spChg chg="mod">
          <ac:chgData name="Laurent Corso" userId="0219eb03-2eeb-46d4-b992-439547476408" providerId="ADAL" clId="{B668467D-9C92-469F-933B-DC80010A5D17}" dt="2021-08-11T11:36:36.928" v="131" actId="404"/>
          <ac:spMkLst>
            <pc:docMk/>
            <pc:sldMk cId="1258137405" sldId="398"/>
            <ac:spMk id="2" creationId="{49F788D0-AEAF-4DB3-B017-8C79671AA1BC}"/>
          </ac:spMkLst>
        </pc:spChg>
        <pc:spChg chg="mod">
          <ac:chgData name="Laurent Corso" userId="0219eb03-2eeb-46d4-b992-439547476408" providerId="ADAL" clId="{B668467D-9C92-469F-933B-DC80010A5D17}" dt="2021-08-11T11:39:19.163" v="136" actId="20577"/>
          <ac:spMkLst>
            <pc:docMk/>
            <pc:sldMk cId="1258137405" sldId="398"/>
            <ac:spMk id="3" creationId="{9C78EC50-097A-4C0C-90B1-3B0B726B3C4E}"/>
          </ac:spMkLst>
        </pc:spChg>
      </pc:sldChg>
      <pc:sldChg chg="modSp modAnim">
        <pc:chgData name="Laurent Corso" userId="0219eb03-2eeb-46d4-b992-439547476408" providerId="ADAL" clId="{B668467D-9C92-469F-933B-DC80010A5D17}" dt="2021-08-11T11:45:17.660" v="140" actId="20577"/>
        <pc:sldMkLst>
          <pc:docMk/>
          <pc:sldMk cId="3085247973" sldId="399"/>
        </pc:sldMkLst>
        <pc:spChg chg="mod">
          <ac:chgData name="Laurent Corso" userId="0219eb03-2eeb-46d4-b992-439547476408" providerId="ADAL" clId="{B668467D-9C92-469F-933B-DC80010A5D17}" dt="2021-08-11T11:45:17.660" v="140" actId="20577"/>
          <ac:spMkLst>
            <pc:docMk/>
            <pc:sldMk cId="3085247973" sldId="399"/>
            <ac:spMk id="8" creationId="{00000000-0000-0000-0000-000000000000}"/>
          </ac:spMkLst>
        </pc:spChg>
      </pc:sldChg>
      <pc:sldChg chg="modAnim">
        <pc:chgData name="Laurent Corso" userId="0219eb03-2eeb-46d4-b992-439547476408" providerId="ADAL" clId="{B668467D-9C92-469F-933B-DC80010A5D17}" dt="2021-08-11T12:48:05.471" v="144"/>
        <pc:sldMkLst>
          <pc:docMk/>
          <pc:sldMk cId="3742040292" sldId="400"/>
        </pc:sldMkLst>
      </pc:sldChg>
      <pc:sldChg chg="delSp delAnim">
        <pc:chgData name="Laurent Corso" userId="0219eb03-2eeb-46d4-b992-439547476408" providerId="ADAL" clId="{B668467D-9C92-469F-933B-DC80010A5D17}" dt="2021-08-12T07:39:47.700" v="147" actId="478"/>
        <pc:sldMkLst>
          <pc:docMk/>
          <pc:sldMk cId="417206226" sldId="401"/>
        </pc:sldMkLst>
        <pc:spChg chg="del">
          <ac:chgData name="Laurent Corso" userId="0219eb03-2eeb-46d4-b992-439547476408" providerId="ADAL" clId="{B668467D-9C92-469F-933B-DC80010A5D17}" dt="2021-08-12T07:39:47.700" v="147" actId="478"/>
          <ac:spMkLst>
            <pc:docMk/>
            <pc:sldMk cId="417206226" sldId="401"/>
            <ac:spMk id="3" creationId="{031E9637-6BAC-4F07-ACF7-35313F8EF4DD}"/>
          </ac:spMkLst>
        </pc:spChg>
        <pc:spChg chg="del">
          <ac:chgData name="Laurent Corso" userId="0219eb03-2eeb-46d4-b992-439547476408" providerId="ADAL" clId="{B668467D-9C92-469F-933B-DC80010A5D17}" dt="2021-08-12T07:39:47.700" v="147" actId="478"/>
          <ac:spMkLst>
            <pc:docMk/>
            <pc:sldMk cId="417206226" sldId="401"/>
            <ac:spMk id="15" creationId="{00000000-0000-0000-0000-000000000000}"/>
          </ac:spMkLst>
        </pc:spChg>
        <pc:spChg chg="del">
          <ac:chgData name="Laurent Corso" userId="0219eb03-2eeb-46d4-b992-439547476408" providerId="ADAL" clId="{B668467D-9C92-469F-933B-DC80010A5D17}" dt="2021-08-12T07:39:47.700" v="147" actId="478"/>
          <ac:spMkLst>
            <pc:docMk/>
            <pc:sldMk cId="417206226" sldId="401"/>
            <ac:spMk id="17" creationId="{00000000-0000-0000-0000-000000000000}"/>
          </ac:spMkLst>
        </pc:spChg>
        <pc:spChg chg="del">
          <ac:chgData name="Laurent Corso" userId="0219eb03-2eeb-46d4-b992-439547476408" providerId="ADAL" clId="{B668467D-9C92-469F-933B-DC80010A5D17}" dt="2021-08-12T07:39:47.700" v="147" actId="478"/>
          <ac:spMkLst>
            <pc:docMk/>
            <pc:sldMk cId="417206226" sldId="401"/>
            <ac:spMk id="23" creationId="{00000000-0000-0000-0000-000000000000}"/>
          </ac:spMkLst>
        </pc:spChg>
        <pc:spChg chg="del">
          <ac:chgData name="Laurent Corso" userId="0219eb03-2eeb-46d4-b992-439547476408" providerId="ADAL" clId="{B668467D-9C92-469F-933B-DC80010A5D17}" dt="2021-08-12T07:39:47.700" v="147" actId="478"/>
          <ac:spMkLst>
            <pc:docMk/>
            <pc:sldMk cId="417206226" sldId="401"/>
            <ac:spMk id="24" creationId="{00000000-0000-0000-0000-000000000000}"/>
          </ac:spMkLst>
        </pc:spChg>
        <pc:spChg chg="del">
          <ac:chgData name="Laurent Corso" userId="0219eb03-2eeb-46d4-b992-439547476408" providerId="ADAL" clId="{B668467D-9C92-469F-933B-DC80010A5D17}" dt="2021-08-12T07:39:47.700" v="147" actId="478"/>
          <ac:spMkLst>
            <pc:docMk/>
            <pc:sldMk cId="417206226" sldId="401"/>
            <ac:spMk id="25" creationId="{00000000-0000-0000-0000-000000000000}"/>
          </ac:spMkLst>
        </pc:spChg>
        <pc:spChg chg="del">
          <ac:chgData name="Laurent Corso" userId="0219eb03-2eeb-46d4-b992-439547476408" providerId="ADAL" clId="{B668467D-9C92-469F-933B-DC80010A5D17}" dt="2021-08-12T07:39:47.700" v="147" actId="478"/>
          <ac:spMkLst>
            <pc:docMk/>
            <pc:sldMk cId="417206226" sldId="401"/>
            <ac:spMk id="26" creationId="{00000000-0000-0000-0000-000000000000}"/>
          </ac:spMkLst>
        </pc:spChg>
        <pc:spChg chg="del">
          <ac:chgData name="Laurent Corso" userId="0219eb03-2eeb-46d4-b992-439547476408" providerId="ADAL" clId="{B668467D-9C92-469F-933B-DC80010A5D17}" dt="2021-08-12T07:39:47.700" v="147" actId="478"/>
          <ac:spMkLst>
            <pc:docMk/>
            <pc:sldMk cId="417206226" sldId="401"/>
            <ac:spMk id="27" creationId="{00000000-0000-0000-0000-000000000000}"/>
          </ac:spMkLst>
        </pc:spChg>
        <pc:spChg chg="del">
          <ac:chgData name="Laurent Corso" userId="0219eb03-2eeb-46d4-b992-439547476408" providerId="ADAL" clId="{B668467D-9C92-469F-933B-DC80010A5D17}" dt="2021-08-12T07:39:47.700" v="147" actId="478"/>
          <ac:spMkLst>
            <pc:docMk/>
            <pc:sldMk cId="417206226" sldId="401"/>
            <ac:spMk id="28" creationId="{00000000-0000-0000-0000-000000000000}"/>
          </ac:spMkLst>
        </pc:spChg>
        <pc:spChg chg="del">
          <ac:chgData name="Laurent Corso" userId="0219eb03-2eeb-46d4-b992-439547476408" providerId="ADAL" clId="{B668467D-9C92-469F-933B-DC80010A5D17}" dt="2021-08-12T07:39:47.700" v="147" actId="478"/>
          <ac:spMkLst>
            <pc:docMk/>
            <pc:sldMk cId="417206226" sldId="401"/>
            <ac:spMk id="29" creationId="{00000000-0000-0000-0000-000000000000}"/>
          </ac:spMkLst>
        </pc:spChg>
        <pc:spChg chg="del">
          <ac:chgData name="Laurent Corso" userId="0219eb03-2eeb-46d4-b992-439547476408" providerId="ADAL" clId="{B668467D-9C92-469F-933B-DC80010A5D17}" dt="2021-08-12T07:39:47.700" v="147" actId="478"/>
          <ac:spMkLst>
            <pc:docMk/>
            <pc:sldMk cId="417206226" sldId="401"/>
            <ac:spMk id="31" creationId="{00000000-0000-0000-0000-000000000000}"/>
          </ac:spMkLst>
        </pc:spChg>
        <pc:spChg chg="del">
          <ac:chgData name="Laurent Corso" userId="0219eb03-2eeb-46d4-b992-439547476408" providerId="ADAL" clId="{B668467D-9C92-469F-933B-DC80010A5D17}" dt="2021-08-12T07:39:47.700" v="147" actId="478"/>
          <ac:spMkLst>
            <pc:docMk/>
            <pc:sldMk cId="417206226" sldId="401"/>
            <ac:spMk id="34" creationId="{00000000-0000-0000-0000-000000000000}"/>
          </ac:spMkLst>
        </pc:spChg>
        <pc:spChg chg="del">
          <ac:chgData name="Laurent Corso" userId="0219eb03-2eeb-46d4-b992-439547476408" providerId="ADAL" clId="{B668467D-9C92-469F-933B-DC80010A5D17}" dt="2021-08-12T07:39:47.700" v="147" actId="478"/>
          <ac:spMkLst>
            <pc:docMk/>
            <pc:sldMk cId="417206226" sldId="401"/>
            <ac:spMk id="35" creationId="{00000000-0000-0000-0000-000000000000}"/>
          </ac:spMkLst>
        </pc:spChg>
        <pc:spChg chg="del">
          <ac:chgData name="Laurent Corso" userId="0219eb03-2eeb-46d4-b992-439547476408" providerId="ADAL" clId="{B668467D-9C92-469F-933B-DC80010A5D17}" dt="2021-08-12T07:39:47.700" v="147" actId="478"/>
          <ac:spMkLst>
            <pc:docMk/>
            <pc:sldMk cId="417206226" sldId="401"/>
            <ac:spMk id="36" creationId="{7A9BC83D-13DB-4891-8EC8-1E8420B8DD60}"/>
          </ac:spMkLst>
        </pc:spChg>
        <pc:spChg chg="del">
          <ac:chgData name="Laurent Corso" userId="0219eb03-2eeb-46d4-b992-439547476408" providerId="ADAL" clId="{B668467D-9C92-469F-933B-DC80010A5D17}" dt="2021-08-12T07:39:47.700" v="147" actId="478"/>
          <ac:spMkLst>
            <pc:docMk/>
            <pc:sldMk cId="417206226" sldId="401"/>
            <ac:spMk id="41" creationId="{00000000-0000-0000-0000-000000000000}"/>
          </ac:spMkLst>
        </pc:spChg>
        <pc:spChg chg="del">
          <ac:chgData name="Laurent Corso" userId="0219eb03-2eeb-46d4-b992-439547476408" providerId="ADAL" clId="{B668467D-9C92-469F-933B-DC80010A5D17}" dt="2021-08-12T07:39:47.700" v="147" actId="478"/>
          <ac:spMkLst>
            <pc:docMk/>
            <pc:sldMk cId="417206226" sldId="401"/>
            <ac:spMk id="44" creationId="{00000000-0000-0000-0000-000000000000}"/>
          </ac:spMkLst>
        </pc:spChg>
        <pc:spChg chg="del">
          <ac:chgData name="Laurent Corso" userId="0219eb03-2eeb-46d4-b992-439547476408" providerId="ADAL" clId="{B668467D-9C92-469F-933B-DC80010A5D17}" dt="2021-08-12T07:39:47.700" v="147" actId="478"/>
          <ac:spMkLst>
            <pc:docMk/>
            <pc:sldMk cId="417206226" sldId="401"/>
            <ac:spMk id="45" creationId="{8821898A-D39E-49DB-81DB-BA9C48E731F7}"/>
          </ac:spMkLst>
        </pc:spChg>
        <pc:spChg chg="del">
          <ac:chgData name="Laurent Corso" userId="0219eb03-2eeb-46d4-b992-439547476408" providerId="ADAL" clId="{B668467D-9C92-469F-933B-DC80010A5D17}" dt="2021-08-12T07:39:47.700" v="147" actId="478"/>
          <ac:spMkLst>
            <pc:docMk/>
            <pc:sldMk cId="417206226" sldId="401"/>
            <ac:spMk id="53" creationId="{00000000-0000-0000-0000-000000000000}"/>
          </ac:spMkLst>
        </pc:spChg>
        <pc:cxnChg chg="del">
          <ac:chgData name="Laurent Corso" userId="0219eb03-2eeb-46d4-b992-439547476408" providerId="ADAL" clId="{B668467D-9C92-469F-933B-DC80010A5D17}" dt="2021-08-12T07:39:47.700" v="147" actId="478"/>
          <ac:cxnSpMkLst>
            <pc:docMk/>
            <pc:sldMk cId="417206226" sldId="401"/>
            <ac:cxnSpMk id="6" creationId="{00000000-0000-0000-0000-000000000000}"/>
          </ac:cxnSpMkLst>
        </pc:cxnChg>
        <pc:cxnChg chg="del">
          <ac:chgData name="Laurent Corso" userId="0219eb03-2eeb-46d4-b992-439547476408" providerId="ADAL" clId="{B668467D-9C92-469F-933B-DC80010A5D17}" dt="2021-08-12T07:39:47.700" v="147" actId="478"/>
          <ac:cxnSpMkLst>
            <pc:docMk/>
            <pc:sldMk cId="417206226" sldId="401"/>
            <ac:cxnSpMk id="30" creationId="{9D544093-F3FB-4835-90AB-8EEBAD358914}"/>
          </ac:cxnSpMkLst>
        </pc:cxnChg>
        <pc:cxnChg chg="del">
          <ac:chgData name="Laurent Corso" userId="0219eb03-2eeb-46d4-b992-439547476408" providerId="ADAL" clId="{B668467D-9C92-469F-933B-DC80010A5D17}" dt="2021-08-12T07:39:47.700" v="147" actId="478"/>
          <ac:cxnSpMkLst>
            <pc:docMk/>
            <pc:sldMk cId="417206226" sldId="401"/>
            <ac:cxnSpMk id="32" creationId="{00000000-0000-0000-0000-000000000000}"/>
          </ac:cxnSpMkLst>
        </pc:cxnChg>
        <pc:cxnChg chg="del">
          <ac:chgData name="Laurent Corso" userId="0219eb03-2eeb-46d4-b992-439547476408" providerId="ADAL" clId="{B668467D-9C92-469F-933B-DC80010A5D17}" dt="2021-08-12T07:39:47.700" v="147" actId="478"/>
          <ac:cxnSpMkLst>
            <pc:docMk/>
            <pc:sldMk cId="417206226" sldId="401"/>
            <ac:cxnSpMk id="33" creationId="{FFEFF293-6A06-453D-BC3D-DE6894D318FE}"/>
          </ac:cxnSpMkLst>
        </pc:cxnChg>
        <pc:cxnChg chg="del">
          <ac:chgData name="Laurent Corso" userId="0219eb03-2eeb-46d4-b992-439547476408" providerId="ADAL" clId="{B668467D-9C92-469F-933B-DC80010A5D17}" dt="2021-08-12T07:39:47.700" v="147" actId="478"/>
          <ac:cxnSpMkLst>
            <pc:docMk/>
            <pc:sldMk cId="417206226" sldId="401"/>
            <ac:cxnSpMk id="37" creationId="{09079B27-36B5-46E6-BD2A-856510DD17BA}"/>
          </ac:cxnSpMkLst>
        </pc:cxnChg>
        <pc:cxnChg chg="del">
          <ac:chgData name="Laurent Corso" userId="0219eb03-2eeb-46d4-b992-439547476408" providerId="ADAL" clId="{B668467D-9C92-469F-933B-DC80010A5D17}" dt="2021-08-12T07:39:47.700" v="147" actId="478"/>
          <ac:cxnSpMkLst>
            <pc:docMk/>
            <pc:sldMk cId="417206226" sldId="401"/>
            <ac:cxnSpMk id="39" creationId="{6D05B665-B6B1-4444-B2C8-9B01BAF06FA4}"/>
          </ac:cxnSpMkLst>
        </pc:cxnChg>
        <pc:cxnChg chg="del">
          <ac:chgData name="Laurent Corso" userId="0219eb03-2eeb-46d4-b992-439547476408" providerId="ADAL" clId="{B668467D-9C92-469F-933B-DC80010A5D17}" dt="2021-08-12T07:39:47.700" v="147" actId="478"/>
          <ac:cxnSpMkLst>
            <pc:docMk/>
            <pc:sldMk cId="417206226" sldId="401"/>
            <ac:cxnSpMk id="40" creationId="{00000000-0000-0000-0000-000000000000}"/>
          </ac:cxnSpMkLst>
        </pc:cxnChg>
        <pc:cxnChg chg="del">
          <ac:chgData name="Laurent Corso" userId="0219eb03-2eeb-46d4-b992-439547476408" providerId="ADAL" clId="{B668467D-9C92-469F-933B-DC80010A5D17}" dt="2021-08-12T07:39:47.700" v="147" actId="478"/>
          <ac:cxnSpMkLst>
            <pc:docMk/>
            <pc:sldMk cId="417206226" sldId="401"/>
            <ac:cxnSpMk id="42" creationId="{00000000-0000-0000-0000-000000000000}"/>
          </ac:cxnSpMkLst>
        </pc:cxnChg>
        <pc:cxnChg chg="del">
          <ac:chgData name="Laurent Corso" userId="0219eb03-2eeb-46d4-b992-439547476408" providerId="ADAL" clId="{B668467D-9C92-469F-933B-DC80010A5D17}" dt="2021-08-12T07:39:47.700" v="147" actId="478"/>
          <ac:cxnSpMkLst>
            <pc:docMk/>
            <pc:sldMk cId="417206226" sldId="401"/>
            <ac:cxnSpMk id="43" creationId="{00000000-0000-0000-0000-000000000000}"/>
          </ac:cxnSpMkLst>
        </pc:cxnChg>
        <pc:cxnChg chg="del">
          <ac:chgData name="Laurent Corso" userId="0219eb03-2eeb-46d4-b992-439547476408" providerId="ADAL" clId="{B668467D-9C92-469F-933B-DC80010A5D17}" dt="2021-08-12T07:39:47.700" v="147" actId="478"/>
          <ac:cxnSpMkLst>
            <pc:docMk/>
            <pc:sldMk cId="417206226" sldId="401"/>
            <ac:cxnSpMk id="51" creationId="{00000000-0000-0000-0000-000000000000}"/>
          </ac:cxnSpMkLst>
        </pc:cxnChg>
        <pc:cxnChg chg="del">
          <ac:chgData name="Laurent Corso" userId="0219eb03-2eeb-46d4-b992-439547476408" providerId="ADAL" clId="{B668467D-9C92-469F-933B-DC80010A5D17}" dt="2021-08-12T07:39:47.700" v="147" actId="478"/>
          <ac:cxnSpMkLst>
            <pc:docMk/>
            <pc:sldMk cId="417206226" sldId="401"/>
            <ac:cxnSpMk id="52" creationId="{00000000-0000-0000-0000-000000000000}"/>
          </ac:cxnSpMkLst>
        </pc:cxnChg>
      </pc:sldChg>
      <pc:sldChg chg="delSp delAnim">
        <pc:chgData name="Laurent Corso" userId="0219eb03-2eeb-46d4-b992-439547476408" providerId="ADAL" clId="{B668467D-9C92-469F-933B-DC80010A5D17}" dt="2021-08-12T08:29:02.026" v="148" actId="478"/>
        <pc:sldMkLst>
          <pc:docMk/>
          <pc:sldMk cId="140294894" sldId="402"/>
        </pc:sldMkLst>
        <pc:spChg chg="del">
          <ac:chgData name="Laurent Corso" userId="0219eb03-2eeb-46d4-b992-439547476408" providerId="ADAL" clId="{B668467D-9C92-469F-933B-DC80010A5D17}" dt="2021-08-12T08:29:02.026" v="148" actId="478"/>
          <ac:spMkLst>
            <pc:docMk/>
            <pc:sldMk cId="140294894" sldId="402"/>
            <ac:spMk id="3" creationId="{031E9637-6BAC-4F07-ACF7-35313F8EF4DD}"/>
          </ac:spMkLst>
        </pc:spChg>
        <pc:spChg chg="del">
          <ac:chgData name="Laurent Corso" userId="0219eb03-2eeb-46d4-b992-439547476408" providerId="ADAL" clId="{B668467D-9C92-469F-933B-DC80010A5D17}" dt="2021-08-12T08:29:02.026" v="148" actId="478"/>
          <ac:spMkLst>
            <pc:docMk/>
            <pc:sldMk cId="140294894" sldId="402"/>
            <ac:spMk id="15" creationId="{00000000-0000-0000-0000-000000000000}"/>
          </ac:spMkLst>
        </pc:spChg>
        <pc:spChg chg="del">
          <ac:chgData name="Laurent Corso" userId="0219eb03-2eeb-46d4-b992-439547476408" providerId="ADAL" clId="{B668467D-9C92-469F-933B-DC80010A5D17}" dt="2021-08-12T08:29:02.026" v="148" actId="478"/>
          <ac:spMkLst>
            <pc:docMk/>
            <pc:sldMk cId="140294894" sldId="402"/>
            <ac:spMk id="17" creationId="{00000000-0000-0000-0000-000000000000}"/>
          </ac:spMkLst>
        </pc:spChg>
        <pc:spChg chg="del">
          <ac:chgData name="Laurent Corso" userId="0219eb03-2eeb-46d4-b992-439547476408" providerId="ADAL" clId="{B668467D-9C92-469F-933B-DC80010A5D17}" dt="2021-08-12T08:29:02.026" v="148" actId="478"/>
          <ac:spMkLst>
            <pc:docMk/>
            <pc:sldMk cId="140294894" sldId="402"/>
            <ac:spMk id="24" creationId="{00000000-0000-0000-0000-000000000000}"/>
          </ac:spMkLst>
        </pc:spChg>
        <pc:spChg chg="del">
          <ac:chgData name="Laurent Corso" userId="0219eb03-2eeb-46d4-b992-439547476408" providerId="ADAL" clId="{B668467D-9C92-469F-933B-DC80010A5D17}" dt="2021-08-12T08:29:02.026" v="148" actId="478"/>
          <ac:spMkLst>
            <pc:docMk/>
            <pc:sldMk cId="140294894" sldId="402"/>
            <ac:spMk id="25" creationId="{00000000-0000-0000-0000-000000000000}"/>
          </ac:spMkLst>
        </pc:spChg>
        <pc:spChg chg="del">
          <ac:chgData name="Laurent Corso" userId="0219eb03-2eeb-46d4-b992-439547476408" providerId="ADAL" clId="{B668467D-9C92-469F-933B-DC80010A5D17}" dt="2021-08-12T08:29:02.026" v="148" actId="478"/>
          <ac:spMkLst>
            <pc:docMk/>
            <pc:sldMk cId="140294894" sldId="402"/>
            <ac:spMk id="26" creationId="{00000000-0000-0000-0000-000000000000}"/>
          </ac:spMkLst>
        </pc:spChg>
        <pc:spChg chg="del">
          <ac:chgData name="Laurent Corso" userId="0219eb03-2eeb-46d4-b992-439547476408" providerId="ADAL" clId="{B668467D-9C92-469F-933B-DC80010A5D17}" dt="2021-08-12T08:29:02.026" v="148" actId="478"/>
          <ac:spMkLst>
            <pc:docMk/>
            <pc:sldMk cId="140294894" sldId="402"/>
            <ac:spMk id="27" creationId="{00000000-0000-0000-0000-000000000000}"/>
          </ac:spMkLst>
        </pc:spChg>
        <pc:spChg chg="del">
          <ac:chgData name="Laurent Corso" userId="0219eb03-2eeb-46d4-b992-439547476408" providerId="ADAL" clId="{B668467D-9C92-469F-933B-DC80010A5D17}" dt="2021-08-12T08:29:02.026" v="148" actId="478"/>
          <ac:spMkLst>
            <pc:docMk/>
            <pc:sldMk cId="140294894" sldId="402"/>
            <ac:spMk id="36" creationId="{7A9BC83D-13DB-4891-8EC8-1E8420B8DD60}"/>
          </ac:spMkLst>
        </pc:spChg>
        <pc:spChg chg="del">
          <ac:chgData name="Laurent Corso" userId="0219eb03-2eeb-46d4-b992-439547476408" providerId="ADAL" clId="{B668467D-9C92-469F-933B-DC80010A5D17}" dt="2021-08-12T08:29:02.026" v="148" actId="478"/>
          <ac:spMkLst>
            <pc:docMk/>
            <pc:sldMk cId="140294894" sldId="402"/>
            <ac:spMk id="46" creationId="{BE16A361-5978-42A2-9DC7-659AF857B0D5}"/>
          </ac:spMkLst>
        </pc:spChg>
        <pc:spChg chg="del">
          <ac:chgData name="Laurent Corso" userId="0219eb03-2eeb-46d4-b992-439547476408" providerId="ADAL" clId="{B668467D-9C92-469F-933B-DC80010A5D17}" dt="2021-08-12T08:29:02.026" v="148" actId="478"/>
          <ac:spMkLst>
            <pc:docMk/>
            <pc:sldMk cId="140294894" sldId="402"/>
            <ac:spMk id="47" creationId="{CA653811-4E39-4A22-AD2F-BFB70E2A3CB3}"/>
          </ac:spMkLst>
        </pc:spChg>
        <pc:spChg chg="del">
          <ac:chgData name="Laurent Corso" userId="0219eb03-2eeb-46d4-b992-439547476408" providerId="ADAL" clId="{B668467D-9C92-469F-933B-DC80010A5D17}" dt="2021-08-12T08:29:02.026" v="148" actId="478"/>
          <ac:spMkLst>
            <pc:docMk/>
            <pc:sldMk cId="140294894" sldId="402"/>
            <ac:spMk id="48" creationId="{743B8881-3B9C-42F7-9EDD-1985CEF6B102}"/>
          </ac:spMkLst>
        </pc:spChg>
        <pc:spChg chg="del">
          <ac:chgData name="Laurent Corso" userId="0219eb03-2eeb-46d4-b992-439547476408" providerId="ADAL" clId="{B668467D-9C92-469F-933B-DC80010A5D17}" dt="2021-08-12T08:29:02.026" v="148" actId="478"/>
          <ac:spMkLst>
            <pc:docMk/>
            <pc:sldMk cId="140294894" sldId="402"/>
            <ac:spMk id="54" creationId="{0780601B-A935-4CF3-A51F-ACC39EC570E4}"/>
          </ac:spMkLst>
        </pc:spChg>
        <pc:spChg chg="del">
          <ac:chgData name="Laurent Corso" userId="0219eb03-2eeb-46d4-b992-439547476408" providerId="ADAL" clId="{B668467D-9C92-469F-933B-DC80010A5D17}" dt="2021-08-12T08:29:02.026" v="148" actId="478"/>
          <ac:spMkLst>
            <pc:docMk/>
            <pc:sldMk cId="140294894" sldId="402"/>
            <ac:spMk id="56" creationId="{AE2590CC-0520-4788-9CAB-6F5C70DCAB60}"/>
          </ac:spMkLst>
        </pc:spChg>
        <pc:cxnChg chg="del">
          <ac:chgData name="Laurent Corso" userId="0219eb03-2eeb-46d4-b992-439547476408" providerId="ADAL" clId="{B668467D-9C92-469F-933B-DC80010A5D17}" dt="2021-08-12T08:29:02.026" v="148" actId="478"/>
          <ac:cxnSpMkLst>
            <pc:docMk/>
            <pc:sldMk cId="140294894" sldId="402"/>
            <ac:cxnSpMk id="30" creationId="{9D544093-F3FB-4835-90AB-8EEBAD358914}"/>
          </ac:cxnSpMkLst>
        </pc:cxnChg>
        <pc:cxnChg chg="del">
          <ac:chgData name="Laurent Corso" userId="0219eb03-2eeb-46d4-b992-439547476408" providerId="ADAL" clId="{B668467D-9C92-469F-933B-DC80010A5D17}" dt="2021-08-12T08:29:02.026" v="148" actId="478"/>
          <ac:cxnSpMkLst>
            <pc:docMk/>
            <pc:sldMk cId="140294894" sldId="402"/>
            <ac:cxnSpMk id="33" creationId="{FFEFF293-6A06-453D-BC3D-DE6894D318FE}"/>
          </ac:cxnSpMkLst>
        </pc:cxnChg>
        <pc:cxnChg chg="del">
          <ac:chgData name="Laurent Corso" userId="0219eb03-2eeb-46d4-b992-439547476408" providerId="ADAL" clId="{B668467D-9C92-469F-933B-DC80010A5D17}" dt="2021-08-12T08:29:02.026" v="148" actId="478"/>
          <ac:cxnSpMkLst>
            <pc:docMk/>
            <pc:sldMk cId="140294894" sldId="402"/>
            <ac:cxnSpMk id="40" creationId="{00000000-0000-0000-0000-000000000000}"/>
          </ac:cxnSpMkLst>
        </pc:cxnChg>
        <pc:cxnChg chg="del">
          <ac:chgData name="Laurent Corso" userId="0219eb03-2eeb-46d4-b992-439547476408" providerId="ADAL" clId="{B668467D-9C92-469F-933B-DC80010A5D17}" dt="2021-08-12T08:29:02.026" v="148" actId="478"/>
          <ac:cxnSpMkLst>
            <pc:docMk/>
            <pc:sldMk cId="140294894" sldId="402"/>
            <ac:cxnSpMk id="42" creationId="{00000000-0000-0000-0000-000000000000}"/>
          </ac:cxnSpMkLst>
        </pc:cxnChg>
        <pc:cxnChg chg="del">
          <ac:chgData name="Laurent Corso" userId="0219eb03-2eeb-46d4-b992-439547476408" providerId="ADAL" clId="{B668467D-9C92-469F-933B-DC80010A5D17}" dt="2021-08-12T08:29:02.026" v="148" actId="478"/>
          <ac:cxnSpMkLst>
            <pc:docMk/>
            <pc:sldMk cId="140294894" sldId="402"/>
            <ac:cxnSpMk id="49" creationId="{FD9E6234-0A3D-45D4-A920-1FDC5D8E871A}"/>
          </ac:cxnSpMkLst>
        </pc:cxnChg>
        <pc:cxnChg chg="del">
          <ac:chgData name="Laurent Corso" userId="0219eb03-2eeb-46d4-b992-439547476408" providerId="ADAL" clId="{B668467D-9C92-469F-933B-DC80010A5D17}" dt="2021-08-12T08:29:02.026" v="148" actId="478"/>
          <ac:cxnSpMkLst>
            <pc:docMk/>
            <pc:sldMk cId="140294894" sldId="402"/>
            <ac:cxnSpMk id="50" creationId="{A45A5275-EBA1-438D-9C86-F85B65AC479A}"/>
          </ac:cxnSpMkLst>
        </pc:cxnChg>
        <pc:cxnChg chg="del">
          <ac:chgData name="Laurent Corso" userId="0219eb03-2eeb-46d4-b992-439547476408" providerId="ADAL" clId="{B668467D-9C92-469F-933B-DC80010A5D17}" dt="2021-08-12T08:29:02.026" v="148" actId="478"/>
          <ac:cxnSpMkLst>
            <pc:docMk/>
            <pc:sldMk cId="140294894" sldId="402"/>
            <ac:cxnSpMk id="51" creationId="{00000000-0000-0000-0000-000000000000}"/>
          </ac:cxnSpMkLst>
        </pc:cxnChg>
        <pc:cxnChg chg="del">
          <ac:chgData name="Laurent Corso" userId="0219eb03-2eeb-46d4-b992-439547476408" providerId="ADAL" clId="{B668467D-9C92-469F-933B-DC80010A5D17}" dt="2021-08-12T08:29:02.026" v="148" actId="478"/>
          <ac:cxnSpMkLst>
            <pc:docMk/>
            <pc:sldMk cId="140294894" sldId="402"/>
            <ac:cxnSpMk id="55" creationId="{B6B983DA-E0B0-4B37-8B3E-071DD8F1EE90}"/>
          </ac:cxnSpMkLst>
        </pc:cxnChg>
      </pc:sldChg>
    </pc:docChg>
  </pc:docChgLst>
  <pc:docChgLst>
    <pc:chgData name="Jerome Martini" userId="cf445fd1-bb94-431f-9d69-de636e77a98d" providerId="ADAL" clId="{69B09C83-7FA9-4554-AF6F-4D98E55EDF4B}"/>
    <pc:docChg chg="delSld modSld">
      <pc:chgData name="Jerome Martini" userId="cf445fd1-bb94-431f-9d69-de636e77a98d" providerId="ADAL" clId="{69B09C83-7FA9-4554-AF6F-4D98E55EDF4B}" dt="2022-11-26T14:17:04.948" v="24"/>
      <pc:docMkLst>
        <pc:docMk/>
      </pc:docMkLst>
      <pc:sldChg chg="modSp mod">
        <pc:chgData name="Jerome Martini" userId="cf445fd1-bb94-431f-9d69-de636e77a98d" providerId="ADAL" clId="{69B09C83-7FA9-4554-AF6F-4D98E55EDF4B}" dt="2022-11-26T14:12:33.394" v="13"/>
        <pc:sldMkLst>
          <pc:docMk/>
          <pc:sldMk cId="2413152550" sldId="382"/>
        </pc:sldMkLst>
        <pc:spChg chg="mod">
          <ac:chgData name="Jerome Martini" userId="cf445fd1-bb94-431f-9d69-de636e77a98d" providerId="ADAL" clId="{69B09C83-7FA9-4554-AF6F-4D98E55EDF4B}" dt="2022-11-26T14:12:33.394" v="13"/>
          <ac:spMkLst>
            <pc:docMk/>
            <pc:sldMk cId="2413152550" sldId="382"/>
            <ac:spMk id="6" creationId="{CF73D95C-974E-45DE-B0C7-2EFB7EC19088}"/>
          </ac:spMkLst>
        </pc:spChg>
      </pc:sldChg>
      <pc:sldChg chg="modSp mod">
        <pc:chgData name="Jerome Martini" userId="cf445fd1-bb94-431f-9d69-de636e77a98d" providerId="ADAL" clId="{69B09C83-7FA9-4554-AF6F-4D98E55EDF4B}" dt="2022-11-26T14:12:54.462" v="15"/>
        <pc:sldMkLst>
          <pc:docMk/>
          <pc:sldMk cId="2002392854" sldId="390"/>
        </pc:sldMkLst>
        <pc:spChg chg="mod">
          <ac:chgData name="Jerome Martini" userId="cf445fd1-bb94-431f-9d69-de636e77a98d" providerId="ADAL" clId="{69B09C83-7FA9-4554-AF6F-4D98E55EDF4B}" dt="2022-11-26T14:12:54.462" v="15"/>
          <ac:spMkLst>
            <pc:docMk/>
            <pc:sldMk cId="2002392854" sldId="390"/>
            <ac:spMk id="6" creationId="{CF73D95C-974E-45DE-B0C7-2EFB7EC19088}"/>
          </ac:spMkLst>
        </pc:spChg>
      </pc:sldChg>
      <pc:sldChg chg="modSp mod">
        <pc:chgData name="Jerome Martini" userId="cf445fd1-bb94-431f-9d69-de636e77a98d" providerId="ADAL" clId="{69B09C83-7FA9-4554-AF6F-4D98E55EDF4B}" dt="2022-11-26T14:14:57.672" v="19"/>
        <pc:sldMkLst>
          <pc:docMk/>
          <pc:sldMk cId="2217022072" sldId="391"/>
        </pc:sldMkLst>
        <pc:spChg chg="mod">
          <ac:chgData name="Jerome Martini" userId="cf445fd1-bb94-431f-9d69-de636e77a98d" providerId="ADAL" clId="{69B09C83-7FA9-4554-AF6F-4D98E55EDF4B}" dt="2022-11-26T14:14:57.672" v="19"/>
          <ac:spMkLst>
            <pc:docMk/>
            <pc:sldMk cId="2217022072" sldId="391"/>
            <ac:spMk id="38" creationId="{9A176A55-C503-4F27-B836-52B58EBEBB49}"/>
          </ac:spMkLst>
        </pc:spChg>
      </pc:sldChg>
      <pc:sldChg chg="del">
        <pc:chgData name="Jerome Martini" userId="cf445fd1-bb94-431f-9d69-de636e77a98d" providerId="ADAL" clId="{69B09C83-7FA9-4554-AF6F-4D98E55EDF4B}" dt="2022-11-26T14:16:11.961" v="20" actId="47"/>
        <pc:sldMkLst>
          <pc:docMk/>
          <pc:sldMk cId="818957323" sldId="392"/>
        </pc:sldMkLst>
      </pc:sldChg>
      <pc:sldChg chg="modSp mod">
        <pc:chgData name="Jerome Martini" userId="cf445fd1-bb94-431f-9d69-de636e77a98d" providerId="ADAL" clId="{69B09C83-7FA9-4554-AF6F-4D98E55EDF4B}" dt="2022-11-26T14:14:36.895" v="17"/>
        <pc:sldMkLst>
          <pc:docMk/>
          <pc:sldMk cId="2164530556" sldId="394"/>
        </pc:sldMkLst>
        <pc:spChg chg="mod">
          <ac:chgData name="Jerome Martini" userId="cf445fd1-bb94-431f-9d69-de636e77a98d" providerId="ADAL" clId="{69B09C83-7FA9-4554-AF6F-4D98E55EDF4B}" dt="2022-11-26T14:14:36.895" v="17"/>
          <ac:spMkLst>
            <pc:docMk/>
            <pc:sldMk cId="2164530556" sldId="394"/>
            <ac:spMk id="38" creationId="{9A176A55-C503-4F27-B836-52B58EBEBB49}"/>
          </ac:spMkLst>
        </pc:spChg>
      </pc:sldChg>
      <pc:sldChg chg="modSp mod">
        <pc:chgData name="Jerome Martini" userId="cf445fd1-bb94-431f-9d69-de636e77a98d" providerId="ADAL" clId="{69B09C83-7FA9-4554-AF6F-4D98E55EDF4B}" dt="2022-11-26T14:11:23.911" v="11" actId="20577"/>
        <pc:sldMkLst>
          <pc:docMk/>
          <pc:sldMk cId="160131791" sldId="397"/>
        </pc:sldMkLst>
        <pc:spChg chg="mod">
          <ac:chgData name="Jerome Martini" userId="cf445fd1-bb94-431f-9d69-de636e77a98d" providerId="ADAL" clId="{69B09C83-7FA9-4554-AF6F-4D98E55EDF4B}" dt="2022-11-26T14:11:23.911" v="11" actId="20577"/>
          <ac:spMkLst>
            <pc:docMk/>
            <pc:sldMk cId="160131791" sldId="397"/>
            <ac:spMk id="3" creationId="{00000000-0000-0000-0000-000000000000}"/>
          </ac:spMkLst>
        </pc:spChg>
      </pc:sldChg>
      <pc:sldChg chg="modSp mod">
        <pc:chgData name="Jerome Martini" userId="cf445fd1-bb94-431f-9d69-de636e77a98d" providerId="ADAL" clId="{69B09C83-7FA9-4554-AF6F-4D98E55EDF4B}" dt="2022-11-26T14:16:48.908" v="22"/>
        <pc:sldMkLst>
          <pc:docMk/>
          <pc:sldMk cId="417206226" sldId="401"/>
        </pc:sldMkLst>
        <pc:spChg chg="mod">
          <ac:chgData name="Jerome Martini" userId="cf445fd1-bb94-431f-9d69-de636e77a98d" providerId="ADAL" clId="{69B09C83-7FA9-4554-AF6F-4D98E55EDF4B}" dt="2022-11-26T14:16:48.908" v="22"/>
          <ac:spMkLst>
            <pc:docMk/>
            <pc:sldMk cId="417206226" sldId="401"/>
            <ac:spMk id="38" creationId="{9A176A55-C503-4F27-B836-52B58EBEBB49}"/>
          </ac:spMkLst>
        </pc:spChg>
      </pc:sldChg>
      <pc:sldChg chg="modSp mod">
        <pc:chgData name="Jerome Martini" userId="cf445fd1-bb94-431f-9d69-de636e77a98d" providerId="ADAL" clId="{69B09C83-7FA9-4554-AF6F-4D98E55EDF4B}" dt="2022-11-26T14:17:04.948" v="24"/>
        <pc:sldMkLst>
          <pc:docMk/>
          <pc:sldMk cId="140294894" sldId="402"/>
        </pc:sldMkLst>
        <pc:spChg chg="mod">
          <ac:chgData name="Jerome Martini" userId="cf445fd1-bb94-431f-9d69-de636e77a98d" providerId="ADAL" clId="{69B09C83-7FA9-4554-AF6F-4D98E55EDF4B}" dt="2022-11-26T14:17:04.948" v="24"/>
          <ac:spMkLst>
            <pc:docMk/>
            <pc:sldMk cId="140294894" sldId="402"/>
            <ac:spMk id="38" creationId="{9A176A55-C503-4F27-B836-52B58EBEBB49}"/>
          </ac:spMkLst>
        </pc:spChg>
      </pc:sldChg>
      <pc:sldChg chg="del">
        <pc:chgData name="Jerome Martini" userId="cf445fd1-bb94-431f-9d69-de636e77a98d" providerId="ADAL" clId="{69B09C83-7FA9-4554-AF6F-4D98E55EDF4B}" dt="2022-11-26T14:16:11.961" v="20" actId="47"/>
        <pc:sldMkLst>
          <pc:docMk/>
          <pc:sldMk cId="3142712589" sldId="404"/>
        </pc:sldMkLst>
      </pc:sldChg>
      <pc:sldChg chg="del">
        <pc:chgData name="Jerome Martini" userId="cf445fd1-bb94-431f-9d69-de636e77a98d" providerId="ADAL" clId="{69B09C83-7FA9-4554-AF6F-4D98E55EDF4B}" dt="2022-11-26T14:16:11.961" v="20" actId="47"/>
        <pc:sldMkLst>
          <pc:docMk/>
          <pc:sldMk cId="3114275367" sldId="405"/>
        </pc:sldMkLst>
      </pc:sldChg>
    </pc:docChg>
  </pc:docChgLst>
  <pc:docChgLst>
    <pc:chgData name="Laurent Corso" userId="0219eb03-2eeb-46d4-b992-439547476408" providerId="ADAL" clId="{F7DC7F44-7F8E-4270-B681-6CCEDD09DE41}"/>
    <pc:docChg chg="addSld delSld modSld sldOrd">
      <pc:chgData name="Laurent Corso" userId="0219eb03-2eeb-46d4-b992-439547476408" providerId="ADAL" clId="{F7DC7F44-7F8E-4270-B681-6CCEDD09DE41}" dt="2022-04-21T14:11:03.015" v="160" actId="20577"/>
      <pc:docMkLst>
        <pc:docMk/>
      </pc:docMkLst>
      <pc:sldChg chg="del">
        <pc:chgData name="Laurent Corso" userId="0219eb03-2eeb-46d4-b992-439547476408" providerId="ADAL" clId="{F7DC7F44-7F8E-4270-B681-6CCEDD09DE41}" dt="2022-04-21T13:47:15.911" v="71" actId="47"/>
        <pc:sldMkLst>
          <pc:docMk/>
          <pc:sldMk cId="1505535742" sldId="344"/>
        </pc:sldMkLst>
      </pc:sldChg>
      <pc:sldChg chg="del">
        <pc:chgData name="Laurent Corso" userId="0219eb03-2eeb-46d4-b992-439547476408" providerId="ADAL" clId="{F7DC7F44-7F8E-4270-B681-6CCEDD09DE41}" dt="2022-04-21T13:47:15.911" v="71" actId="47"/>
        <pc:sldMkLst>
          <pc:docMk/>
          <pc:sldMk cId="2724293164" sldId="345"/>
        </pc:sldMkLst>
      </pc:sldChg>
      <pc:sldChg chg="add ord">
        <pc:chgData name="Laurent Corso" userId="0219eb03-2eeb-46d4-b992-439547476408" providerId="ADAL" clId="{F7DC7F44-7F8E-4270-B681-6CCEDD09DE41}" dt="2022-04-21T13:47:37.260" v="75"/>
        <pc:sldMkLst>
          <pc:docMk/>
          <pc:sldMk cId="1922061446" sldId="347"/>
        </pc:sldMkLst>
      </pc:sldChg>
      <pc:sldChg chg="modSp mod">
        <pc:chgData name="Laurent Corso" userId="0219eb03-2eeb-46d4-b992-439547476408" providerId="ADAL" clId="{F7DC7F44-7F8E-4270-B681-6CCEDD09DE41}" dt="2022-04-21T13:08:52.340" v="26" actId="20577"/>
        <pc:sldMkLst>
          <pc:docMk/>
          <pc:sldMk cId="2413152550" sldId="382"/>
        </pc:sldMkLst>
        <pc:spChg chg="mod">
          <ac:chgData name="Laurent Corso" userId="0219eb03-2eeb-46d4-b992-439547476408" providerId="ADAL" clId="{F7DC7F44-7F8E-4270-B681-6CCEDD09DE41}" dt="2022-04-21T13:08:52.340" v="26" actId="20577"/>
          <ac:spMkLst>
            <pc:docMk/>
            <pc:sldMk cId="2413152550" sldId="382"/>
            <ac:spMk id="6" creationId="{CF73D95C-974E-45DE-B0C7-2EFB7EC19088}"/>
          </ac:spMkLst>
        </pc:spChg>
      </pc:sldChg>
      <pc:sldChg chg="modSp mod">
        <pc:chgData name="Laurent Corso" userId="0219eb03-2eeb-46d4-b992-439547476408" providerId="ADAL" clId="{F7DC7F44-7F8E-4270-B681-6CCEDD09DE41}" dt="2022-04-21T13:11:58.734" v="40" actId="20577"/>
        <pc:sldMkLst>
          <pc:docMk/>
          <pc:sldMk cId="2002392854" sldId="390"/>
        </pc:sldMkLst>
        <pc:spChg chg="mod">
          <ac:chgData name="Laurent Corso" userId="0219eb03-2eeb-46d4-b992-439547476408" providerId="ADAL" clId="{F7DC7F44-7F8E-4270-B681-6CCEDD09DE41}" dt="2022-04-21T13:11:58.734" v="40" actId="20577"/>
          <ac:spMkLst>
            <pc:docMk/>
            <pc:sldMk cId="2002392854" sldId="390"/>
            <ac:spMk id="6" creationId="{CF73D95C-974E-45DE-B0C7-2EFB7EC19088}"/>
          </ac:spMkLst>
        </pc:spChg>
      </pc:sldChg>
      <pc:sldChg chg="modSp mod">
        <pc:chgData name="Laurent Corso" userId="0219eb03-2eeb-46d4-b992-439547476408" providerId="ADAL" clId="{F7DC7F44-7F8E-4270-B681-6CCEDD09DE41}" dt="2022-04-21T13:31:17.937" v="70" actId="20577"/>
        <pc:sldMkLst>
          <pc:docMk/>
          <pc:sldMk cId="2217022072" sldId="391"/>
        </pc:sldMkLst>
        <pc:spChg chg="mod">
          <ac:chgData name="Laurent Corso" userId="0219eb03-2eeb-46d4-b992-439547476408" providerId="ADAL" clId="{F7DC7F44-7F8E-4270-B681-6CCEDD09DE41}" dt="2022-04-21T13:31:17.937" v="70" actId="20577"/>
          <ac:spMkLst>
            <pc:docMk/>
            <pc:sldMk cId="2217022072" sldId="391"/>
            <ac:spMk id="38" creationId="{9A176A55-C503-4F27-B836-52B58EBEBB49}"/>
          </ac:spMkLst>
        </pc:spChg>
      </pc:sldChg>
      <pc:sldChg chg="modSp mod">
        <pc:chgData name="Laurent Corso" userId="0219eb03-2eeb-46d4-b992-439547476408" providerId="ADAL" clId="{F7DC7F44-7F8E-4270-B681-6CCEDD09DE41}" dt="2022-04-21T13:23:00.242" v="52" actId="20577"/>
        <pc:sldMkLst>
          <pc:docMk/>
          <pc:sldMk cId="2164530556" sldId="394"/>
        </pc:sldMkLst>
        <pc:spChg chg="mod">
          <ac:chgData name="Laurent Corso" userId="0219eb03-2eeb-46d4-b992-439547476408" providerId="ADAL" clId="{F7DC7F44-7F8E-4270-B681-6CCEDD09DE41}" dt="2022-04-21T13:23:00.242" v="52" actId="20577"/>
          <ac:spMkLst>
            <pc:docMk/>
            <pc:sldMk cId="2164530556" sldId="394"/>
            <ac:spMk id="38" creationId="{9A176A55-C503-4F27-B836-52B58EBEBB49}"/>
          </ac:spMkLst>
        </pc:spChg>
      </pc:sldChg>
      <pc:sldChg chg="modSp mod">
        <pc:chgData name="Laurent Corso" userId="0219eb03-2eeb-46d4-b992-439547476408" providerId="ADAL" clId="{F7DC7F44-7F8E-4270-B681-6CCEDD09DE41}" dt="2022-04-21T12:58:14.482" v="9" actId="20577"/>
        <pc:sldMkLst>
          <pc:docMk/>
          <pc:sldMk cId="160131791" sldId="397"/>
        </pc:sldMkLst>
        <pc:spChg chg="mod">
          <ac:chgData name="Laurent Corso" userId="0219eb03-2eeb-46d4-b992-439547476408" providerId="ADAL" clId="{F7DC7F44-7F8E-4270-B681-6CCEDD09DE41}" dt="2022-04-21T12:58:14.482" v="9" actId="20577"/>
          <ac:spMkLst>
            <pc:docMk/>
            <pc:sldMk cId="160131791" sldId="397"/>
            <ac:spMk id="3" creationId="{00000000-0000-0000-0000-000000000000}"/>
          </ac:spMkLst>
        </pc:spChg>
      </pc:sldChg>
      <pc:sldChg chg="del">
        <pc:chgData name="Laurent Corso" userId="0219eb03-2eeb-46d4-b992-439547476408" providerId="ADAL" clId="{F7DC7F44-7F8E-4270-B681-6CCEDD09DE41}" dt="2022-04-21T13:47:33.964" v="72" actId="47"/>
        <pc:sldMkLst>
          <pc:docMk/>
          <pc:sldMk cId="3742040292" sldId="400"/>
        </pc:sldMkLst>
      </pc:sldChg>
      <pc:sldChg chg="modSp mod">
        <pc:chgData name="Laurent Corso" userId="0219eb03-2eeb-46d4-b992-439547476408" providerId="ADAL" clId="{F7DC7F44-7F8E-4270-B681-6CCEDD09DE41}" dt="2022-04-21T13:54:04.774" v="95" actId="6549"/>
        <pc:sldMkLst>
          <pc:docMk/>
          <pc:sldMk cId="417206226" sldId="401"/>
        </pc:sldMkLst>
        <pc:spChg chg="mod">
          <ac:chgData name="Laurent Corso" userId="0219eb03-2eeb-46d4-b992-439547476408" providerId="ADAL" clId="{F7DC7F44-7F8E-4270-B681-6CCEDD09DE41}" dt="2022-04-21T13:54:04.774" v="95" actId="6549"/>
          <ac:spMkLst>
            <pc:docMk/>
            <pc:sldMk cId="417206226" sldId="401"/>
            <ac:spMk id="38" creationId="{9A176A55-C503-4F27-B836-52B58EBEBB49}"/>
          </ac:spMkLst>
        </pc:spChg>
      </pc:sldChg>
      <pc:sldChg chg="modSp mod">
        <pc:chgData name="Laurent Corso" userId="0219eb03-2eeb-46d4-b992-439547476408" providerId="ADAL" clId="{F7DC7F44-7F8E-4270-B681-6CCEDD09DE41}" dt="2022-04-21T14:11:03.015" v="160" actId="20577"/>
        <pc:sldMkLst>
          <pc:docMk/>
          <pc:sldMk cId="140294894" sldId="402"/>
        </pc:sldMkLst>
        <pc:spChg chg="mod">
          <ac:chgData name="Laurent Corso" userId="0219eb03-2eeb-46d4-b992-439547476408" providerId="ADAL" clId="{F7DC7F44-7F8E-4270-B681-6CCEDD09DE41}" dt="2022-04-21T14:11:03.015" v="160" actId="20577"/>
          <ac:spMkLst>
            <pc:docMk/>
            <pc:sldMk cId="140294894" sldId="402"/>
            <ac:spMk id="38" creationId="{9A176A55-C503-4F27-B836-52B58EBEBB49}"/>
          </ac:spMkLst>
        </pc:spChg>
      </pc:sldChg>
      <pc:sldChg chg="del">
        <pc:chgData name="Laurent Corso" userId="0219eb03-2eeb-46d4-b992-439547476408" providerId="ADAL" clId="{F7DC7F44-7F8E-4270-B681-6CCEDD09DE41}" dt="2022-04-21T13:47:15.911" v="71" actId="47"/>
        <pc:sldMkLst>
          <pc:docMk/>
          <pc:sldMk cId="3217290394" sldId="403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89938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777607" y="0"/>
            <a:ext cx="2889938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7068CA-F0DC-447A-B9ED-AE95D731C7D8}" type="datetimeFigureOut">
              <a:rPr lang="fr-FR" smtClean="0"/>
              <a:pPr/>
              <a:t>05/12/2022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9408981"/>
            <a:ext cx="2889938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777607" y="9408981"/>
            <a:ext cx="2889938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110657-391D-4BAF-82B8-BBA3EA77C61C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9197707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89938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00F49C-6693-442B-81D1-9FE7387508D2}" type="datetimeFigureOut">
              <a:rPr lang="fr-FR" smtClean="0"/>
              <a:pPr/>
              <a:t>05/12/2022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858838" y="742950"/>
            <a:ext cx="4951412" cy="3714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66909" y="4705350"/>
            <a:ext cx="5335270" cy="44577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9408981"/>
            <a:ext cx="2889938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777607" y="9408981"/>
            <a:ext cx="2889938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4742A2-A700-4112-A494-09AD92282681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22369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sz="11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84742A2-A700-4112-A494-09AD92282681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294293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sz="11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741872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sz="11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241831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sz="1100" dirty="0">
              <a:cs typeface="Times New Roman" pitchFamily="18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669675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fr-BE" sz="11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84742A2-A700-4112-A494-09AD92282681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507358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fr-BE" sz="11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84742A2-A700-4112-A494-09AD92282681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432524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sz="11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895955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sz="11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84742A2-A700-4112-A494-09AD92282681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962453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BE" sz="1100" baseline="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84742A2-A700-4112-A494-09AD92282681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760639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BE" sz="1100" baseline="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84742A2-A700-4112-A494-09AD92282681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7606390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BE" sz="1100" baseline="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84742A2-A700-4112-A494-09AD92282681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693852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sz="11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84742A2-A700-4112-A494-09AD92282681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7834949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fr-BE" sz="11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84742A2-A700-4112-A494-09AD92282681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3851099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fr-BE" sz="11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84742A2-A700-4112-A494-09AD92282681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4653339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sz="105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17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9596051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indent="0">
              <a:buFont typeface="Wingdings" panose="05000000000000000000" pitchFamily="2" charset="2"/>
              <a:buNone/>
            </a:pPr>
            <a:endParaRPr lang="fr-BE" sz="1100" baseline="0" dirty="0">
              <a:sym typeface="Wingdings" pitchFamily="2" charset="2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18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6515613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BE" sz="1050" baseline="0" dirty="0">
              <a:sym typeface="Wingdings" pitchFamily="2" charset="2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19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775333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BE" sz="1050" baseline="0" dirty="0">
              <a:sym typeface="Wingdings" pitchFamily="2" charset="2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20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6959840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sz="1100" b="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21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24852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sz="11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22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1614348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ts val="0"/>
              </a:spcBef>
              <a:buSzPct val="100000"/>
              <a:buFont typeface="Wingdings" pitchFamily="2" charset="2"/>
              <a:buNone/>
            </a:pPr>
            <a:endParaRPr lang="fr-BE" sz="1100" i="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23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0835933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fr-BE" sz="11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84742A2-A700-4112-A494-09AD92282681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6765459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fr-BE" sz="11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84742A2-A700-4112-A494-09AD92282681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444819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493B7-DEF7-4527-8058-29A4201D9D2A}" type="datetime1">
              <a:rPr lang="fr-FR" smtClean="0"/>
              <a:t>05/12/2022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  <p:transition>
    <p:dissolv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106A2-4E85-4CC4-8E33-FE4A78ADF4E3}" type="datetime1">
              <a:rPr lang="fr-FR" smtClean="0"/>
              <a:t>05/12/2022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  <p:transition>
    <p:dissolv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503C3-26DF-498A-8153-53A2F544586D}" type="datetime1">
              <a:rPr lang="fr-FR" smtClean="0"/>
              <a:t>05/12/2022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  <p:transition>
    <p:dissolv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9542E-7B53-4A28-8588-0FF92A5BF652}" type="datetime1">
              <a:rPr lang="fr-FR" smtClean="0"/>
              <a:t>05/12/2022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  <p:transition>
    <p:dissolv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06122-B6F8-4C7E-BCDB-A2A20C56C70C}" type="datetime1">
              <a:rPr lang="fr-FR" smtClean="0"/>
              <a:t>05/12/2022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  <p:transition>
    <p:dissolv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5A65A-282E-4C10-AEC3-35586DD34715}" type="datetime1">
              <a:rPr lang="fr-FR" smtClean="0"/>
              <a:t>05/12/2022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  <p:transition>
    <p:dissolv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92AB8-E1B4-4FBF-A3A5-2C57A7A7E027}" type="datetime1">
              <a:rPr lang="fr-FR" smtClean="0"/>
              <a:t>05/12/2022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  <p:transition>
    <p:dissolv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C9A60-206E-4A29-993B-CF3996D8D4FC}" type="datetime1">
              <a:rPr lang="fr-FR" smtClean="0"/>
              <a:t>05/12/2022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  <p:transition>
    <p:dissolv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5F286D-78ED-4007-AD44-5F6F591A8CAD}" type="datetime1">
              <a:rPr lang="fr-FR" smtClean="0"/>
              <a:t>05/12/2022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  <p:transition>
    <p:dissolv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7A653-E3BE-4F0A-B73C-4A9F25118DAC}" type="datetime1">
              <a:rPr lang="fr-FR" smtClean="0"/>
              <a:t>05/12/2022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  <p:transition>
    <p:dissolv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ECC6F-A903-4C37-A1D3-A82E7C9673A1}" type="datetime1">
              <a:rPr lang="fr-FR" smtClean="0"/>
              <a:t>05/12/2022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  <p:transition>
    <p:dissolv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16000"/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DB825E-848D-47B8-87A6-086E408DB869}" type="datetime1">
              <a:rPr lang="fr-FR" smtClean="0"/>
              <a:t>05/12/2022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E9056B-6A30-4F99-BDE9-C450E66AE12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dissolve/>
  </p:transition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pPr marL="609600" indent="-609600"/>
            <a:r>
              <a:rPr lang="fr-BE" sz="5000" b="1" i="1" dirty="0"/>
              <a:t>Dispense </a:t>
            </a:r>
            <a:r>
              <a:rPr lang="fr-BE" sz="5000" b="1" i="1"/>
              <a:t>de stage</a:t>
            </a:r>
            <a:endParaRPr lang="fr-FR" sz="5000" b="1" i="1" dirty="0"/>
          </a:p>
        </p:txBody>
      </p:sp>
      <p:sp>
        <p:nvSpPr>
          <p:cNvPr id="6" name="Sous-titre 5"/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r>
              <a:rPr lang="fr-BE" sz="3800" b="1" i="1" dirty="0">
                <a:solidFill>
                  <a:srgbClr val="C00000"/>
                </a:solidFill>
                <a:latin typeface="+mj-lt"/>
                <a:ea typeface="+mj-ea"/>
                <a:cs typeface="+mj-cs"/>
              </a:rPr>
              <a:t>Art. 42 </a:t>
            </a:r>
            <a:r>
              <a:rPr lang="fr-BE" sz="3800" b="1" i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de l’</a:t>
            </a:r>
            <a:r>
              <a:rPr lang="fr-BE" sz="3800" b="1" i="1" dirty="0">
                <a:solidFill>
                  <a:srgbClr val="C00000"/>
                </a:solidFill>
                <a:latin typeface="+mj-lt"/>
                <a:ea typeface="+mj-ea"/>
                <a:cs typeface="+mj-cs"/>
              </a:rPr>
              <a:t>AR</a:t>
            </a:r>
            <a:r>
              <a:rPr lang="fr-BE" sz="3800" b="1" i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du 25.11.1991</a:t>
            </a:r>
            <a:endParaRPr lang="fr-FR" sz="3800" b="1" i="1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E9056B-6A30-4F99-BDE9-C450E66AE125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ZoneTexte 2"/>
          <p:cNvSpPr txBox="1"/>
          <p:nvPr/>
        </p:nvSpPr>
        <p:spPr>
          <a:xfrm>
            <a:off x="899592" y="6130520"/>
            <a:ext cx="28490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FLT – Version du </a:t>
            </a:r>
            <a:r>
              <a:rPr lang="fr-BE" dirty="0">
                <a:solidFill>
                  <a:prstClr val="black"/>
                </a:solidFill>
                <a:latin typeface="Calibri"/>
              </a:rPr>
              <a:t>07</a:t>
            </a:r>
            <a:r>
              <a:rPr kumimoji="0" lang="fr-B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/12/2022</a:t>
            </a:r>
          </a:p>
        </p:txBody>
      </p:sp>
    </p:spTree>
    <p:extLst>
      <p:ext uri="{BB962C8B-B14F-4D97-AF65-F5344CB8AC3E}">
        <p14:creationId xmlns:p14="http://schemas.microsoft.com/office/powerpoint/2010/main" val="1601317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re 1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BE" sz="4000" b="1" i="1" dirty="0"/>
              <a:t>Table des matières</a:t>
            </a:r>
            <a:endParaRPr lang="fr-FR" sz="4000" b="1" i="1" dirty="0"/>
          </a:p>
        </p:txBody>
      </p:sp>
      <p:sp>
        <p:nvSpPr>
          <p:cNvPr id="15" name="Espace réservé du contenu 14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675658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fr-BE" sz="2400" dirty="0"/>
              <a:t>1. Préambule							</a:t>
            </a:r>
            <a:r>
              <a:rPr lang="fr-BE" sz="2000" dirty="0"/>
              <a:t>pg. 3</a:t>
            </a:r>
          </a:p>
          <a:p>
            <a:pPr marL="0" indent="0">
              <a:spcBef>
                <a:spcPts val="0"/>
              </a:spcBef>
              <a:buNone/>
            </a:pPr>
            <a:endParaRPr lang="fr-BE" sz="600" dirty="0"/>
          </a:p>
          <a:p>
            <a:pPr>
              <a:spcBef>
                <a:spcPts val="0"/>
              </a:spcBef>
              <a:buNone/>
            </a:pPr>
            <a:r>
              <a:rPr lang="fr-BE" sz="2400" dirty="0"/>
              <a:t>2. Règle générale						</a:t>
            </a:r>
            <a:r>
              <a:rPr lang="fr-BE" sz="2000" dirty="0"/>
              <a:t>pg. 5</a:t>
            </a:r>
          </a:p>
          <a:p>
            <a:pPr>
              <a:spcBef>
                <a:spcPts val="0"/>
              </a:spcBef>
              <a:buNone/>
            </a:pPr>
            <a:endParaRPr lang="fr-BE" sz="600" dirty="0"/>
          </a:p>
          <a:p>
            <a:pPr>
              <a:spcBef>
                <a:spcPts val="0"/>
              </a:spcBef>
              <a:buNone/>
            </a:pPr>
            <a:r>
              <a:rPr lang="fr-BE" sz="2400" dirty="0"/>
              <a:t>3. Dernier jour indemnisé					</a:t>
            </a:r>
            <a:r>
              <a:rPr lang="fr-BE" sz="2000" dirty="0"/>
              <a:t>pg. 6</a:t>
            </a:r>
          </a:p>
          <a:p>
            <a:pPr>
              <a:spcBef>
                <a:spcPts val="0"/>
              </a:spcBef>
              <a:buNone/>
            </a:pPr>
            <a:endParaRPr lang="fr-BE" sz="600" dirty="0"/>
          </a:p>
          <a:p>
            <a:pPr lvl="0">
              <a:spcBef>
                <a:spcPts val="0"/>
              </a:spcBef>
              <a:buNone/>
            </a:pPr>
            <a:r>
              <a:rPr lang="fr-BE" sz="2400" dirty="0">
                <a:solidFill>
                  <a:prstClr val="black"/>
                </a:solidFill>
              </a:rPr>
              <a:t>4. Assouplissements						</a:t>
            </a:r>
            <a:r>
              <a:rPr lang="fr-BE" sz="2000" dirty="0">
                <a:solidFill>
                  <a:prstClr val="black"/>
                </a:solidFill>
              </a:rPr>
              <a:t>pg. 9</a:t>
            </a:r>
          </a:p>
          <a:p>
            <a:pPr lvl="0">
              <a:spcBef>
                <a:spcPts val="0"/>
              </a:spcBef>
              <a:buNone/>
            </a:pPr>
            <a:endParaRPr lang="fr-BE" sz="600" dirty="0">
              <a:solidFill>
                <a:prstClr val="black"/>
              </a:solidFill>
            </a:endParaRPr>
          </a:p>
          <a:p>
            <a:pPr lvl="0">
              <a:spcBef>
                <a:spcPts val="0"/>
              </a:spcBef>
              <a:buNone/>
            </a:pPr>
            <a:r>
              <a:rPr lang="fr-BE" sz="2400" dirty="0">
                <a:solidFill>
                  <a:prstClr val="black"/>
                </a:solidFill>
              </a:rPr>
              <a:t>5. Evènements et prolongation de la période de référence	</a:t>
            </a:r>
            <a:r>
              <a:rPr lang="fr-BE" sz="2000" dirty="0">
                <a:solidFill>
                  <a:prstClr val="black"/>
                </a:solidFill>
              </a:rPr>
              <a:t>pg. 10</a:t>
            </a:r>
          </a:p>
          <a:p>
            <a:pPr>
              <a:spcBef>
                <a:spcPts val="0"/>
              </a:spcBef>
              <a:buNone/>
            </a:pPr>
            <a:endParaRPr lang="fr-BE" sz="600" dirty="0"/>
          </a:p>
          <a:p>
            <a:pPr>
              <a:spcBef>
                <a:spcPts val="0"/>
              </a:spcBef>
              <a:buNone/>
            </a:pPr>
            <a:r>
              <a:rPr lang="fr-BE" sz="2400" dirty="0"/>
              <a:t>6. Principes de prolongation					</a:t>
            </a:r>
            <a:r>
              <a:rPr lang="fr-BE" sz="2000" dirty="0"/>
              <a:t>pg. 14</a:t>
            </a:r>
          </a:p>
          <a:p>
            <a:pPr>
              <a:spcBef>
                <a:spcPts val="0"/>
              </a:spcBef>
              <a:buNone/>
            </a:pPr>
            <a:endParaRPr lang="fr-BE" sz="600" dirty="0"/>
          </a:p>
          <a:p>
            <a:pPr>
              <a:spcBef>
                <a:spcPts val="0"/>
              </a:spcBef>
              <a:buNone/>
            </a:pPr>
            <a:r>
              <a:rPr lang="fr-BE" sz="2400" dirty="0"/>
              <a:t>7. Art. 42 &amp; allocations d’insertion				</a:t>
            </a:r>
            <a:r>
              <a:rPr lang="fr-BE" sz="2000" dirty="0"/>
              <a:t>pg. 17</a:t>
            </a:r>
          </a:p>
          <a:p>
            <a:pPr>
              <a:spcBef>
                <a:spcPts val="0"/>
              </a:spcBef>
              <a:buNone/>
            </a:pPr>
            <a:endParaRPr lang="fr-BE" sz="600" dirty="0"/>
          </a:p>
          <a:p>
            <a:pPr>
              <a:spcBef>
                <a:spcPts val="0"/>
              </a:spcBef>
              <a:buNone/>
            </a:pPr>
            <a:r>
              <a:rPr lang="fr-BE" sz="2400" dirty="0"/>
              <a:t>8. Composition du dossier					</a:t>
            </a:r>
            <a:r>
              <a:rPr lang="fr-BE" sz="2000" dirty="0"/>
              <a:t>pg. 21</a:t>
            </a:r>
          </a:p>
          <a:p>
            <a:pPr>
              <a:spcBef>
                <a:spcPts val="0"/>
              </a:spcBef>
              <a:buNone/>
            </a:pPr>
            <a:endParaRPr lang="fr-BE" sz="600" dirty="0"/>
          </a:p>
          <a:p>
            <a:pPr>
              <a:spcBef>
                <a:spcPts val="0"/>
              </a:spcBef>
              <a:buNone/>
            </a:pPr>
            <a:r>
              <a:rPr lang="fr-BE" sz="2400" dirty="0"/>
              <a:t>9. Type C9							</a:t>
            </a:r>
            <a:r>
              <a:rPr lang="fr-BE" sz="2000" dirty="0"/>
              <a:t>pg. 22</a:t>
            </a:r>
          </a:p>
          <a:p>
            <a:pPr>
              <a:spcBef>
                <a:spcPts val="0"/>
              </a:spcBef>
              <a:buNone/>
            </a:pPr>
            <a:endParaRPr lang="fr-BE" sz="600" dirty="0"/>
          </a:p>
          <a:p>
            <a:pPr>
              <a:spcBef>
                <a:spcPts val="0"/>
              </a:spcBef>
              <a:buNone/>
            </a:pPr>
            <a:r>
              <a:rPr lang="fr-BE" sz="2400" dirty="0"/>
              <a:t>10. Délai d’introduction					</a:t>
            </a:r>
            <a:r>
              <a:rPr lang="fr-BE" sz="2000" dirty="0"/>
              <a:t>pg. 23</a:t>
            </a:r>
          </a:p>
          <a:p>
            <a:pPr>
              <a:spcBef>
                <a:spcPts val="0"/>
              </a:spcBef>
              <a:buNone/>
            </a:pPr>
            <a:endParaRPr lang="fr-BE" sz="2000" dirty="0"/>
          </a:p>
          <a:p>
            <a:pPr>
              <a:spcBef>
                <a:spcPts val="0"/>
              </a:spcBef>
              <a:buNone/>
            </a:pPr>
            <a:endParaRPr lang="fr-BE" sz="1800" dirty="0"/>
          </a:p>
          <a:p>
            <a:pPr>
              <a:spcBef>
                <a:spcPts val="0"/>
              </a:spcBef>
              <a:buNone/>
            </a:pPr>
            <a:endParaRPr lang="fr-BE" sz="2000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E9056B-6A30-4F99-BDE9-C450E66AE125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629730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sz="4000" b="1" i="1" dirty="0">
                <a:cs typeface="Times New Roman" pitchFamily="18" charset="0"/>
              </a:rPr>
              <a:t>1. Préambule</a:t>
            </a:r>
            <a:endParaRPr lang="fr-FR" sz="4000" b="1" i="1" dirty="0">
              <a:cs typeface="Times New Roman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fr-BE" dirty="0"/>
              <a:t>Pour être admis au chômage complet, le travailleur doit satisfaire à des conditions d’admissibilité appelées « </a:t>
            </a:r>
            <a:r>
              <a:rPr lang="fr-BE" b="1" i="1" u="sng" dirty="0"/>
              <a:t>stage</a:t>
            </a:r>
            <a:r>
              <a:rPr lang="fr-BE" dirty="0"/>
              <a:t> ».</a:t>
            </a:r>
          </a:p>
          <a:p>
            <a:pPr marL="0" indent="0">
              <a:spcBef>
                <a:spcPts val="0"/>
              </a:spcBef>
              <a:buNone/>
            </a:pPr>
            <a:endParaRPr lang="fr-BE" sz="1200" dirty="0"/>
          </a:p>
          <a:p>
            <a:pPr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fr-BE" sz="3200" dirty="0"/>
              <a:t>Soit un </a:t>
            </a:r>
            <a:r>
              <a:rPr lang="fr-BE" sz="3200" b="1" dirty="0"/>
              <a:t>stage</a:t>
            </a:r>
            <a:r>
              <a:rPr lang="fr-BE" sz="3200" dirty="0"/>
              <a:t> constitué de </a:t>
            </a:r>
            <a:r>
              <a:rPr lang="fr-BE" sz="3200" b="1" dirty="0"/>
              <a:t>journées de travail et/ou assimilées</a:t>
            </a:r>
            <a:r>
              <a:rPr lang="fr-BE" sz="3200" dirty="0"/>
              <a:t>. </a:t>
            </a:r>
          </a:p>
          <a:p>
            <a:pPr marL="355600" indent="0">
              <a:spcBef>
                <a:spcPts val="0"/>
              </a:spcBef>
              <a:buNone/>
            </a:pPr>
            <a:r>
              <a:rPr lang="fr-BE" sz="2400" dirty="0">
                <a:sym typeface="Wingdings" pitchFamily="2" charset="2"/>
              </a:rPr>
              <a:t></a:t>
            </a:r>
            <a:r>
              <a:rPr lang="fr-BE" sz="3200" dirty="0">
                <a:sym typeface="Wingdings" pitchFamily="2" charset="2"/>
              </a:rPr>
              <a:t> Droit à des </a:t>
            </a:r>
            <a:r>
              <a:rPr lang="fr-BE" sz="3200" b="1" dirty="0">
                <a:solidFill>
                  <a:srgbClr val="C00000"/>
                </a:solidFill>
                <a:sym typeface="Wingdings" pitchFamily="2" charset="2"/>
              </a:rPr>
              <a:t>allocations de chômage</a:t>
            </a:r>
            <a:r>
              <a:rPr lang="fr-BE" sz="3200" dirty="0">
                <a:sym typeface="Wingdings" pitchFamily="2" charset="2"/>
              </a:rPr>
              <a:t>.</a:t>
            </a:r>
          </a:p>
          <a:p>
            <a:pPr marL="0" indent="0">
              <a:spcBef>
                <a:spcPts val="0"/>
              </a:spcBef>
              <a:buNone/>
            </a:pPr>
            <a:endParaRPr lang="fr-BE" sz="1200" dirty="0">
              <a:sym typeface="Wingdings" pitchFamily="2" charset="2"/>
            </a:endParaRPr>
          </a:p>
          <a:p>
            <a:pPr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fr-BE" sz="3200" dirty="0">
                <a:sym typeface="Wingdings" pitchFamily="2" charset="2"/>
              </a:rPr>
              <a:t>Soit un </a:t>
            </a:r>
            <a:r>
              <a:rPr lang="fr-BE" sz="3200" b="1" dirty="0">
                <a:sym typeface="Wingdings" pitchFamily="2" charset="2"/>
              </a:rPr>
              <a:t>stage d’insertion professionnel </a:t>
            </a:r>
            <a:r>
              <a:rPr lang="fr-BE" sz="3200" dirty="0">
                <a:sym typeface="Wingdings" pitchFamily="2" charset="2"/>
              </a:rPr>
              <a:t>(SIP) </a:t>
            </a:r>
          </a:p>
          <a:p>
            <a:pPr marL="355600" indent="0">
              <a:spcBef>
                <a:spcPts val="0"/>
              </a:spcBef>
              <a:buNone/>
            </a:pPr>
            <a:r>
              <a:rPr lang="fr-BE" sz="2400" dirty="0">
                <a:sym typeface="Wingdings" pitchFamily="2" charset="2"/>
              </a:rPr>
              <a:t></a:t>
            </a:r>
            <a:r>
              <a:rPr lang="fr-BE" sz="3200" dirty="0">
                <a:sym typeface="Wingdings" pitchFamily="2" charset="2"/>
              </a:rPr>
              <a:t> Droit à des </a:t>
            </a:r>
            <a:r>
              <a:rPr lang="fr-BE" sz="3200" b="1" dirty="0">
                <a:solidFill>
                  <a:srgbClr val="C00000"/>
                </a:solidFill>
                <a:sym typeface="Wingdings" pitchFamily="2" charset="2"/>
              </a:rPr>
              <a:t>allocations d’insertion</a:t>
            </a:r>
            <a:r>
              <a:rPr lang="fr-BE" sz="3200" dirty="0">
                <a:sym typeface="Wingdings" pitchFamily="2" charset="2"/>
              </a:rPr>
              <a:t>.</a:t>
            </a:r>
            <a:endParaRPr lang="fr-BE" sz="3200" b="1" u="sng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585031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sz="4000" b="1" i="1" dirty="0">
                <a:cs typeface="Times New Roman" pitchFamily="18" charset="0"/>
              </a:rPr>
              <a:t>1. Préambule</a:t>
            </a:r>
            <a:endParaRPr lang="fr-FR" sz="4000" b="1" i="1" dirty="0">
              <a:cs typeface="Times New Roman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spcBef>
                <a:spcPts val="600"/>
              </a:spcBef>
              <a:buNone/>
            </a:pPr>
            <a:endParaRPr lang="fr-BE" dirty="0"/>
          </a:p>
          <a:p>
            <a:pPr marL="0" indent="0">
              <a:spcBef>
                <a:spcPts val="600"/>
              </a:spcBef>
              <a:buNone/>
            </a:pPr>
            <a:r>
              <a:rPr lang="fr-BE" dirty="0"/>
              <a:t>Pour les demandes d’allocations (DA) </a:t>
            </a:r>
            <a:r>
              <a:rPr lang="fr-BE" b="1" dirty="0"/>
              <a:t>en chômage complet</a:t>
            </a:r>
            <a:r>
              <a:rPr lang="fr-BE" dirty="0"/>
              <a:t>, </a:t>
            </a:r>
            <a:r>
              <a:rPr lang="fr-BE" b="1" dirty="0">
                <a:solidFill>
                  <a:srgbClr val="C00000"/>
                </a:solidFill>
              </a:rPr>
              <a:t>l’art. 42 </a:t>
            </a:r>
            <a:r>
              <a:rPr lang="fr-BE" dirty="0"/>
              <a:t>prévoit une dérogation aux conditions d’admissibilité.</a:t>
            </a:r>
          </a:p>
          <a:p>
            <a:pPr marL="0" indent="0">
              <a:spcBef>
                <a:spcPts val="600"/>
              </a:spcBef>
              <a:buNone/>
            </a:pPr>
            <a:endParaRPr lang="fr-BE" sz="2400" b="1" dirty="0">
              <a:solidFill>
                <a:srgbClr val="C00000"/>
              </a:solidFill>
              <a:sym typeface="Wingdings" pitchFamily="2" charset="2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fr-BE" sz="2400" b="1" dirty="0">
                <a:solidFill>
                  <a:srgbClr val="C00000"/>
                </a:solidFill>
                <a:sym typeface="Wingdings" pitchFamily="2" charset="2"/>
              </a:rPr>
              <a:t></a:t>
            </a:r>
            <a:r>
              <a:rPr lang="fr-BE" b="1" dirty="0">
                <a:solidFill>
                  <a:srgbClr val="C00000"/>
                </a:solidFill>
                <a:sym typeface="Wingdings" pitchFamily="2" charset="2"/>
              </a:rPr>
              <a:t> L</a:t>
            </a:r>
            <a:r>
              <a:rPr lang="fr-BE" b="1" dirty="0">
                <a:solidFill>
                  <a:srgbClr val="C00000"/>
                </a:solidFill>
              </a:rPr>
              <a:t>es conditions de stage ne sont pas requises, ni vérifiées lors de chaque DA.</a:t>
            </a:r>
          </a:p>
          <a:p>
            <a:pPr marL="0" indent="0">
              <a:spcBef>
                <a:spcPts val="0"/>
              </a:spcBef>
              <a:buNone/>
              <a:tabLst>
                <a:tab pos="358775" algn="l"/>
              </a:tabLst>
            </a:pPr>
            <a:endParaRPr lang="fr-FR" b="1" i="1" dirty="0">
              <a:solidFill>
                <a:srgbClr val="C00000"/>
              </a:solidFill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550330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9F788D0-AEAF-4DB3-B017-8C79671AA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sz="4000" b="1" i="1" dirty="0"/>
              <a:t>2. Règle générale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C78EC50-097A-4C0C-90B1-3B0B726B3C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fr-BE" dirty="0"/>
              <a:t>Le travailleur qui demande à nouveau les allocations de chômage comme chômeur complet est </a:t>
            </a:r>
            <a:r>
              <a:rPr lang="fr-BE" b="1" dirty="0">
                <a:solidFill>
                  <a:srgbClr val="C00000"/>
                </a:solidFill>
              </a:rPr>
              <a:t>dispensé d'un nouveau stage </a:t>
            </a:r>
            <a:r>
              <a:rPr lang="fr-BE" dirty="0"/>
              <a:t>et peut être réadmis dans le régime selon lequel il </a:t>
            </a:r>
            <a:r>
              <a:rPr lang="fr-BE" b="1" dirty="0">
                <a:solidFill>
                  <a:srgbClr val="C00000"/>
                </a:solidFill>
              </a:rPr>
              <a:t>a été indemnisé en dernier lieu</a:t>
            </a:r>
            <a:r>
              <a:rPr lang="fr-BE" dirty="0"/>
              <a:t>, </a:t>
            </a:r>
            <a:r>
              <a:rPr lang="fr-BE" b="1" dirty="0">
                <a:solidFill>
                  <a:srgbClr val="C00000"/>
                </a:solidFill>
                <a:cs typeface="Times New Roman" pitchFamily="18" charset="0"/>
              </a:rPr>
              <a:t>si le dernier jour indemnisé</a:t>
            </a:r>
            <a:r>
              <a:rPr lang="fr-BE" dirty="0">
                <a:solidFill>
                  <a:prstClr val="black"/>
                </a:solidFill>
                <a:cs typeface="Times New Roman" pitchFamily="18" charset="0"/>
              </a:rPr>
              <a:t> </a:t>
            </a:r>
            <a:r>
              <a:rPr lang="fr-BE" b="1" dirty="0">
                <a:solidFill>
                  <a:srgbClr val="C00000"/>
                </a:solidFill>
                <a:cs typeface="Times New Roman" pitchFamily="18" charset="0"/>
              </a:rPr>
              <a:t>en CC </a:t>
            </a:r>
            <a:r>
              <a:rPr lang="fr-BE" dirty="0">
                <a:solidFill>
                  <a:prstClr val="black"/>
                </a:solidFill>
                <a:cs typeface="Times New Roman" pitchFamily="18" charset="0"/>
              </a:rPr>
              <a:t>ou </a:t>
            </a:r>
            <a:r>
              <a:rPr lang="fr-BE" b="1" dirty="0">
                <a:solidFill>
                  <a:srgbClr val="C00000"/>
                </a:solidFill>
                <a:cs typeface="Times New Roman" pitchFamily="18" charset="0"/>
              </a:rPr>
              <a:t>TTPMD avec AGR</a:t>
            </a:r>
            <a:r>
              <a:rPr lang="fr-BE" dirty="0">
                <a:solidFill>
                  <a:prstClr val="black"/>
                </a:solidFill>
                <a:cs typeface="Times New Roman" pitchFamily="18" charset="0"/>
              </a:rPr>
              <a:t> est situé </a:t>
            </a:r>
            <a:r>
              <a:rPr lang="fr-BE" b="1" dirty="0">
                <a:solidFill>
                  <a:srgbClr val="C00000"/>
                </a:solidFill>
                <a:cs typeface="Times New Roman" pitchFamily="18" charset="0"/>
              </a:rPr>
              <a:t>dans les 3 ans </a:t>
            </a:r>
            <a:r>
              <a:rPr lang="fr-BE" dirty="0">
                <a:solidFill>
                  <a:prstClr val="black"/>
                </a:solidFill>
                <a:cs typeface="Times New Roman" pitchFamily="18" charset="0"/>
              </a:rPr>
              <a:t>qui précèdent immédiatement la demande d’allocation.</a:t>
            </a:r>
          </a:p>
          <a:p>
            <a:pPr marL="0" indent="0">
              <a:buNone/>
            </a:pPr>
            <a:r>
              <a:rPr lang="fr-BE" dirty="0">
                <a:solidFill>
                  <a:prstClr val="black"/>
                </a:solidFill>
                <a:cs typeface="Times New Roman" pitchFamily="18" charset="0"/>
              </a:rPr>
              <a:t>art. 42§1</a:t>
            </a:r>
            <a:endParaRPr lang="fr-BE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1C34559-9C82-42AB-BA5D-B299201E7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E9056B-6A30-4F99-BDE9-C450E66AE125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581374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sz="4000" b="1" i="1" dirty="0">
                <a:cs typeface="Times New Roman" pitchFamily="18" charset="0"/>
              </a:rPr>
              <a:t>3. Dernier jour indemnisé</a:t>
            </a:r>
            <a:endParaRPr lang="fr-FR" sz="4000" b="1" i="1" dirty="0">
              <a:cs typeface="Times New Roman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fr-BE" sz="12000" dirty="0">
                <a:cs typeface="Times New Roman" pitchFamily="18" charset="0"/>
              </a:rPr>
              <a:t>Le dernier jour d'indemnisation </a:t>
            </a:r>
            <a:r>
              <a:rPr lang="fr-BE" sz="11200" dirty="0">
                <a:cs typeface="Times New Roman" pitchFamily="18" charset="0"/>
              </a:rPr>
              <a:t>(</a:t>
            </a:r>
            <a:r>
              <a:rPr lang="fr-BE" sz="11200" b="1" dirty="0">
                <a:solidFill>
                  <a:srgbClr val="C00000"/>
                </a:solidFill>
                <a:cs typeface="Times New Roman" pitchFamily="18" charset="0"/>
              </a:rPr>
              <a:t>DJI</a:t>
            </a:r>
            <a:r>
              <a:rPr lang="fr-BE" sz="11200" dirty="0">
                <a:cs typeface="Times New Roman" pitchFamily="18" charset="0"/>
              </a:rPr>
              <a:t>) </a:t>
            </a:r>
            <a:r>
              <a:rPr lang="fr-BE" sz="12000" dirty="0">
                <a:cs typeface="Times New Roman" pitchFamily="18" charset="0"/>
              </a:rPr>
              <a:t>est :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fr-BE" sz="4000" dirty="0">
              <a:cs typeface="Times New Roman" pitchFamily="18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buFont typeface="Wingdings" pitchFamily="2" charset="2"/>
              <a:buChar char="§"/>
            </a:pPr>
            <a:r>
              <a:rPr lang="fr-BE" sz="12000" dirty="0">
                <a:cs typeface="Times New Roman" pitchFamily="18" charset="0"/>
              </a:rPr>
              <a:t>Le dernier jour indemnisé en chômage complet </a:t>
            </a:r>
            <a:r>
              <a:rPr lang="fr-BE" sz="11200" dirty="0">
                <a:cs typeface="Times New Roman" pitchFamily="18" charset="0"/>
              </a:rPr>
              <a:t>(</a:t>
            </a:r>
            <a:r>
              <a:rPr lang="fr-BE" sz="11200" b="1" dirty="0">
                <a:solidFill>
                  <a:srgbClr val="C00000"/>
                </a:solidFill>
                <a:cs typeface="Times New Roman" pitchFamily="18" charset="0"/>
              </a:rPr>
              <a:t>CC</a:t>
            </a:r>
            <a:r>
              <a:rPr lang="fr-BE" sz="11200" dirty="0">
                <a:cs typeface="Times New Roman" pitchFamily="18" charset="0"/>
              </a:rPr>
              <a:t>).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fr-BE" sz="4000" dirty="0">
              <a:cs typeface="Times New Roman" pitchFamily="18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buFont typeface="Wingdings" pitchFamily="2" charset="2"/>
              <a:buChar char="§"/>
            </a:pPr>
            <a:r>
              <a:rPr lang="fr-BE" sz="12000" dirty="0">
                <a:cs typeface="Times New Roman" pitchFamily="18" charset="0"/>
              </a:rPr>
              <a:t>Le dernier jour (dimanche excepté) du dernier mois pour lequel l'allocation de garantie de revenus </a:t>
            </a:r>
            <a:r>
              <a:rPr lang="fr-BE" sz="11200" dirty="0">
                <a:cs typeface="Times New Roman" pitchFamily="18" charset="0"/>
              </a:rPr>
              <a:t>(</a:t>
            </a:r>
            <a:r>
              <a:rPr lang="fr-BE" sz="11200" b="1" dirty="0">
                <a:solidFill>
                  <a:srgbClr val="C00000"/>
                </a:solidFill>
                <a:cs typeface="Times New Roman" pitchFamily="18" charset="0"/>
              </a:rPr>
              <a:t>AGR</a:t>
            </a:r>
            <a:r>
              <a:rPr lang="fr-BE" sz="11200" dirty="0">
                <a:cs typeface="Times New Roman" pitchFamily="18" charset="0"/>
              </a:rPr>
              <a:t>)</a:t>
            </a:r>
            <a:r>
              <a:rPr lang="fr-BE" sz="11200" b="1" dirty="0">
                <a:cs typeface="Times New Roman" pitchFamily="18" charset="0"/>
              </a:rPr>
              <a:t> </a:t>
            </a:r>
            <a:r>
              <a:rPr lang="fr-BE" sz="12000" dirty="0">
                <a:cs typeface="Times New Roman" pitchFamily="18" charset="0"/>
              </a:rPr>
              <a:t>a été payée.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fr-BE" sz="4000" dirty="0">
              <a:cs typeface="Times New Roman" pitchFamily="18" charset="0"/>
            </a:endParaRPr>
          </a:p>
          <a:p>
            <a:pPr marL="360363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fr-BE" sz="12000" dirty="0">
                <a:cs typeface="Times New Roman" pitchFamily="18" charset="0"/>
              </a:rPr>
              <a:t>Si la date de désengagement est située dans le courant du mois, cette date est considérée comme étant le dernier jour indemnisé. 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68101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sz="4000" b="1" i="1" dirty="0"/>
              <a:t>Exercice 1  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E9056B-6A30-4F99-BDE9-C450E66AE125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CF73D95C-974E-45DE-B0C7-2EFB7EC19088}"/>
              </a:ext>
            </a:extLst>
          </p:cNvPr>
          <p:cNvSpPr txBox="1"/>
          <p:nvPr/>
        </p:nvSpPr>
        <p:spPr>
          <a:xfrm>
            <a:off x="611560" y="1417638"/>
            <a:ext cx="7632838" cy="1400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600"/>
              </a:spcBef>
              <a:spcAft>
                <a:spcPts val="0"/>
              </a:spcAft>
            </a:pPr>
            <a:r>
              <a:rPr lang="fr-BE" sz="2000" dirty="0">
                <a:ea typeface="Times New Roman" panose="02020603050405020304" pitchFamily="18" charset="0"/>
              </a:rPr>
              <a:t>Un affilié (né le 03.04.1973) introduit une DA de CC en date du 07.12.2022. Il a perçu sa dernière allocation de chômage complet (préfixe 01) en date du 17.03.2020.</a:t>
            </a:r>
          </a:p>
          <a:p>
            <a:pPr algn="just">
              <a:spcBef>
                <a:spcPts val="600"/>
              </a:spcBef>
              <a:spcAft>
                <a:spcPts val="0"/>
              </a:spcAft>
            </a:pPr>
            <a:r>
              <a:rPr lang="fr-BE" sz="2000" dirty="0">
                <a:ea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 </a:t>
            </a:r>
            <a:r>
              <a:rPr lang="fr-BE" sz="2000" dirty="0">
                <a:ea typeface="Times New Roman" panose="02020603050405020304" pitchFamily="18" charset="0"/>
                <a:cs typeface="Times New Roman" panose="02020603050405020304" pitchFamily="18" charset="0"/>
              </a:rPr>
              <a:t>Est-il admissible sur base de l’article 42 ? Justifiez votre réponse.</a:t>
            </a:r>
          </a:p>
        </p:txBody>
      </p:sp>
    </p:spTree>
    <p:extLst>
      <p:ext uri="{BB962C8B-B14F-4D97-AF65-F5344CB8AC3E}">
        <p14:creationId xmlns:p14="http://schemas.microsoft.com/office/powerpoint/2010/main" val="24131525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sz="4000" b="1" i="1" dirty="0"/>
              <a:t>Exercice 2  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E9056B-6A30-4F99-BDE9-C450E66AE125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CF73D95C-974E-45DE-B0C7-2EFB7EC19088}"/>
              </a:ext>
            </a:extLst>
          </p:cNvPr>
          <p:cNvSpPr txBox="1"/>
          <p:nvPr/>
        </p:nvSpPr>
        <p:spPr>
          <a:xfrm>
            <a:off x="611560" y="1417638"/>
            <a:ext cx="7632838" cy="1400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600"/>
              </a:spcBef>
              <a:spcAft>
                <a:spcPts val="0"/>
              </a:spcAft>
            </a:pPr>
            <a:r>
              <a:rPr lang="fr-BE" sz="2000">
                <a:ea typeface="Times New Roman" panose="02020603050405020304" pitchFamily="18" charset="0"/>
              </a:rPr>
              <a:t>Un affilié (né le 14.07.1983) introduit une DA de CC en date du 22.11.2022. Il a perçu de l’AGR (préfixe 57) jusqu’au mois de novembre 2019 inclus.</a:t>
            </a:r>
          </a:p>
          <a:p>
            <a:pPr lvl="0" algn="just">
              <a:spcBef>
                <a:spcPts val="600"/>
              </a:spcBef>
              <a:spcAft>
                <a:spcPts val="0"/>
              </a:spcAft>
            </a:pPr>
            <a:r>
              <a:rPr lang="fr-BE" sz="2000">
                <a:ea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 </a:t>
            </a:r>
            <a:r>
              <a:rPr lang="fr-BE" sz="2000">
                <a:ea typeface="Times New Roman" panose="02020603050405020304" pitchFamily="18" charset="0"/>
                <a:cs typeface="Times New Roman" panose="02020603050405020304" pitchFamily="18" charset="0"/>
              </a:rPr>
              <a:t>Est-il admissible sur base de l’article 42 ? Justifiez votre réponse.</a:t>
            </a:r>
            <a:endParaRPr lang="fr-BE" sz="2000" dirty="0"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2392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r"/>
            <a:r>
              <a:rPr lang="fr-BE" sz="4000" b="1" i="1" dirty="0">
                <a:cs typeface="Times New Roman" pitchFamily="18" charset="0"/>
              </a:rPr>
              <a:t>4. Assouplissements</a:t>
            </a:r>
            <a:endParaRPr lang="fr-FR" sz="4000" b="1" i="1" dirty="0">
              <a:cs typeface="Times New Roman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0"/>
              </a:spcBef>
              <a:buFont typeface="Wingdings" pitchFamily="2" charset="2"/>
              <a:buChar char="§"/>
            </a:pPr>
            <a:endParaRPr lang="fr-BE" sz="2400" dirty="0">
              <a:cs typeface="Times New Roman" pitchFamily="18" charset="0"/>
            </a:endParaRPr>
          </a:p>
          <a:p>
            <a:pPr>
              <a:spcBef>
                <a:spcPts val="0"/>
              </a:spcBef>
              <a:buFont typeface="Wingdings" pitchFamily="2" charset="2"/>
              <a:buChar char="§"/>
            </a:pPr>
            <a:r>
              <a:rPr lang="fr-BE" sz="3600" dirty="0">
                <a:cs typeface="Times New Roman" pitchFamily="18" charset="0"/>
              </a:rPr>
              <a:t>Possibilité de </a:t>
            </a:r>
            <a:r>
              <a:rPr lang="fr-BE" sz="3600" b="1" dirty="0">
                <a:solidFill>
                  <a:srgbClr val="C00000"/>
                </a:solidFill>
                <a:cs typeface="Times New Roman" pitchFamily="18" charset="0"/>
              </a:rPr>
              <a:t>prolonger la période de référence de 3 ans.</a:t>
            </a:r>
          </a:p>
          <a:p>
            <a:pPr>
              <a:spcBef>
                <a:spcPts val="0"/>
              </a:spcBef>
              <a:buFont typeface="Wingdings" pitchFamily="2" charset="2"/>
              <a:buChar char="§"/>
            </a:pPr>
            <a:endParaRPr lang="fr-BE" sz="3600" b="1" dirty="0">
              <a:solidFill>
                <a:srgbClr val="C00000"/>
              </a:solidFill>
              <a:cs typeface="Times New Roman" pitchFamily="18" charset="0"/>
            </a:endParaRPr>
          </a:p>
          <a:p>
            <a:pPr>
              <a:spcBef>
                <a:spcPts val="0"/>
              </a:spcBef>
              <a:buFont typeface="Wingdings" pitchFamily="2" charset="2"/>
              <a:buChar char="§"/>
            </a:pPr>
            <a:r>
              <a:rPr lang="fr-BE" sz="3600" dirty="0">
                <a:cs typeface="Times New Roman" pitchFamily="18" charset="0"/>
              </a:rPr>
              <a:t>Possibilité de prolonger la période de référence </a:t>
            </a:r>
            <a:r>
              <a:rPr lang="fr-BE" sz="3600" b="1" dirty="0">
                <a:solidFill>
                  <a:srgbClr val="C00000"/>
                </a:solidFill>
                <a:cs typeface="Times New Roman" pitchFamily="18" charset="0"/>
              </a:rPr>
              <a:t>déjà prolongée </a:t>
            </a:r>
            <a:r>
              <a:rPr lang="fr-BE" sz="3600" dirty="0">
                <a:cs typeface="Times New Roman" pitchFamily="18" charset="0"/>
              </a:rPr>
              <a:t>par un autre évènement.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37410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r"/>
            <a:r>
              <a:rPr lang="fr-BE" sz="4000" b="1" i="1" dirty="0">
                <a:cs typeface="Times New Roman" pitchFamily="18" charset="0"/>
              </a:rPr>
              <a:t>5. Prolongation de la </a:t>
            </a:r>
            <a:br>
              <a:rPr lang="fr-BE" sz="4000" b="1" i="1" dirty="0">
                <a:cs typeface="Times New Roman" pitchFamily="18" charset="0"/>
              </a:rPr>
            </a:br>
            <a:r>
              <a:rPr lang="fr-BE" sz="4000" b="1" i="1" dirty="0">
                <a:cs typeface="Times New Roman" pitchFamily="18" charset="0"/>
              </a:rPr>
              <a:t>période de référence</a:t>
            </a:r>
            <a:endParaRPr lang="fr-FR" sz="4000" dirty="0"/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E9056B-6A30-4F99-BDE9-C450E66AE125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7" name="Espace réservé du contenu 16">
            <a:extLst>
              <a:ext uri="{FF2B5EF4-FFF2-40B4-BE49-F238E27FC236}">
                <a16:creationId xmlns:a16="http://schemas.microsoft.com/office/drawing/2014/main" id="{817C7842-E5AF-4524-ADEA-1B22435D95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57200" y="1628800"/>
            <a:ext cx="8229600" cy="4727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5212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r"/>
            <a:r>
              <a:rPr lang="fr-BE" sz="4000" b="1" i="1" dirty="0">
                <a:cs typeface="Times New Roman" pitchFamily="18" charset="0"/>
              </a:rPr>
              <a:t>5. Prolongation de la</a:t>
            </a:r>
            <a:br>
              <a:rPr lang="fr-BE" sz="4000" b="1" i="1" dirty="0">
                <a:cs typeface="Times New Roman" pitchFamily="18" charset="0"/>
              </a:rPr>
            </a:br>
            <a:r>
              <a:rPr lang="fr-BE" sz="4000" b="1" i="1" dirty="0">
                <a:cs typeface="Times New Roman" pitchFamily="18" charset="0"/>
              </a:rPr>
              <a:t>période de référence</a:t>
            </a:r>
            <a:endParaRPr lang="fr-FR" sz="3600" dirty="0"/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E9056B-6A30-4F99-BDE9-C450E66AE125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625599"/>
            <a:ext cx="8136904" cy="48532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781714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r"/>
            <a:r>
              <a:rPr lang="fr-BE" sz="4000" b="1" i="1" dirty="0">
                <a:cs typeface="Times New Roman" pitchFamily="18" charset="0"/>
              </a:rPr>
              <a:t>5. Prolongation de la</a:t>
            </a:r>
            <a:br>
              <a:rPr lang="fr-BE" sz="4000" b="1" i="1" dirty="0">
                <a:cs typeface="Times New Roman" pitchFamily="18" charset="0"/>
              </a:rPr>
            </a:br>
            <a:r>
              <a:rPr lang="fr-BE" sz="4000" b="1" i="1" dirty="0">
                <a:cs typeface="Times New Roman" pitchFamily="18" charset="0"/>
              </a:rPr>
              <a:t>période de référence</a:t>
            </a:r>
            <a:endParaRPr lang="fr-FR" sz="4000" dirty="0"/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E9056B-6A30-4F99-BDE9-C450E66AE125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57199" y="1628800"/>
            <a:ext cx="8240751" cy="4824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3307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r"/>
            <a:r>
              <a:rPr lang="fr-BE" sz="4000" b="1" i="1" dirty="0">
                <a:cs typeface="Times New Roman" pitchFamily="18" charset="0"/>
              </a:rPr>
              <a:t>5. Prolongation de la</a:t>
            </a:r>
            <a:br>
              <a:rPr lang="fr-BE" sz="4000" b="1" i="1" dirty="0">
                <a:cs typeface="Times New Roman" pitchFamily="18" charset="0"/>
              </a:rPr>
            </a:br>
            <a:r>
              <a:rPr lang="fr-BE" sz="4000" b="1" i="1" dirty="0">
                <a:cs typeface="Times New Roman" pitchFamily="18" charset="0"/>
              </a:rPr>
              <a:t>période de référence</a:t>
            </a:r>
            <a:endParaRPr lang="fr-FR" sz="4000" dirty="0"/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E9056B-6A30-4F99-BDE9-C450E66AE125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6" name="Espace réservé du contenu 5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40995" y="1700808"/>
            <a:ext cx="8062010" cy="4752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2950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sz="4000" b="1" i="1" dirty="0">
                <a:cs typeface="Times New Roman" pitchFamily="18" charset="0"/>
              </a:rPr>
              <a:t>6. Principes de prolongation</a:t>
            </a:r>
            <a:endParaRPr lang="fr-FR" sz="4000" i="1" dirty="0">
              <a:cs typeface="Times New Roman" pitchFamily="18" charset="0"/>
            </a:endParaRPr>
          </a:p>
        </p:txBody>
      </p:sp>
      <p:sp>
        <p:nvSpPr>
          <p:cNvPr id="8" name="Espace réservé du contenu 7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SzPct val="100000"/>
              <a:buNone/>
            </a:pPr>
            <a:r>
              <a:rPr lang="fr-BE" dirty="0">
                <a:cs typeface="Times New Roman" pitchFamily="18" charset="0"/>
              </a:rPr>
              <a:t>La période de référence est prolongée si </a:t>
            </a:r>
            <a:r>
              <a:rPr lang="fr-BE" b="1" dirty="0">
                <a:solidFill>
                  <a:srgbClr val="C00000"/>
                </a:solidFill>
                <a:cs typeface="Times New Roman" pitchFamily="18" charset="0"/>
              </a:rPr>
              <a:t>au moins 1 jour</a:t>
            </a:r>
            <a:r>
              <a:rPr lang="fr-BE" dirty="0">
                <a:cs typeface="Times New Roman" pitchFamily="18" charset="0"/>
              </a:rPr>
              <a:t> de l’</a:t>
            </a:r>
            <a:r>
              <a:rPr lang="fr-BE" b="1" dirty="0">
                <a:cs typeface="Times New Roman" pitchFamily="18" charset="0"/>
              </a:rPr>
              <a:t>évènement</a:t>
            </a:r>
            <a:r>
              <a:rPr lang="fr-BE" dirty="0">
                <a:cs typeface="Times New Roman" pitchFamily="18" charset="0"/>
              </a:rPr>
              <a:t>, </a:t>
            </a:r>
            <a:r>
              <a:rPr lang="fr-BE" b="1" dirty="0">
                <a:solidFill>
                  <a:srgbClr val="C00000"/>
                </a:solidFill>
                <a:cs typeface="Times New Roman" pitchFamily="18" charset="0"/>
              </a:rPr>
              <a:t>limitée à sa durée maximale</a:t>
            </a:r>
            <a:r>
              <a:rPr lang="fr-BE" dirty="0">
                <a:cs typeface="Times New Roman" pitchFamily="18" charset="0"/>
              </a:rPr>
              <a:t>, est situé </a:t>
            </a:r>
            <a:r>
              <a:rPr lang="fr-BE" b="1" dirty="0">
                <a:solidFill>
                  <a:srgbClr val="C00000"/>
                </a:solidFill>
                <a:cs typeface="Times New Roman" pitchFamily="18" charset="0"/>
              </a:rPr>
              <a:t>dans</a:t>
            </a:r>
            <a:r>
              <a:rPr lang="fr-BE" dirty="0">
                <a:cs typeface="Times New Roman" pitchFamily="18" charset="0"/>
              </a:rPr>
              <a:t> la </a:t>
            </a:r>
            <a:r>
              <a:rPr lang="fr-BE" b="1" dirty="0">
                <a:cs typeface="Times New Roman" pitchFamily="18" charset="0"/>
              </a:rPr>
              <a:t>période de référence</a:t>
            </a:r>
            <a:r>
              <a:rPr lang="fr-BE" dirty="0">
                <a:cs typeface="Times New Roman" pitchFamily="18" charset="0"/>
              </a:rPr>
              <a:t>.</a:t>
            </a:r>
            <a:endParaRPr lang="fr-BE" b="1" dirty="0">
              <a:cs typeface="Times New Roman" pitchFamily="18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SzPct val="100000"/>
              <a:buNone/>
            </a:pPr>
            <a:endParaRPr lang="fr-BE" sz="800" dirty="0">
              <a:cs typeface="Times New Roman" pitchFamily="18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SzPct val="100000"/>
              <a:buNone/>
            </a:pPr>
            <a:endParaRPr lang="fr-BE" sz="800" dirty="0">
              <a:cs typeface="Times New Roman" pitchFamily="18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SzPct val="100000"/>
              <a:buNone/>
            </a:pPr>
            <a:r>
              <a:rPr lang="fr-BE" dirty="0">
                <a:cs typeface="Times New Roman" pitchFamily="18" charset="0"/>
              </a:rPr>
              <a:t>Et la durée maximale est déterminée à partir du 1</a:t>
            </a:r>
            <a:r>
              <a:rPr lang="fr-BE" baseline="30000" dirty="0">
                <a:cs typeface="Times New Roman" pitchFamily="18" charset="0"/>
              </a:rPr>
              <a:t>ier</a:t>
            </a:r>
            <a:r>
              <a:rPr lang="fr-BE" dirty="0">
                <a:cs typeface="Times New Roman" pitchFamily="18" charset="0"/>
              </a:rPr>
              <a:t> jour de l’évènement.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SzPct val="100000"/>
              <a:buNone/>
            </a:pPr>
            <a:endParaRPr lang="fr-BE" sz="600" dirty="0">
              <a:cs typeface="Times New Roman" pitchFamily="18" charset="0"/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E9056B-6A30-4F99-BDE9-C450E66AE125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52479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sz="4000" b="1" i="1" dirty="0"/>
              <a:t>Exercice 3 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E9056B-6A30-4F99-BDE9-C450E66AE125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8" name="ZoneTexte 37">
            <a:extLst>
              <a:ext uri="{FF2B5EF4-FFF2-40B4-BE49-F238E27FC236}">
                <a16:creationId xmlns:a16="http://schemas.microsoft.com/office/drawing/2014/main" id="{9A176A55-C503-4F27-B836-52B58EBEBB49}"/>
              </a:ext>
            </a:extLst>
          </p:cNvPr>
          <p:cNvSpPr txBox="1"/>
          <p:nvPr/>
        </p:nvSpPr>
        <p:spPr>
          <a:xfrm>
            <a:off x="611560" y="1417638"/>
            <a:ext cx="7632838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600"/>
              </a:spcBef>
              <a:spcAft>
                <a:spcPts val="0"/>
              </a:spcAft>
            </a:pPr>
            <a:r>
              <a:rPr lang="fr-BE" sz="2000">
                <a:ea typeface="Times New Roman" panose="02020603050405020304" pitchFamily="18" charset="0"/>
              </a:rPr>
              <a:t>Un affilié (né le 21.02.1981) introduit une DA de CC en date du 05.12.2022. Il a perçu sa dernière allocation de chômage complet (préfixe 01) en date du 31.01.2015.</a:t>
            </a:r>
          </a:p>
          <a:p>
            <a:pPr algn="just">
              <a:spcBef>
                <a:spcPts val="600"/>
              </a:spcBef>
              <a:spcAft>
                <a:spcPts val="0"/>
              </a:spcAft>
            </a:pPr>
            <a:r>
              <a:rPr lang="fr-BE" sz="2000">
                <a:ea typeface="Times New Roman" panose="02020603050405020304" pitchFamily="18" charset="0"/>
              </a:rPr>
              <a:t>Ensuite, il est resté en détention du 01.02.2015 au 31.01.2020 inclus.</a:t>
            </a:r>
          </a:p>
          <a:p>
            <a:pPr algn="just">
              <a:spcBef>
                <a:spcPts val="600"/>
              </a:spcBef>
              <a:spcAft>
                <a:spcPts val="0"/>
              </a:spcAft>
            </a:pPr>
            <a:r>
              <a:rPr lang="fr-BE" sz="2000">
                <a:ea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 </a:t>
            </a:r>
            <a:r>
              <a:rPr lang="fr-BE" sz="2000">
                <a:ea typeface="Times New Roman" panose="02020603050405020304" pitchFamily="18" charset="0"/>
                <a:cs typeface="Times New Roman" panose="02020603050405020304" pitchFamily="18" charset="0"/>
              </a:rPr>
              <a:t>Est-il admissible sur base de l’article 42 ? Justifiez votre réponse.</a:t>
            </a:r>
            <a:endParaRPr lang="fr-BE" sz="2000" dirty="0"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4530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sz="4000" b="1" i="1" dirty="0"/>
              <a:t>Exercice 4 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E9056B-6A30-4F99-BDE9-C450E66AE125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8" name="ZoneTexte 37">
            <a:extLst>
              <a:ext uri="{FF2B5EF4-FFF2-40B4-BE49-F238E27FC236}">
                <a16:creationId xmlns:a16="http://schemas.microsoft.com/office/drawing/2014/main" id="{9A176A55-C503-4F27-B836-52B58EBEBB49}"/>
              </a:ext>
            </a:extLst>
          </p:cNvPr>
          <p:cNvSpPr txBox="1"/>
          <p:nvPr/>
        </p:nvSpPr>
        <p:spPr>
          <a:xfrm>
            <a:off x="611560" y="1417638"/>
            <a:ext cx="7632838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600"/>
              </a:spcBef>
              <a:spcAft>
                <a:spcPts val="0"/>
              </a:spcAft>
            </a:pPr>
            <a:r>
              <a:rPr lang="fr-BE" sz="2000">
                <a:ea typeface="Times New Roman" panose="02020603050405020304" pitchFamily="18" charset="0"/>
              </a:rPr>
              <a:t>Un affilié (né le 21.02.1981) introduit une DA de CC en date du 02.12.2022. Il a perçu sa dernière allocation de chômage complet (préfixe 01) en date du 31.07.2019.</a:t>
            </a:r>
          </a:p>
          <a:p>
            <a:pPr algn="just">
              <a:spcBef>
                <a:spcPts val="600"/>
              </a:spcBef>
              <a:spcAft>
                <a:spcPts val="0"/>
              </a:spcAft>
            </a:pPr>
            <a:r>
              <a:rPr lang="fr-BE" sz="2000">
                <a:ea typeface="Times New Roman" panose="02020603050405020304" pitchFamily="18" charset="0"/>
              </a:rPr>
              <a:t>Ensuite, il a travaillé sous statut indépendant du 11.03.2020 au 10.08.2020 inclus.</a:t>
            </a:r>
          </a:p>
          <a:p>
            <a:pPr algn="just">
              <a:spcBef>
                <a:spcPts val="600"/>
              </a:spcBef>
              <a:spcAft>
                <a:spcPts val="0"/>
              </a:spcAft>
            </a:pPr>
            <a:r>
              <a:rPr lang="fr-BE" sz="2000">
                <a:ea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 </a:t>
            </a:r>
            <a:r>
              <a:rPr lang="fr-BE" sz="2000">
                <a:ea typeface="Times New Roman" panose="02020603050405020304" pitchFamily="18" charset="0"/>
                <a:cs typeface="Times New Roman" panose="02020603050405020304" pitchFamily="18" charset="0"/>
              </a:rPr>
              <a:t>Est-il admissible sur base de l’article 42 ? Justifiez votre réponse.</a:t>
            </a:r>
            <a:endParaRPr lang="fr-BE" sz="2000" dirty="0"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70220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r"/>
            <a:r>
              <a:rPr lang="fr-BE" sz="4000" b="1" i="1" dirty="0">
                <a:cs typeface="Times New Roman" pitchFamily="18" charset="0"/>
              </a:rPr>
              <a:t>7. Art. 42 &amp; allocations d’insertion</a:t>
            </a:r>
            <a:endParaRPr lang="fr-FR" sz="4000" b="1" i="1" dirty="0">
              <a:cs typeface="Times New Roman" pitchFamily="18" charset="0"/>
            </a:endParaRPr>
          </a:p>
        </p:txBody>
      </p:sp>
      <p:sp>
        <p:nvSpPr>
          <p:cNvPr id="8" name="Espace réservé du contenu 7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fr-BE" dirty="0">
                <a:cs typeface="Times New Roman" pitchFamily="18" charset="0"/>
              </a:rPr>
              <a:t>L’intéressé doit remplir 2 conditions :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fr-BE" b="1" dirty="0">
                <a:cs typeface="Times New Roman" pitchFamily="18" charset="0"/>
              </a:rPr>
              <a:t>1. &lt; 25 ans à la DA </a:t>
            </a:r>
            <a:r>
              <a:rPr lang="fr-BE" b="1" u="sng" dirty="0">
                <a:cs typeface="Times New Roman" pitchFamily="18" charset="0"/>
              </a:rPr>
              <a:t>ou</a:t>
            </a:r>
            <a:r>
              <a:rPr lang="fr-BE" b="1" dirty="0">
                <a:cs typeface="Times New Roman" pitchFamily="18" charset="0"/>
              </a:rPr>
              <a:t> être admissible </a:t>
            </a:r>
            <a:r>
              <a:rPr lang="fr-BE" b="1" dirty="0">
                <a:solidFill>
                  <a:srgbClr val="C00000"/>
                </a:solidFill>
                <a:cs typeface="Times New Roman" pitchFamily="18" charset="0"/>
              </a:rPr>
              <a:t>art. 42.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fr-BE" b="1" dirty="0">
                <a:cs typeface="Times New Roman" pitchFamily="18" charset="0"/>
              </a:rPr>
              <a:t>2. Avoir encore droit au crédit</a:t>
            </a:r>
            <a:r>
              <a:rPr lang="fr-BE" b="1" dirty="0">
                <a:cs typeface="Times New Roman" pitchFamily="18" charset="0"/>
                <a:sym typeface="Wingdings" panose="05000000000000000000" pitchFamily="2" charset="2"/>
              </a:rPr>
              <a:t> </a:t>
            </a:r>
            <a:r>
              <a:rPr lang="fr-BE" b="1" dirty="0">
                <a:solidFill>
                  <a:srgbClr val="C00000"/>
                </a:solidFill>
                <a:cs typeface="Times New Roman" pitchFamily="18" charset="0"/>
                <a:sym typeface="Wingdings" panose="05000000000000000000" pitchFamily="2" charset="2"/>
              </a:rPr>
              <a:t>art. 63.</a:t>
            </a:r>
          </a:p>
          <a:p>
            <a:pPr marL="0" indent="0">
              <a:spcBef>
                <a:spcPts val="600"/>
              </a:spcBef>
              <a:buNone/>
            </a:pPr>
            <a:endParaRPr lang="fr-BE" sz="3600" dirty="0">
              <a:cs typeface="Times New Roman" pitchFamily="18" charset="0"/>
              <a:sym typeface="Wingdings" panose="05000000000000000000" pitchFamily="2" charset="2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fr-BE" dirty="0">
                <a:cs typeface="Times New Roman" pitchFamily="18" charset="0"/>
                <a:sym typeface="Wingdings" panose="05000000000000000000" pitchFamily="2" charset="2"/>
              </a:rPr>
              <a:t>Ces conditions doivent être analysées à chaque DA, y compris en cas de modification de la situation familiale.</a:t>
            </a:r>
            <a:endParaRPr lang="fr-FR" sz="2400" dirty="0">
              <a:sym typeface="Wingdings" panose="05000000000000000000" pitchFamily="2" charset="2"/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64431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ZoneTexte 50"/>
          <p:cNvSpPr txBox="1"/>
          <p:nvPr/>
        </p:nvSpPr>
        <p:spPr>
          <a:xfrm>
            <a:off x="4974338" y="4653480"/>
            <a:ext cx="2380958" cy="64633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38100"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BE" b="1" i="1" dirty="0"/>
              <a:t>Droit de base </a:t>
            </a:r>
          </a:p>
          <a:p>
            <a:pPr algn="ctr"/>
            <a:r>
              <a:rPr lang="fr-BE" b="1" i="1" dirty="0"/>
              <a:t>WA3</a:t>
            </a: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sz="4000" b="1" i="1" dirty="0"/>
              <a:t> Exemple 1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fr-BE" dirty="0"/>
          </a:p>
          <a:p>
            <a:pPr marL="0" indent="0">
              <a:buNone/>
            </a:pPr>
            <a:endParaRPr lang="fr-BE" dirty="0"/>
          </a:p>
          <a:p>
            <a:pPr marL="0" indent="0">
              <a:buNone/>
            </a:pPr>
            <a:endParaRPr lang="fr-BE" dirty="0"/>
          </a:p>
          <a:p>
            <a:pPr marL="0" indent="0">
              <a:buNone/>
            </a:pPr>
            <a:endParaRPr lang="fr-BE" dirty="0"/>
          </a:p>
        </p:txBody>
      </p:sp>
      <p:cxnSp>
        <p:nvCxnSpPr>
          <p:cNvPr id="14" name="Connecteur droit avec flèche 13"/>
          <p:cNvCxnSpPr/>
          <p:nvPr/>
        </p:nvCxnSpPr>
        <p:spPr>
          <a:xfrm>
            <a:off x="1234242" y="1154677"/>
            <a:ext cx="0" cy="4628171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9" name="ZoneTexte 28"/>
          <p:cNvSpPr txBox="1"/>
          <p:nvPr/>
        </p:nvSpPr>
        <p:spPr>
          <a:xfrm>
            <a:off x="6679098" y="3927900"/>
            <a:ext cx="1291314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>
                <a:solidFill>
                  <a:schemeClr val="tx2"/>
                </a:solidFill>
              </a:rPr>
              <a:t>31.08.2025</a:t>
            </a:r>
          </a:p>
        </p:txBody>
      </p:sp>
      <p:cxnSp>
        <p:nvCxnSpPr>
          <p:cNvPr id="40" name="Connecteur droit avec flèche 39"/>
          <p:cNvCxnSpPr/>
          <p:nvPr/>
        </p:nvCxnSpPr>
        <p:spPr>
          <a:xfrm flipV="1">
            <a:off x="7355230" y="4237514"/>
            <a:ext cx="0" cy="1049099"/>
          </a:xfrm>
          <a:prstGeom prst="straightConnector1">
            <a:avLst/>
          </a:prstGeom>
          <a:ln w="38100">
            <a:solidFill>
              <a:schemeClr val="tx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2" name="Espace réservé du numéro de diapositive 4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18</a:t>
            </a:fld>
            <a:endParaRPr lang="fr-FR"/>
          </a:p>
        </p:txBody>
      </p:sp>
      <p:sp>
        <p:nvSpPr>
          <p:cNvPr id="32" name="ZoneTexte 31"/>
          <p:cNvSpPr txBox="1"/>
          <p:nvPr/>
        </p:nvSpPr>
        <p:spPr>
          <a:xfrm>
            <a:off x="4380136" y="3908331"/>
            <a:ext cx="12174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>
                <a:solidFill>
                  <a:schemeClr val="tx2"/>
                </a:solidFill>
              </a:rPr>
              <a:t>01.09.2022</a:t>
            </a:r>
          </a:p>
        </p:txBody>
      </p:sp>
      <p:cxnSp>
        <p:nvCxnSpPr>
          <p:cNvPr id="35" name="Connecteur droit avec flèche 34"/>
          <p:cNvCxnSpPr/>
          <p:nvPr/>
        </p:nvCxnSpPr>
        <p:spPr>
          <a:xfrm flipV="1">
            <a:off x="4974338" y="4214073"/>
            <a:ext cx="0" cy="1072540"/>
          </a:xfrm>
          <a:prstGeom prst="straightConnector1">
            <a:avLst/>
          </a:prstGeom>
          <a:ln w="38100">
            <a:solidFill>
              <a:schemeClr val="tx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" name="Connecteur droit avec flèche 4"/>
          <p:cNvCxnSpPr>
            <a:cxnSpLocks/>
          </p:cNvCxnSpPr>
          <p:nvPr/>
        </p:nvCxnSpPr>
        <p:spPr>
          <a:xfrm rot="10800000">
            <a:off x="4809886" y="4632136"/>
            <a:ext cx="0" cy="684000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ZoneTexte 17"/>
          <p:cNvSpPr txBox="1"/>
          <p:nvPr/>
        </p:nvSpPr>
        <p:spPr>
          <a:xfrm>
            <a:off x="3896625" y="4102851"/>
            <a:ext cx="1872208" cy="523220"/>
          </a:xfrm>
          <a:prstGeom prst="rect">
            <a:avLst/>
          </a:prstGeom>
          <a:noFill/>
          <a:ln w="63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r-BE" sz="1400" dirty="0"/>
              <a:t>10.08.2022</a:t>
            </a:r>
          </a:p>
          <a:p>
            <a:pPr algn="ctr"/>
            <a:r>
              <a:rPr lang="fr-BE" sz="1400" dirty="0"/>
              <a:t>= 30</a:t>
            </a:r>
            <a:r>
              <a:rPr lang="fr-BE" sz="1400" baseline="30000" dirty="0"/>
              <a:t>ème</a:t>
            </a:r>
            <a:r>
              <a:rPr lang="fr-BE" sz="1400" dirty="0"/>
              <a:t>  anniversaire</a:t>
            </a:r>
          </a:p>
        </p:txBody>
      </p:sp>
      <p:sp>
        <p:nvSpPr>
          <p:cNvPr id="24" name="ZoneTexte 23"/>
          <p:cNvSpPr txBox="1"/>
          <p:nvPr/>
        </p:nvSpPr>
        <p:spPr>
          <a:xfrm>
            <a:off x="1226461" y="2128012"/>
            <a:ext cx="2735888" cy="646331"/>
          </a:xfrm>
          <a:prstGeom prst="rect">
            <a:avLst/>
          </a:prstGeom>
          <a:solidFill>
            <a:srgbClr val="FFC000"/>
          </a:solidFill>
          <a:ln w="38100">
            <a:solidFill>
              <a:srgbClr val="FF9933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BE" b="1" i="1" dirty="0"/>
              <a:t>Droit de base </a:t>
            </a:r>
          </a:p>
          <a:p>
            <a:pPr algn="ctr"/>
            <a:r>
              <a:rPr lang="fr-BE" b="1" i="1" dirty="0"/>
              <a:t>WB3</a:t>
            </a:r>
          </a:p>
        </p:txBody>
      </p:sp>
      <p:sp>
        <p:nvSpPr>
          <p:cNvPr id="25" name="ZoneTexte 24"/>
          <p:cNvSpPr txBox="1"/>
          <p:nvPr/>
        </p:nvSpPr>
        <p:spPr>
          <a:xfrm>
            <a:off x="3432597" y="1318171"/>
            <a:ext cx="11856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27.12.2019</a:t>
            </a:r>
          </a:p>
        </p:txBody>
      </p:sp>
      <p:cxnSp>
        <p:nvCxnSpPr>
          <p:cNvPr id="26" name="Connecteur droit avec flèche 25"/>
          <p:cNvCxnSpPr/>
          <p:nvPr/>
        </p:nvCxnSpPr>
        <p:spPr>
          <a:xfrm flipV="1">
            <a:off x="3962349" y="1628641"/>
            <a:ext cx="0" cy="1156796"/>
          </a:xfrm>
          <a:prstGeom prst="straightConnector1">
            <a:avLst/>
          </a:prstGeom>
          <a:ln w="38100">
            <a:solidFill>
              <a:srgbClr val="FF9933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7" name="Connecteur droit avec flèche 26"/>
          <p:cNvCxnSpPr/>
          <p:nvPr/>
        </p:nvCxnSpPr>
        <p:spPr>
          <a:xfrm flipV="1">
            <a:off x="1234133" y="1616476"/>
            <a:ext cx="0" cy="1168961"/>
          </a:xfrm>
          <a:prstGeom prst="straightConnector1">
            <a:avLst/>
          </a:prstGeom>
          <a:ln w="38100">
            <a:solidFill>
              <a:srgbClr val="FF9933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0" name="ZoneTexte 29"/>
          <p:cNvSpPr txBox="1"/>
          <p:nvPr/>
        </p:nvSpPr>
        <p:spPr>
          <a:xfrm>
            <a:off x="633721" y="1321443"/>
            <a:ext cx="12213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28.12.2016</a:t>
            </a:r>
          </a:p>
        </p:txBody>
      </p:sp>
      <p:sp>
        <p:nvSpPr>
          <p:cNvPr id="41" name="ZoneTexte 40"/>
          <p:cNvSpPr txBox="1"/>
          <p:nvPr/>
        </p:nvSpPr>
        <p:spPr>
          <a:xfrm>
            <a:off x="4466972" y="5744570"/>
            <a:ext cx="18722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Le 07.12.2022</a:t>
            </a:r>
          </a:p>
          <a:p>
            <a:pPr algn="ctr"/>
            <a:r>
              <a:rPr lang="fr-BE" sz="1100" b="1" dirty="0">
                <a:sym typeface="Wingdings" panose="05000000000000000000" pitchFamily="2" charset="2"/>
              </a:rPr>
              <a:t></a:t>
            </a:r>
            <a:r>
              <a:rPr lang="fr-BE" sz="1400" b="1" dirty="0">
                <a:sym typeface="Wingdings" panose="05000000000000000000" pitchFamily="2" charset="2"/>
              </a:rPr>
              <a:t> </a:t>
            </a:r>
            <a:r>
              <a:rPr lang="fr-BE" sz="1400" b="1" dirty="0"/>
              <a:t>WA3 ?</a:t>
            </a:r>
          </a:p>
        </p:txBody>
      </p:sp>
      <p:sp>
        <p:nvSpPr>
          <p:cNvPr id="43" name="ZoneTexte 42"/>
          <p:cNvSpPr txBox="1"/>
          <p:nvPr/>
        </p:nvSpPr>
        <p:spPr>
          <a:xfrm>
            <a:off x="278240" y="2477660"/>
            <a:ext cx="9361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WB3</a:t>
            </a:r>
          </a:p>
        </p:txBody>
      </p:sp>
      <p:sp>
        <p:nvSpPr>
          <p:cNvPr id="44" name="ZoneTexte 43"/>
          <p:cNvSpPr txBox="1"/>
          <p:nvPr/>
        </p:nvSpPr>
        <p:spPr>
          <a:xfrm>
            <a:off x="268445" y="4979376"/>
            <a:ext cx="9361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WA3</a:t>
            </a:r>
          </a:p>
        </p:txBody>
      </p:sp>
      <p:sp>
        <p:nvSpPr>
          <p:cNvPr id="46" name="ZoneTexte 45"/>
          <p:cNvSpPr txBox="1"/>
          <p:nvPr/>
        </p:nvSpPr>
        <p:spPr>
          <a:xfrm>
            <a:off x="103210" y="5827830"/>
            <a:ext cx="25191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1</a:t>
            </a:r>
            <a:r>
              <a:rPr lang="fr-BE" sz="1400" b="1" baseline="30000" dirty="0"/>
              <a:t>ère</a:t>
            </a:r>
            <a:r>
              <a:rPr lang="fr-BE" sz="1400" b="1" dirty="0"/>
              <a:t> DA : WB3 le 28.12.2016</a:t>
            </a:r>
          </a:p>
          <a:p>
            <a:pPr algn="ctr"/>
            <a:r>
              <a:rPr lang="fr-BE" sz="1400" b="1" dirty="0"/>
              <a:t>Né le 10.08.1992</a:t>
            </a:r>
          </a:p>
        </p:txBody>
      </p:sp>
      <p:sp>
        <p:nvSpPr>
          <p:cNvPr id="53" name="ZoneTexte 52"/>
          <p:cNvSpPr txBox="1"/>
          <p:nvPr/>
        </p:nvSpPr>
        <p:spPr>
          <a:xfrm>
            <a:off x="4832729" y="3416810"/>
            <a:ext cx="10087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>
                <a:solidFill>
                  <a:srgbClr val="008000"/>
                </a:solidFill>
              </a:rPr>
              <a:t>06.12.2022</a:t>
            </a:r>
          </a:p>
        </p:txBody>
      </p:sp>
      <p:sp>
        <p:nvSpPr>
          <p:cNvPr id="54" name="ZoneTexte 53"/>
          <p:cNvSpPr txBox="1"/>
          <p:nvPr/>
        </p:nvSpPr>
        <p:spPr>
          <a:xfrm>
            <a:off x="3795267" y="3032046"/>
            <a:ext cx="15615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>
                <a:solidFill>
                  <a:srgbClr val="008000"/>
                </a:solidFill>
              </a:rPr>
              <a:t>Période réf. art. 42</a:t>
            </a:r>
          </a:p>
        </p:txBody>
      </p:sp>
      <p:sp>
        <p:nvSpPr>
          <p:cNvPr id="56" name="Accolade ouvrante 55"/>
          <p:cNvSpPr/>
          <p:nvPr/>
        </p:nvSpPr>
        <p:spPr>
          <a:xfrm rot="16200000">
            <a:off x="4515914" y="2594201"/>
            <a:ext cx="125290" cy="1581285"/>
          </a:xfrm>
          <a:prstGeom prst="leftBrace">
            <a:avLst/>
          </a:prstGeom>
          <a:ln>
            <a:solidFill>
              <a:srgbClr val="008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BE">
              <a:solidFill>
                <a:srgbClr val="008000"/>
              </a:solidFill>
            </a:endParaRPr>
          </a:p>
        </p:txBody>
      </p:sp>
      <p:sp>
        <p:nvSpPr>
          <p:cNvPr id="57" name="ZoneTexte 56"/>
          <p:cNvSpPr txBox="1"/>
          <p:nvPr/>
        </p:nvSpPr>
        <p:spPr>
          <a:xfrm>
            <a:off x="3213718" y="3421852"/>
            <a:ext cx="11422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>
                <a:solidFill>
                  <a:srgbClr val="008000"/>
                </a:solidFill>
              </a:rPr>
              <a:t>07.12.2019</a:t>
            </a:r>
            <a:endParaRPr lang="fr-BE" sz="1200" b="1" dirty="0">
              <a:solidFill>
                <a:srgbClr val="008000"/>
              </a:solidFill>
            </a:endParaRPr>
          </a:p>
        </p:txBody>
      </p:sp>
      <p:cxnSp>
        <p:nvCxnSpPr>
          <p:cNvPr id="58" name="Connecteur droit 57"/>
          <p:cNvCxnSpPr/>
          <p:nvPr/>
        </p:nvCxnSpPr>
        <p:spPr>
          <a:xfrm>
            <a:off x="5377192" y="1726119"/>
            <a:ext cx="0" cy="1596080"/>
          </a:xfrm>
          <a:prstGeom prst="line">
            <a:avLst/>
          </a:prstGeom>
          <a:ln w="38100" cmpd="sng">
            <a:solidFill>
              <a:srgbClr val="008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ZoneTexte 46"/>
          <p:cNvSpPr txBox="1"/>
          <p:nvPr/>
        </p:nvSpPr>
        <p:spPr>
          <a:xfrm>
            <a:off x="4433097" y="6183485"/>
            <a:ext cx="18722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≥ 25 ans </a:t>
            </a:r>
            <a:r>
              <a:rPr lang="fr-BE" sz="1100" b="1" dirty="0">
                <a:sym typeface="Wingdings" panose="05000000000000000000" pitchFamily="2" charset="2"/>
              </a:rPr>
              <a:t> </a:t>
            </a:r>
            <a:r>
              <a:rPr lang="fr-BE" sz="1400" b="1" dirty="0">
                <a:sym typeface="Wingdings" panose="05000000000000000000" pitchFamily="2" charset="2"/>
              </a:rPr>
              <a:t>Art. 42</a:t>
            </a:r>
            <a:r>
              <a:rPr lang="fr-BE" sz="1400" b="1" dirty="0"/>
              <a:t> ?</a:t>
            </a:r>
          </a:p>
        </p:txBody>
      </p:sp>
      <p:cxnSp>
        <p:nvCxnSpPr>
          <p:cNvPr id="48" name="Connecteur droit avec flèche 47"/>
          <p:cNvCxnSpPr/>
          <p:nvPr/>
        </p:nvCxnSpPr>
        <p:spPr>
          <a:xfrm flipH="1" flipV="1">
            <a:off x="7827561" y="1600200"/>
            <a:ext cx="11206" cy="4069169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9" name="ZoneTexte 48"/>
          <p:cNvSpPr txBox="1"/>
          <p:nvPr/>
        </p:nvSpPr>
        <p:spPr>
          <a:xfrm>
            <a:off x="6902663" y="5727063"/>
            <a:ext cx="18722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100" b="1" dirty="0">
                <a:sym typeface="Wingdings" panose="05000000000000000000" pitchFamily="2" charset="2"/>
              </a:rPr>
              <a:t></a:t>
            </a:r>
            <a:r>
              <a:rPr lang="fr-BE" sz="1400" b="1" dirty="0">
                <a:sym typeface="Wingdings" panose="05000000000000000000" pitchFamily="2" charset="2"/>
              </a:rPr>
              <a:t> </a:t>
            </a:r>
            <a:r>
              <a:rPr lang="fr-BE" sz="1400" b="1" dirty="0"/>
              <a:t>WB3 ?</a:t>
            </a:r>
          </a:p>
        </p:txBody>
      </p:sp>
      <p:sp>
        <p:nvSpPr>
          <p:cNvPr id="39" name="ZoneTexte 38"/>
          <p:cNvSpPr txBox="1"/>
          <p:nvPr/>
        </p:nvSpPr>
        <p:spPr>
          <a:xfrm>
            <a:off x="6344564" y="1814494"/>
            <a:ext cx="162584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1400" b="1" i="1" dirty="0"/>
              <a:t>Même si adm. art. 42, le « crédit art. 63 » est épuisé.</a:t>
            </a:r>
          </a:p>
        </p:txBody>
      </p:sp>
      <p:sp>
        <p:nvSpPr>
          <p:cNvPr id="52" name="ZoneTexte 51"/>
          <p:cNvSpPr txBox="1"/>
          <p:nvPr/>
        </p:nvSpPr>
        <p:spPr>
          <a:xfrm>
            <a:off x="1230766" y="2127350"/>
            <a:ext cx="2730424" cy="646331"/>
          </a:xfrm>
          <a:prstGeom prst="rect">
            <a:avLst/>
          </a:prstGeom>
          <a:solidFill>
            <a:srgbClr val="FFC000"/>
          </a:solidFill>
          <a:ln w="38100">
            <a:solidFill>
              <a:srgbClr val="FF9933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BE" b="1" i="1" dirty="0"/>
              <a:t>Indemnisé</a:t>
            </a:r>
          </a:p>
          <a:p>
            <a:pPr algn="ctr"/>
            <a:r>
              <a:rPr lang="fr-BE" b="1" i="1" dirty="0"/>
              <a:t>WB3</a:t>
            </a:r>
          </a:p>
        </p:txBody>
      </p:sp>
      <p:cxnSp>
        <p:nvCxnSpPr>
          <p:cNvPr id="6" name="Connecteur droit avec flèche 5"/>
          <p:cNvCxnSpPr/>
          <p:nvPr/>
        </p:nvCxnSpPr>
        <p:spPr>
          <a:xfrm>
            <a:off x="736497" y="2795613"/>
            <a:ext cx="7416824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ZoneTexte 58"/>
          <p:cNvSpPr txBox="1"/>
          <p:nvPr/>
        </p:nvSpPr>
        <p:spPr>
          <a:xfrm>
            <a:off x="5403076" y="4650971"/>
            <a:ext cx="1952089" cy="64633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38100"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BE" b="1" i="1" dirty="0"/>
              <a:t>Droit             restant </a:t>
            </a:r>
          </a:p>
        </p:txBody>
      </p:sp>
      <p:cxnSp>
        <p:nvCxnSpPr>
          <p:cNvPr id="17" name="Connecteur droit avec flèche 16"/>
          <p:cNvCxnSpPr/>
          <p:nvPr/>
        </p:nvCxnSpPr>
        <p:spPr>
          <a:xfrm>
            <a:off x="760513" y="5305876"/>
            <a:ext cx="7416824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necteur droit 54"/>
          <p:cNvCxnSpPr/>
          <p:nvPr/>
        </p:nvCxnSpPr>
        <p:spPr>
          <a:xfrm>
            <a:off x="3771917" y="1821155"/>
            <a:ext cx="7995" cy="1523458"/>
          </a:xfrm>
          <a:prstGeom prst="line">
            <a:avLst/>
          </a:prstGeom>
          <a:ln w="38100" cmpd="sng">
            <a:solidFill>
              <a:srgbClr val="008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ZoneTexte 36"/>
          <p:cNvSpPr txBox="1"/>
          <p:nvPr/>
        </p:nvSpPr>
        <p:spPr>
          <a:xfrm>
            <a:off x="5828168" y="5338796"/>
            <a:ext cx="14008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100" b="1" dirty="0">
                <a:sym typeface="Wingdings" panose="05000000000000000000" pitchFamily="2" charset="2"/>
              </a:rPr>
              <a:t></a:t>
            </a:r>
            <a:r>
              <a:rPr lang="fr-BE" sz="1400" b="1" dirty="0">
                <a:sym typeface="Wingdings" panose="05000000000000000000" pitchFamily="2" charset="2"/>
              </a:rPr>
              <a:t> </a:t>
            </a:r>
            <a:r>
              <a:rPr lang="fr-BE" sz="1400" b="1" dirty="0"/>
              <a:t>Adm. art. 42 </a:t>
            </a:r>
          </a:p>
        </p:txBody>
      </p:sp>
      <p:cxnSp>
        <p:nvCxnSpPr>
          <p:cNvPr id="38" name="Connecteur droit avec flèche 37"/>
          <p:cNvCxnSpPr/>
          <p:nvPr/>
        </p:nvCxnSpPr>
        <p:spPr>
          <a:xfrm>
            <a:off x="5405362" y="1625948"/>
            <a:ext cx="0" cy="4104000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5535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000"/>
                            </p:stCondLst>
                            <p:childTnLst>
                              <p:par>
                                <p:cTn id="4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2000"/>
                            </p:stCondLst>
                            <p:childTnLst>
                              <p:par>
                                <p:cTn id="5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7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3000"/>
                            </p:stCondLst>
                            <p:childTnLst>
                              <p:par>
                                <p:cTn id="5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3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1000"/>
                            </p:stCondLst>
                            <p:childTnLst>
                              <p:par>
                                <p:cTn id="9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0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animBg="1"/>
      <p:bldP spid="29" grpId="0"/>
      <p:bldP spid="32" grpId="0"/>
      <p:bldP spid="18" grpId="0"/>
      <p:bldP spid="24" grpId="0" animBg="1"/>
      <p:bldP spid="25" grpId="0"/>
      <p:bldP spid="30" grpId="0"/>
      <p:bldP spid="41" grpId="0"/>
      <p:bldP spid="44" grpId="0"/>
      <p:bldP spid="53" grpId="0"/>
      <p:bldP spid="54" grpId="0"/>
      <p:bldP spid="56" grpId="0" animBg="1"/>
      <p:bldP spid="57" grpId="0"/>
      <p:bldP spid="47" grpId="0"/>
      <p:bldP spid="49" grpId="0"/>
      <p:bldP spid="39" grpId="0"/>
      <p:bldP spid="52" grpId="0" animBg="1"/>
      <p:bldP spid="59" grpId="0" animBg="1"/>
      <p:bldP spid="3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sz="4000" b="1" i="1" dirty="0"/>
              <a:t> Exemple 2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fr-BE" dirty="0"/>
          </a:p>
          <a:p>
            <a:pPr marL="0" indent="0">
              <a:buNone/>
            </a:pPr>
            <a:endParaRPr lang="fr-BE" dirty="0"/>
          </a:p>
          <a:p>
            <a:pPr marL="0" indent="0">
              <a:buNone/>
            </a:pPr>
            <a:endParaRPr lang="fr-BE" dirty="0"/>
          </a:p>
          <a:p>
            <a:pPr marL="0" indent="0">
              <a:buNone/>
            </a:pPr>
            <a:endParaRPr lang="fr-BE" dirty="0"/>
          </a:p>
        </p:txBody>
      </p:sp>
      <p:cxnSp>
        <p:nvCxnSpPr>
          <p:cNvPr id="14" name="Connecteur droit avec flèche 13"/>
          <p:cNvCxnSpPr/>
          <p:nvPr/>
        </p:nvCxnSpPr>
        <p:spPr>
          <a:xfrm>
            <a:off x="1232681" y="1173207"/>
            <a:ext cx="0" cy="4628171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2" name="Espace réservé du numéro de diapositive 4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19</a:t>
            </a:fld>
            <a:endParaRPr lang="fr-FR"/>
          </a:p>
        </p:txBody>
      </p:sp>
      <p:sp>
        <p:nvSpPr>
          <p:cNvPr id="24" name="ZoneTexte 23"/>
          <p:cNvSpPr txBox="1"/>
          <p:nvPr/>
        </p:nvSpPr>
        <p:spPr>
          <a:xfrm>
            <a:off x="1535924" y="2139106"/>
            <a:ext cx="2520280" cy="646331"/>
          </a:xfrm>
          <a:prstGeom prst="rect">
            <a:avLst/>
          </a:prstGeom>
          <a:solidFill>
            <a:srgbClr val="FFC000"/>
          </a:solidFill>
          <a:ln w="38100">
            <a:solidFill>
              <a:srgbClr val="FF9933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BE" b="1" i="1" dirty="0"/>
              <a:t>Droit de base </a:t>
            </a:r>
          </a:p>
          <a:p>
            <a:pPr algn="ctr"/>
            <a:r>
              <a:rPr lang="fr-BE" b="1" i="1" dirty="0"/>
              <a:t>WB3</a:t>
            </a:r>
          </a:p>
        </p:txBody>
      </p:sp>
      <p:sp>
        <p:nvSpPr>
          <p:cNvPr id="25" name="ZoneTexte 24"/>
          <p:cNvSpPr txBox="1"/>
          <p:nvPr/>
        </p:nvSpPr>
        <p:spPr>
          <a:xfrm>
            <a:off x="3523938" y="1318171"/>
            <a:ext cx="11856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31.12.2014</a:t>
            </a:r>
          </a:p>
        </p:txBody>
      </p:sp>
      <p:cxnSp>
        <p:nvCxnSpPr>
          <p:cNvPr id="26" name="Connecteur droit avec flèche 25"/>
          <p:cNvCxnSpPr/>
          <p:nvPr/>
        </p:nvCxnSpPr>
        <p:spPr>
          <a:xfrm flipV="1">
            <a:off x="4055447" y="1628641"/>
            <a:ext cx="0" cy="1156796"/>
          </a:xfrm>
          <a:prstGeom prst="straightConnector1">
            <a:avLst/>
          </a:prstGeom>
          <a:ln w="38100">
            <a:solidFill>
              <a:srgbClr val="FF9933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7" name="Connecteur droit avec flèche 26"/>
          <p:cNvCxnSpPr/>
          <p:nvPr/>
        </p:nvCxnSpPr>
        <p:spPr>
          <a:xfrm flipV="1">
            <a:off x="1535924" y="1611321"/>
            <a:ext cx="0" cy="1168961"/>
          </a:xfrm>
          <a:prstGeom prst="straightConnector1">
            <a:avLst/>
          </a:prstGeom>
          <a:ln w="38100">
            <a:solidFill>
              <a:srgbClr val="FF9933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0" name="ZoneTexte 29"/>
          <p:cNvSpPr txBox="1"/>
          <p:nvPr/>
        </p:nvSpPr>
        <p:spPr>
          <a:xfrm>
            <a:off x="989289" y="1320554"/>
            <a:ext cx="12213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01.01.2012</a:t>
            </a:r>
          </a:p>
        </p:txBody>
      </p:sp>
      <p:sp>
        <p:nvSpPr>
          <p:cNvPr id="41" name="ZoneTexte 40"/>
          <p:cNvSpPr txBox="1"/>
          <p:nvPr/>
        </p:nvSpPr>
        <p:spPr>
          <a:xfrm>
            <a:off x="5914822" y="5713994"/>
            <a:ext cx="18722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Le 07.12.2022</a:t>
            </a:r>
          </a:p>
          <a:p>
            <a:pPr algn="ctr"/>
            <a:r>
              <a:rPr lang="fr-BE" sz="1100" b="1" dirty="0">
                <a:sym typeface="Wingdings" panose="05000000000000000000" pitchFamily="2" charset="2"/>
              </a:rPr>
              <a:t> </a:t>
            </a:r>
            <a:r>
              <a:rPr lang="fr-BE" sz="1400" b="1" dirty="0"/>
              <a:t>WA3 ?</a:t>
            </a:r>
          </a:p>
        </p:txBody>
      </p:sp>
      <p:sp>
        <p:nvSpPr>
          <p:cNvPr id="43" name="ZoneTexte 42"/>
          <p:cNvSpPr txBox="1"/>
          <p:nvPr/>
        </p:nvSpPr>
        <p:spPr>
          <a:xfrm>
            <a:off x="278240" y="2477660"/>
            <a:ext cx="9361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WB3</a:t>
            </a:r>
          </a:p>
        </p:txBody>
      </p:sp>
      <p:sp>
        <p:nvSpPr>
          <p:cNvPr id="44" name="ZoneTexte 43"/>
          <p:cNvSpPr txBox="1"/>
          <p:nvPr/>
        </p:nvSpPr>
        <p:spPr>
          <a:xfrm>
            <a:off x="268445" y="4979376"/>
            <a:ext cx="9361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WA3</a:t>
            </a:r>
          </a:p>
        </p:txBody>
      </p:sp>
      <p:sp>
        <p:nvSpPr>
          <p:cNvPr id="46" name="ZoneTexte 45"/>
          <p:cNvSpPr txBox="1"/>
          <p:nvPr/>
        </p:nvSpPr>
        <p:spPr>
          <a:xfrm>
            <a:off x="103210" y="5827830"/>
            <a:ext cx="25191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1</a:t>
            </a:r>
            <a:r>
              <a:rPr lang="fr-BE" sz="1400" b="1" baseline="30000" dirty="0"/>
              <a:t>ère</a:t>
            </a:r>
            <a:r>
              <a:rPr lang="fr-BE" sz="1400" b="1" dirty="0"/>
              <a:t> DA : WB3 le 03.05.2011</a:t>
            </a:r>
          </a:p>
          <a:p>
            <a:pPr algn="ctr"/>
            <a:r>
              <a:rPr lang="fr-BE" sz="1400" b="1" dirty="0"/>
              <a:t>Né le 08.03.1990</a:t>
            </a:r>
          </a:p>
        </p:txBody>
      </p:sp>
      <p:sp>
        <p:nvSpPr>
          <p:cNvPr id="53" name="ZoneTexte 52"/>
          <p:cNvSpPr txBox="1"/>
          <p:nvPr/>
        </p:nvSpPr>
        <p:spPr>
          <a:xfrm>
            <a:off x="6347206" y="3279939"/>
            <a:ext cx="10087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>
                <a:solidFill>
                  <a:srgbClr val="008000"/>
                </a:solidFill>
              </a:rPr>
              <a:t>06.12.2022</a:t>
            </a:r>
          </a:p>
        </p:txBody>
      </p:sp>
      <p:sp>
        <p:nvSpPr>
          <p:cNvPr id="54" name="ZoneTexte 53"/>
          <p:cNvSpPr txBox="1"/>
          <p:nvPr/>
        </p:nvSpPr>
        <p:spPr>
          <a:xfrm>
            <a:off x="4789939" y="2957825"/>
            <a:ext cx="20979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>
                <a:solidFill>
                  <a:srgbClr val="008000"/>
                </a:solidFill>
              </a:rPr>
              <a:t>Période réf. art. 42</a:t>
            </a:r>
          </a:p>
        </p:txBody>
      </p:sp>
      <p:sp>
        <p:nvSpPr>
          <p:cNvPr id="56" name="Accolade ouvrante 55"/>
          <p:cNvSpPr/>
          <p:nvPr/>
        </p:nvSpPr>
        <p:spPr>
          <a:xfrm rot="16200000">
            <a:off x="5839365" y="2338891"/>
            <a:ext cx="120154" cy="1864988"/>
          </a:xfrm>
          <a:prstGeom prst="leftBrace">
            <a:avLst/>
          </a:prstGeom>
          <a:ln>
            <a:solidFill>
              <a:srgbClr val="008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BE">
              <a:solidFill>
                <a:srgbClr val="008000"/>
              </a:solidFill>
            </a:endParaRPr>
          </a:p>
        </p:txBody>
      </p:sp>
      <p:sp>
        <p:nvSpPr>
          <p:cNvPr id="57" name="ZoneTexte 56"/>
          <p:cNvSpPr txBox="1"/>
          <p:nvPr/>
        </p:nvSpPr>
        <p:spPr>
          <a:xfrm>
            <a:off x="4388612" y="3275426"/>
            <a:ext cx="11422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>
                <a:solidFill>
                  <a:srgbClr val="008000"/>
                </a:solidFill>
              </a:rPr>
              <a:t>07.12.2019</a:t>
            </a:r>
            <a:endParaRPr lang="fr-BE" sz="1200" b="1" dirty="0">
              <a:solidFill>
                <a:srgbClr val="008000"/>
              </a:solidFill>
            </a:endParaRPr>
          </a:p>
        </p:txBody>
      </p:sp>
      <p:cxnSp>
        <p:nvCxnSpPr>
          <p:cNvPr id="58" name="Connecteur droit 57"/>
          <p:cNvCxnSpPr/>
          <p:nvPr/>
        </p:nvCxnSpPr>
        <p:spPr>
          <a:xfrm>
            <a:off x="6831933" y="1643782"/>
            <a:ext cx="0" cy="1596080"/>
          </a:xfrm>
          <a:prstGeom prst="line">
            <a:avLst/>
          </a:prstGeom>
          <a:ln w="38100" cmpd="sng">
            <a:solidFill>
              <a:srgbClr val="008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ZoneTexte 46"/>
          <p:cNvSpPr txBox="1"/>
          <p:nvPr/>
        </p:nvSpPr>
        <p:spPr>
          <a:xfrm>
            <a:off x="5927699" y="6154836"/>
            <a:ext cx="18722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≥ 25 ans </a:t>
            </a:r>
            <a:r>
              <a:rPr lang="fr-BE" sz="1100" b="1" dirty="0">
                <a:sym typeface="Wingdings" panose="05000000000000000000" pitchFamily="2" charset="2"/>
              </a:rPr>
              <a:t></a:t>
            </a:r>
            <a:r>
              <a:rPr lang="fr-BE" sz="1050" b="1" dirty="0">
                <a:sym typeface="Wingdings" panose="05000000000000000000" pitchFamily="2" charset="2"/>
              </a:rPr>
              <a:t> </a:t>
            </a:r>
            <a:r>
              <a:rPr lang="fr-BE" sz="1400" b="1" dirty="0">
                <a:sym typeface="Wingdings" panose="05000000000000000000" pitchFamily="2" charset="2"/>
              </a:rPr>
              <a:t>Art. 42</a:t>
            </a:r>
            <a:r>
              <a:rPr lang="fr-BE" sz="1400" b="1" dirty="0"/>
              <a:t> ?</a:t>
            </a:r>
          </a:p>
        </p:txBody>
      </p:sp>
      <p:sp>
        <p:nvSpPr>
          <p:cNvPr id="37" name="ZoneTexte 36"/>
          <p:cNvSpPr txBox="1"/>
          <p:nvPr/>
        </p:nvSpPr>
        <p:spPr>
          <a:xfrm>
            <a:off x="6885301" y="5406217"/>
            <a:ext cx="16296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100" b="1" dirty="0">
                <a:solidFill>
                  <a:srgbClr val="C00000"/>
                </a:solidFill>
                <a:sym typeface="Wingdings" panose="05000000000000000000" pitchFamily="2" charset="2"/>
              </a:rPr>
              <a:t></a:t>
            </a:r>
            <a:r>
              <a:rPr lang="fr-BE" sz="1400" b="1" dirty="0">
                <a:sym typeface="Wingdings" panose="05000000000000000000" pitchFamily="2" charset="2"/>
              </a:rPr>
              <a:t> </a:t>
            </a:r>
            <a:r>
              <a:rPr lang="fr-BE" sz="1400" b="1" dirty="0">
                <a:solidFill>
                  <a:srgbClr val="C00000"/>
                </a:solidFill>
              </a:rPr>
              <a:t>Non admissible </a:t>
            </a:r>
          </a:p>
          <a:p>
            <a:pPr algn="ctr"/>
            <a:r>
              <a:rPr lang="fr-BE" sz="1400" b="1" dirty="0">
                <a:solidFill>
                  <a:srgbClr val="C00000"/>
                </a:solidFill>
              </a:rPr>
              <a:t>art. 42 </a:t>
            </a:r>
          </a:p>
        </p:txBody>
      </p:sp>
      <p:cxnSp>
        <p:nvCxnSpPr>
          <p:cNvPr id="38" name="Connecteur droit avec flèche 37"/>
          <p:cNvCxnSpPr/>
          <p:nvPr/>
        </p:nvCxnSpPr>
        <p:spPr>
          <a:xfrm>
            <a:off x="6863803" y="1611321"/>
            <a:ext cx="0" cy="4104000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Connecteur droit avec flèche 16"/>
          <p:cNvCxnSpPr/>
          <p:nvPr/>
        </p:nvCxnSpPr>
        <p:spPr>
          <a:xfrm>
            <a:off x="760513" y="5305876"/>
            <a:ext cx="7416824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necteur droit 54"/>
          <p:cNvCxnSpPr/>
          <p:nvPr/>
        </p:nvCxnSpPr>
        <p:spPr>
          <a:xfrm flipH="1">
            <a:off x="4966946" y="1652312"/>
            <a:ext cx="6004" cy="1577370"/>
          </a:xfrm>
          <a:prstGeom prst="line">
            <a:avLst/>
          </a:prstGeom>
          <a:ln w="38100" cmpd="sng">
            <a:solidFill>
              <a:srgbClr val="008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ZoneTexte 32"/>
          <p:cNvSpPr txBox="1"/>
          <p:nvPr/>
        </p:nvSpPr>
        <p:spPr>
          <a:xfrm>
            <a:off x="1534189" y="2139106"/>
            <a:ext cx="2520280" cy="646331"/>
          </a:xfrm>
          <a:prstGeom prst="rect">
            <a:avLst/>
          </a:prstGeom>
          <a:solidFill>
            <a:srgbClr val="FFC000"/>
          </a:solidFill>
          <a:ln w="38100">
            <a:solidFill>
              <a:srgbClr val="FF9933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BE" b="1" i="1" dirty="0"/>
              <a:t>Indemnisé</a:t>
            </a:r>
          </a:p>
          <a:p>
            <a:pPr algn="ctr"/>
            <a:r>
              <a:rPr lang="fr-BE" b="1" i="1" dirty="0"/>
              <a:t>WB3</a:t>
            </a:r>
          </a:p>
        </p:txBody>
      </p:sp>
      <p:cxnSp>
        <p:nvCxnSpPr>
          <p:cNvPr id="6" name="Connecteur droit avec flèche 5"/>
          <p:cNvCxnSpPr/>
          <p:nvPr/>
        </p:nvCxnSpPr>
        <p:spPr>
          <a:xfrm>
            <a:off x="736497" y="2795613"/>
            <a:ext cx="7416824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4293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000"/>
                            </p:stCondLst>
                            <p:childTnLst>
                              <p:par>
                                <p:cTn id="4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2000"/>
                            </p:stCondLst>
                            <p:childTnLst>
                              <p:par>
                                <p:cTn id="5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7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3000"/>
                            </p:stCondLst>
                            <p:childTnLst>
                              <p:par>
                                <p:cTn id="5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5" grpId="0"/>
      <p:bldP spid="30" grpId="0"/>
      <p:bldP spid="41" grpId="0"/>
      <p:bldP spid="44" grpId="0"/>
      <p:bldP spid="53" grpId="0"/>
      <p:bldP spid="54" grpId="0"/>
      <p:bldP spid="56" grpId="0" animBg="1"/>
      <p:bldP spid="57" grpId="0"/>
      <p:bldP spid="47" grpId="0"/>
      <p:bldP spid="37" grpId="0"/>
      <p:bldP spid="33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ZoneTexte 31"/>
          <p:cNvSpPr txBox="1"/>
          <p:nvPr/>
        </p:nvSpPr>
        <p:spPr>
          <a:xfrm>
            <a:off x="5343123" y="3948395"/>
            <a:ext cx="12174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>
                <a:solidFill>
                  <a:schemeClr val="tx2"/>
                </a:solidFill>
              </a:rPr>
              <a:t>01.04.2020</a:t>
            </a:r>
          </a:p>
        </p:txBody>
      </p:sp>
      <p:sp>
        <p:nvSpPr>
          <p:cNvPr id="18" name="ZoneTexte 17"/>
          <p:cNvSpPr txBox="1"/>
          <p:nvPr/>
        </p:nvSpPr>
        <p:spPr>
          <a:xfrm>
            <a:off x="4570776" y="4143095"/>
            <a:ext cx="1872208" cy="523220"/>
          </a:xfrm>
          <a:prstGeom prst="rect">
            <a:avLst/>
          </a:prstGeom>
          <a:noFill/>
          <a:ln w="63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r-BE" sz="1400" dirty="0"/>
              <a:t>08.03.2020</a:t>
            </a:r>
          </a:p>
          <a:p>
            <a:pPr algn="ctr"/>
            <a:r>
              <a:rPr lang="fr-BE" sz="1400" dirty="0"/>
              <a:t>= 30</a:t>
            </a:r>
            <a:r>
              <a:rPr lang="fr-BE" sz="1400" baseline="30000" dirty="0"/>
              <a:t>ème</a:t>
            </a:r>
            <a:r>
              <a:rPr lang="fr-BE" sz="1400" dirty="0"/>
              <a:t>  anniversaire</a:t>
            </a: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sz="4000" b="1" i="1" dirty="0"/>
              <a:t> Exemple 2 suite</a:t>
            </a:r>
          </a:p>
        </p:txBody>
      </p:sp>
      <p:cxnSp>
        <p:nvCxnSpPr>
          <p:cNvPr id="14" name="Connecteur droit avec flèche 13"/>
          <p:cNvCxnSpPr/>
          <p:nvPr/>
        </p:nvCxnSpPr>
        <p:spPr>
          <a:xfrm>
            <a:off x="1232681" y="1173207"/>
            <a:ext cx="0" cy="4628171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9" name="ZoneTexte 28"/>
          <p:cNvSpPr txBox="1"/>
          <p:nvPr/>
        </p:nvSpPr>
        <p:spPr>
          <a:xfrm>
            <a:off x="7379562" y="3919179"/>
            <a:ext cx="1291314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>
                <a:solidFill>
                  <a:schemeClr val="tx2"/>
                </a:solidFill>
              </a:rPr>
              <a:t>31.03.2023</a:t>
            </a:r>
          </a:p>
        </p:txBody>
      </p:sp>
      <p:cxnSp>
        <p:nvCxnSpPr>
          <p:cNvPr id="40" name="Connecteur droit avec flèche 39"/>
          <p:cNvCxnSpPr/>
          <p:nvPr/>
        </p:nvCxnSpPr>
        <p:spPr>
          <a:xfrm flipV="1">
            <a:off x="8025219" y="4233141"/>
            <a:ext cx="0" cy="1049099"/>
          </a:xfrm>
          <a:prstGeom prst="straightConnector1">
            <a:avLst/>
          </a:prstGeom>
          <a:ln w="38100">
            <a:solidFill>
              <a:schemeClr val="tx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2" name="Espace réservé du numéro de diapositive 4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20</a:t>
            </a:fld>
            <a:endParaRPr lang="fr-FR"/>
          </a:p>
        </p:txBody>
      </p:sp>
      <p:cxnSp>
        <p:nvCxnSpPr>
          <p:cNvPr id="35" name="Connecteur droit avec flèche 34"/>
          <p:cNvCxnSpPr/>
          <p:nvPr/>
        </p:nvCxnSpPr>
        <p:spPr>
          <a:xfrm flipV="1">
            <a:off x="5954638" y="4221420"/>
            <a:ext cx="0" cy="1072540"/>
          </a:xfrm>
          <a:prstGeom prst="straightConnector1">
            <a:avLst/>
          </a:prstGeom>
          <a:ln w="38100">
            <a:solidFill>
              <a:schemeClr val="tx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" name="Connecteur droit avec flèche 4"/>
          <p:cNvCxnSpPr>
            <a:cxnSpLocks/>
          </p:cNvCxnSpPr>
          <p:nvPr/>
        </p:nvCxnSpPr>
        <p:spPr>
          <a:xfrm rot="10800000">
            <a:off x="5652120" y="4693876"/>
            <a:ext cx="0" cy="612000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ZoneTexte 23"/>
          <p:cNvSpPr txBox="1"/>
          <p:nvPr/>
        </p:nvSpPr>
        <p:spPr>
          <a:xfrm>
            <a:off x="1535924" y="2139106"/>
            <a:ext cx="2520280" cy="646331"/>
          </a:xfrm>
          <a:prstGeom prst="rect">
            <a:avLst/>
          </a:prstGeom>
          <a:solidFill>
            <a:srgbClr val="FFC000"/>
          </a:solidFill>
          <a:ln w="38100">
            <a:solidFill>
              <a:srgbClr val="FF9933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BE" b="1" i="1" dirty="0"/>
              <a:t>Droit de base </a:t>
            </a:r>
          </a:p>
          <a:p>
            <a:pPr algn="ctr"/>
            <a:r>
              <a:rPr lang="fr-BE" b="1" i="1" dirty="0"/>
              <a:t>WB3</a:t>
            </a:r>
          </a:p>
        </p:txBody>
      </p:sp>
      <p:sp>
        <p:nvSpPr>
          <p:cNvPr id="25" name="ZoneTexte 24"/>
          <p:cNvSpPr txBox="1"/>
          <p:nvPr/>
        </p:nvSpPr>
        <p:spPr>
          <a:xfrm>
            <a:off x="3523938" y="1318171"/>
            <a:ext cx="11856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31.12.2014</a:t>
            </a:r>
          </a:p>
        </p:txBody>
      </p:sp>
      <p:cxnSp>
        <p:nvCxnSpPr>
          <p:cNvPr id="26" name="Connecteur droit avec flèche 25"/>
          <p:cNvCxnSpPr/>
          <p:nvPr/>
        </p:nvCxnSpPr>
        <p:spPr>
          <a:xfrm flipV="1">
            <a:off x="4055447" y="1628641"/>
            <a:ext cx="0" cy="1156796"/>
          </a:xfrm>
          <a:prstGeom prst="straightConnector1">
            <a:avLst/>
          </a:prstGeom>
          <a:ln w="38100">
            <a:solidFill>
              <a:srgbClr val="FF9933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7" name="Connecteur droit avec flèche 26"/>
          <p:cNvCxnSpPr/>
          <p:nvPr/>
        </p:nvCxnSpPr>
        <p:spPr>
          <a:xfrm flipV="1">
            <a:off x="1535924" y="1611321"/>
            <a:ext cx="0" cy="1168961"/>
          </a:xfrm>
          <a:prstGeom prst="straightConnector1">
            <a:avLst/>
          </a:prstGeom>
          <a:ln w="38100">
            <a:solidFill>
              <a:srgbClr val="FF9933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0" name="ZoneTexte 29"/>
          <p:cNvSpPr txBox="1"/>
          <p:nvPr/>
        </p:nvSpPr>
        <p:spPr>
          <a:xfrm>
            <a:off x="989289" y="1320554"/>
            <a:ext cx="12213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01.01.2012</a:t>
            </a:r>
          </a:p>
        </p:txBody>
      </p:sp>
      <p:sp>
        <p:nvSpPr>
          <p:cNvPr id="41" name="ZoneTexte 40"/>
          <p:cNvSpPr txBox="1"/>
          <p:nvPr/>
        </p:nvSpPr>
        <p:spPr>
          <a:xfrm>
            <a:off x="5914822" y="5713994"/>
            <a:ext cx="18722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Le 07.12.2022</a:t>
            </a:r>
          </a:p>
          <a:p>
            <a:pPr algn="ctr"/>
            <a:r>
              <a:rPr lang="fr-BE" sz="1100" b="1" dirty="0">
                <a:sym typeface="Wingdings" panose="05000000000000000000" pitchFamily="2" charset="2"/>
              </a:rPr>
              <a:t> </a:t>
            </a:r>
            <a:r>
              <a:rPr lang="fr-BE" sz="1400" b="1" dirty="0"/>
              <a:t>WA3 ?</a:t>
            </a:r>
          </a:p>
        </p:txBody>
      </p:sp>
      <p:sp>
        <p:nvSpPr>
          <p:cNvPr id="43" name="ZoneTexte 42"/>
          <p:cNvSpPr txBox="1"/>
          <p:nvPr/>
        </p:nvSpPr>
        <p:spPr>
          <a:xfrm>
            <a:off x="278240" y="2477660"/>
            <a:ext cx="9361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WB3</a:t>
            </a:r>
          </a:p>
        </p:txBody>
      </p:sp>
      <p:sp>
        <p:nvSpPr>
          <p:cNvPr id="44" name="ZoneTexte 43"/>
          <p:cNvSpPr txBox="1"/>
          <p:nvPr/>
        </p:nvSpPr>
        <p:spPr>
          <a:xfrm>
            <a:off x="268445" y="4979376"/>
            <a:ext cx="9361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WA3</a:t>
            </a:r>
          </a:p>
        </p:txBody>
      </p:sp>
      <p:sp>
        <p:nvSpPr>
          <p:cNvPr id="46" name="ZoneTexte 45"/>
          <p:cNvSpPr txBox="1"/>
          <p:nvPr/>
        </p:nvSpPr>
        <p:spPr>
          <a:xfrm>
            <a:off x="103210" y="5827830"/>
            <a:ext cx="25191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1</a:t>
            </a:r>
            <a:r>
              <a:rPr lang="fr-BE" sz="1400" b="1" baseline="30000" dirty="0"/>
              <a:t>ère</a:t>
            </a:r>
            <a:r>
              <a:rPr lang="fr-BE" sz="1400" b="1" dirty="0"/>
              <a:t> DA : WB3 le 03.05.2011</a:t>
            </a:r>
          </a:p>
          <a:p>
            <a:pPr algn="ctr"/>
            <a:r>
              <a:rPr lang="fr-BE" sz="1400" b="1" dirty="0"/>
              <a:t>Né le 08.03.1990</a:t>
            </a:r>
          </a:p>
        </p:txBody>
      </p:sp>
      <p:sp>
        <p:nvSpPr>
          <p:cNvPr id="47" name="ZoneTexte 46"/>
          <p:cNvSpPr txBox="1"/>
          <p:nvPr/>
        </p:nvSpPr>
        <p:spPr>
          <a:xfrm>
            <a:off x="5927699" y="6154836"/>
            <a:ext cx="18722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≥ 25 ans </a:t>
            </a:r>
            <a:r>
              <a:rPr lang="fr-BE" sz="1100" b="1" dirty="0">
                <a:sym typeface="Wingdings" panose="05000000000000000000" pitchFamily="2" charset="2"/>
              </a:rPr>
              <a:t></a:t>
            </a:r>
            <a:r>
              <a:rPr lang="fr-BE" sz="1050" b="1" dirty="0">
                <a:sym typeface="Wingdings" panose="05000000000000000000" pitchFamily="2" charset="2"/>
              </a:rPr>
              <a:t> </a:t>
            </a:r>
            <a:r>
              <a:rPr lang="fr-BE" sz="1400" b="1" dirty="0">
                <a:sym typeface="Wingdings" panose="05000000000000000000" pitchFamily="2" charset="2"/>
              </a:rPr>
              <a:t>Art. 42</a:t>
            </a:r>
            <a:r>
              <a:rPr lang="fr-BE" sz="1400" b="1" dirty="0"/>
              <a:t> ?</a:t>
            </a:r>
          </a:p>
        </p:txBody>
      </p:sp>
      <p:sp>
        <p:nvSpPr>
          <p:cNvPr id="37" name="ZoneTexte 36"/>
          <p:cNvSpPr txBox="1"/>
          <p:nvPr/>
        </p:nvSpPr>
        <p:spPr>
          <a:xfrm>
            <a:off x="6885301" y="5406217"/>
            <a:ext cx="16296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100" b="1" dirty="0">
                <a:solidFill>
                  <a:srgbClr val="C00000"/>
                </a:solidFill>
                <a:sym typeface="Wingdings" panose="05000000000000000000" pitchFamily="2" charset="2"/>
              </a:rPr>
              <a:t></a:t>
            </a:r>
            <a:r>
              <a:rPr lang="fr-BE" sz="1400" b="1" dirty="0">
                <a:sym typeface="Wingdings" panose="05000000000000000000" pitchFamily="2" charset="2"/>
              </a:rPr>
              <a:t> </a:t>
            </a:r>
            <a:r>
              <a:rPr lang="fr-BE" sz="1400" b="1" dirty="0">
                <a:solidFill>
                  <a:srgbClr val="C00000"/>
                </a:solidFill>
                <a:sym typeface="Wingdings" panose="05000000000000000000" pitchFamily="2" charset="2"/>
              </a:rPr>
              <a:t>A</a:t>
            </a:r>
            <a:r>
              <a:rPr lang="fr-BE" sz="1400" b="1" dirty="0">
                <a:solidFill>
                  <a:srgbClr val="C00000"/>
                </a:solidFill>
              </a:rPr>
              <a:t>dmissible </a:t>
            </a:r>
          </a:p>
          <a:p>
            <a:pPr algn="ctr"/>
            <a:r>
              <a:rPr lang="fr-BE" sz="1400" b="1" dirty="0">
                <a:solidFill>
                  <a:srgbClr val="C00000"/>
                </a:solidFill>
              </a:rPr>
              <a:t>art. 42 </a:t>
            </a:r>
          </a:p>
        </p:txBody>
      </p:sp>
      <p:cxnSp>
        <p:nvCxnSpPr>
          <p:cNvPr id="38" name="Connecteur droit avec flèche 37"/>
          <p:cNvCxnSpPr/>
          <p:nvPr/>
        </p:nvCxnSpPr>
        <p:spPr>
          <a:xfrm>
            <a:off x="6863803" y="1611321"/>
            <a:ext cx="0" cy="4104000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1" name="ZoneTexte 50"/>
          <p:cNvSpPr txBox="1"/>
          <p:nvPr/>
        </p:nvSpPr>
        <p:spPr>
          <a:xfrm>
            <a:off x="5954637" y="4648835"/>
            <a:ext cx="2070647" cy="64633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38100"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BE" b="1" i="1" dirty="0"/>
              <a:t>Droit de base </a:t>
            </a:r>
          </a:p>
          <a:p>
            <a:pPr algn="ctr"/>
            <a:r>
              <a:rPr lang="fr-BE" b="1" i="1" dirty="0"/>
              <a:t>WA3</a:t>
            </a:r>
          </a:p>
        </p:txBody>
      </p:sp>
      <p:sp>
        <p:nvSpPr>
          <p:cNvPr id="33" name="ZoneTexte 32"/>
          <p:cNvSpPr txBox="1"/>
          <p:nvPr/>
        </p:nvSpPr>
        <p:spPr>
          <a:xfrm>
            <a:off x="1534189" y="2139106"/>
            <a:ext cx="2520280" cy="646331"/>
          </a:xfrm>
          <a:prstGeom prst="rect">
            <a:avLst/>
          </a:prstGeom>
          <a:solidFill>
            <a:srgbClr val="FFC000"/>
          </a:solidFill>
          <a:ln w="38100">
            <a:solidFill>
              <a:srgbClr val="FF9933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BE" b="1" i="1" dirty="0"/>
              <a:t>Indemnisé</a:t>
            </a:r>
          </a:p>
          <a:p>
            <a:pPr algn="ctr"/>
            <a:r>
              <a:rPr lang="fr-BE" b="1" i="1" dirty="0"/>
              <a:t>WB3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74A22945-374E-4F42-816A-3A2AE001C8BA}"/>
              </a:ext>
            </a:extLst>
          </p:cNvPr>
          <p:cNvSpPr txBox="1"/>
          <p:nvPr/>
        </p:nvSpPr>
        <p:spPr>
          <a:xfrm>
            <a:off x="5675529" y="1645045"/>
            <a:ext cx="12213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31.07.2021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FC53B4F-B638-4F01-8F3A-2D511C02BC42}"/>
              </a:ext>
            </a:extLst>
          </p:cNvPr>
          <p:cNvSpPr/>
          <p:nvPr/>
        </p:nvSpPr>
        <p:spPr>
          <a:xfrm>
            <a:off x="4507466" y="2175603"/>
            <a:ext cx="1780321" cy="611611"/>
          </a:xfrm>
          <a:prstGeom prst="rect">
            <a:avLst/>
          </a:prstGeom>
          <a:solidFill>
            <a:schemeClr val="bg2">
              <a:lumMod val="90000"/>
            </a:schemeClr>
          </a:solidFill>
          <a:ln w="381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b="1" i="1" dirty="0">
                <a:solidFill>
                  <a:schemeClr val="tx1"/>
                </a:solidFill>
              </a:rPr>
              <a:t>Indépendant</a:t>
            </a:r>
          </a:p>
          <a:p>
            <a:pPr algn="ctr"/>
            <a:endParaRPr lang="fr-BE" sz="100" b="1" i="1" dirty="0">
              <a:solidFill>
                <a:schemeClr val="tx1"/>
              </a:solidFill>
            </a:endParaRPr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7B4D6619-2820-4A88-BAA7-EB748B5C871B}"/>
              </a:ext>
            </a:extLst>
          </p:cNvPr>
          <p:cNvSpPr txBox="1"/>
          <p:nvPr/>
        </p:nvSpPr>
        <p:spPr>
          <a:xfrm>
            <a:off x="3908644" y="1634931"/>
            <a:ext cx="12213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01.08.2016</a:t>
            </a:r>
          </a:p>
        </p:txBody>
      </p:sp>
      <p:sp>
        <p:nvSpPr>
          <p:cNvPr id="45" name="Accolade ouvrante 44">
            <a:extLst>
              <a:ext uri="{FF2B5EF4-FFF2-40B4-BE49-F238E27FC236}">
                <a16:creationId xmlns:a16="http://schemas.microsoft.com/office/drawing/2014/main" id="{A4E21696-EA4A-46FD-A4FE-703F2C046BAD}"/>
              </a:ext>
            </a:extLst>
          </p:cNvPr>
          <p:cNvSpPr/>
          <p:nvPr/>
        </p:nvSpPr>
        <p:spPr>
          <a:xfrm rot="16200000">
            <a:off x="5092089" y="1898734"/>
            <a:ext cx="94827" cy="3418772"/>
          </a:xfrm>
          <a:prstGeom prst="leftBrace">
            <a:avLst/>
          </a:prstGeom>
          <a:ln>
            <a:solidFill>
              <a:schemeClr val="tx2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48" name="ZoneTexte 47">
            <a:extLst>
              <a:ext uri="{FF2B5EF4-FFF2-40B4-BE49-F238E27FC236}">
                <a16:creationId xmlns:a16="http://schemas.microsoft.com/office/drawing/2014/main" id="{4891A46F-0A24-49A0-9119-57CC3B2AA569}"/>
              </a:ext>
            </a:extLst>
          </p:cNvPr>
          <p:cNvSpPr txBox="1"/>
          <p:nvPr/>
        </p:nvSpPr>
        <p:spPr>
          <a:xfrm>
            <a:off x="2394064" y="3727028"/>
            <a:ext cx="18722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>
                <a:solidFill>
                  <a:schemeClr val="tx2"/>
                </a:solidFill>
              </a:rPr>
              <a:t>07.12.2014</a:t>
            </a:r>
            <a:endParaRPr lang="fr-BE" sz="1200" b="1" dirty="0">
              <a:solidFill>
                <a:schemeClr val="tx2"/>
              </a:solidFill>
            </a:endParaRPr>
          </a:p>
        </p:txBody>
      </p:sp>
      <p:sp>
        <p:nvSpPr>
          <p:cNvPr id="49" name="ZoneTexte 48">
            <a:extLst>
              <a:ext uri="{FF2B5EF4-FFF2-40B4-BE49-F238E27FC236}">
                <a16:creationId xmlns:a16="http://schemas.microsoft.com/office/drawing/2014/main" id="{C92BE6F6-7B46-4693-933A-2FED11534B4D}"/>
              </a:ext>
            </a:extLst>
          </p:cNvPr>
          <p:cNvSpPr txBox="1"/>
          <p:nvPr/>
        </p:nvSpPr>
        <p:spPr>
          <a:xfrm>
            <a:off x="1237568" y="3161532"/>
            <a:ext cx="26948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>
                <a:solidFill>
                  <a:schemeClr val="tx2"/>
                </a:solidFill>
              </a:rPr>
              <a:t>Période réf. art. 42</a:t>
            </a:r>
          </a:p>
          <a:p>
            <a:pPr algn="ctr"/>
            <a:r>
              <a:rPr lang="fr-BE" sz="1400" b="1" dirty="0">
                <a:solidFill>
                  <a:schemeClr val="tx2"/>
                </a:solidFill>
              </a:rPr>
              <a:t>prolongée</a:t>
            </a:r>
          </a:p>
        </p:txBody>
      </p:sp>
      <p:cxnSp>
        <p:nvCxnSpPr>
          <p:cNvPr id="50" name="Connecteur droit 49">
            <a:extLst>
              <a:ext uri="{FF2B5EF4-FFF2-40B4-BE49-F238E27FC236}">
                <a16:creationId xmlns:a16="http://schemas.microsoft.com/office/drawing/2014/main" id="{9EEB2D70-775D-4AF1-9BF2-576C02DFABB1}"/>
              </a:ext>
            </a:extLst>
          </p:cNvPr>
          <p:cNvCxnSpPr>
            <a:cxnSpLocks/>
          </p:cNvCxnSpPr>
          <p:nvPr/>
        </p:nvCxnSpPr>
        <p:spPr>
          <a:xfrm>
            <a:off x="3427327" y="1456618"/>
            <a:ext cx="0" cy="2104088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ZoneTexte 51">
            <a:extLst>
              <a:ext uri="{FF2B5EF4-FFF2-40B4-BE49-F238E27FC236}">
                <a16:creationId xmlns:a16="http://schemas.microsoft.com/office/drawing/2014/main" id="{1B1100A9-5F24-496C-974B-C73B9930BDB8}"/>
              </a:ext>
            </a:extLst>
          </p:cNvPr>
          <p:cNvSpPr txBox="1"/>
          <p:nvPr/>
        </p:nvSpPr>
        <p:spPr>
          <a:xfrm>
            <a:off x="5953117" y="3723713"/>
            <a:ext cx="18722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>
                <a:solidFill>
                  <a:schemeClr val="tx2"/>
                </a:solidFill>
              </a:rPr>
              <a:t>06.12.2022</a:t>
            </a:r>
            <a:endParaRPr lang="fr-BE" sz="1200" b="1" dirty="0">
              <a:solidFill>
                <a:schemeClr val="tx2"/>
              </a:solidFill>
            </a:endParaRPr>
          </a:p>
        </p:txBody>
      </p:sp>
      <p:cxnSp>
        <p:nvCxnSpPr>
          <p:cNvPr id="6" name="Connecteur droit avec flèche 5"/>
          <p:cNvCxnSpPr/>
          <p:nvPr/>
        </p:nvCxnSpPr>
        <p:spPr>
          <a:xfrm>
            <a:off x="751153" y="2787214"/>
            <a:ext cx="7416824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ZoneTexte 58">
            <a:extLst>
              <a:ext uri="{FF2B5EF4-FFF2-40B4-BE49-F238E27FC236}">
                <a16:creationId xmlns:a16="http://schemas.microsoft.com/office/drawing/2014/main" id="{E7055B8C-6678-47E6-8B66-E80E027CAE23}"/>
              </a:ext>
            </a:extLst>
          </p:cNvPr>
          <p:cNvSpPr txBox="1"/>
          <p:nvPr/>
        </p:nvSpPr>
        <p:spPr>
          <a:xfrm>
            <a:off x="6868945" y="4653217"/>
            <a:ext cx="1149015" cy="64633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38100"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BE" b="1" i="1" dirty="0"/>
              <a:t>Droit restant </a:t>
            </a:r>
          </a:p>
        </p:txBody>
      </p:sp>
      <p:cxnSp>
        <p:nvCxnSpPr>
          <p:cNvPr id="17" name="Connecteur droit avec flèche 16"/>
          <p:cNvCxnSpPr/>
          <p:nvPr/>
        </p:nvCxnSpPr>
        <p:spPr>
          <a:xfrm>
            <a:off x="760513" y="5305876"/>
            <a:ext cx="7416824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ZoneTexte 61">
            <a:extLst>
              <a:ext uri="{FF2B5EF4-FFF2-40B4-BE49-F238E27FC236}">
                <a16:creationId xmlns:a16="http://schemas.microsoft.com/office/drawing/2014/main" id="{D1E46E22-9FAC-4034-9240-3DFAC046FFC4}"/>
              </a:ext>
            </a:extLst>
          </p:cNvPr>
          <p:cNvSpPr txBox="1"/>
          <p:nvPr/>
        </p:nvSpPr>
        <p:spPr>
          <a:xfrm>
            <a:off x="4789939" y="2957825"/>
            <a:ext cx="20979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>
                <a:solidFill>
                  <a:srgbClr val="008000"/>
                </a:solidFill>
              </a:rPr>
              <a:t>Période réf. art. 42</a:t>
            </a:r>
          </a:p>
        </p:txBody>
      </p:sp>
      <p:sp>
        <p:nvSpPr>
          <p:cNvPr id="63" name="Accolade ouvrante 62">
            <a:extLst>
              <a:ext uri="{FF2B5EF4-FFF2-40B4-BE49-F238E27FC236}">
                <a16:creationId xmlns:a16="http://schemas.microsoft.com/office/drawing/2014/main" id="{8333178D-0E4F-4513-B46A-38A3D275FFF7}"/>
              </a:ext>
            </a:extLst>
          </p:cNvPr>
          <p:cNvSpPr/>
          <p:nvPr/>
        </p:nvSpPr>
        <p:spPr>
          <a:xfrm rot="16200000">
            <a:off x="5839365" y="2338891"/>
            <a:ext cx="120154" cy="1864988"/>
          </a:xfrm>
          <a:prstGeom prst="leftBrace">
            <a:avLst/>
          </a:prstGeom>
          <a:ln>
            <a:solidFill>
              <a:srgbClr val="008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BE">
              <a:solidFill>
                <a:srgbClr val="008000"/>
              </a:solidFill>
            </a:endParaRPr>
          </a:p>
        </p:txBody>
      </p:sp>
      <p:sp>
        <p:nvSpPr>
          <p:cNvPr id="64" name="ZoneTexte 63">
            <a:extLst>
              <a:ext uri="{FF2B5EF4-FFF2-40B4-BE49-F238E27FC236}">
                <a16:creationId xmlns:a16="http://schemas.microsoft.com/office/drawing/2014/main" id="{3A677E7D-848D-47C1-BDE0-4DB04A14CB52}"/>
              </a:ext>
            </a:extLst>
          </p:cNvPr>
          <p:cNvSpPr txBox="1"/>
          <p:nvPr/>
        </p:nvSpPr>
        <p:spPr>
          <a:xfrm>
            <a:off x="4388612" y="3275426"/>
            <a:ext cx="11422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>
                <a:solidFill>
                  <a:srgbClr val="008000"/>
                </a:solidFill>
              </a:rPr>
              <a:t>07.12.2019</a:t>
            </a:r>
            <a:endParaRPr lang="fr-BE" sz="1200" b="1" dirty="0">
              <a:solidFill>
                <a:srgbClr val="008000"/>
              </a:solidFill>
            </a:endParaRPr>
          </a:p>
        </p:txBody>
      </p:sp>
      <p:cxnSp>
        <p:nvCxnSpPr>
          <p:cNvPr id="65" name="Connecteur droit 64">
            <a:extLst>
              <a:ext uri="{FF2B5EF4-FFF2-40B4-BE49-F238E27FC236}">
                <a16:creationId xmlns:a16="http://schemas.microsoft.com/office/drawing/2014/main" id="{47C2E71D-AB2A-4B52-8577-AA60EB7AD2F1}"/>
              </a:ext>
            </a:extLst>
          </p:cNvPr>
          <p:cNvCxnSpPr/>
          <p:nvPr/>
        </p:nvCxnSpPr>
        <p:spPr>
          <a:xfrm>
            <a:off x="6831933" y="1643782"/>
            <a:ext cx="0" cy="1596080"/>
          </a:xfrm>
          <a:prstGeom prst="line">
            <a:avLst/>
          </a:prstGeom>
          <a:ln w="38100" cmpd="sng">
            <a:solidFill>
              <a:srgbClr val="008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necteur droit 65">
            <a:extLst>
              <a:ext uri="{FF2B5EF4-FFF2-40B4-BE49-F238E27FC236}">
                <a16:creationId xmlns:a16="http://schemas.microsoft.com/office/drawing/2014/main" id="{CE3B7123-C803-417F-8D97-7E3934078A13}"/>
              </a:ext>
            </a:extLst>
          </p:cNvPr>
          <p:cNvCxnSpPr/>
          <p:nvPr/>
        </p:nvCxnSpPr>
        <p:spPr>
          <a:xfrm flipH="1">
            <a:off x="4966946" y="1652312"/>
            <a:ext cx="6004" cy="1577370"/>
          </a:xfrm>
          <a:prstGeom prst="line">
            <a:avLst/>
          </a:prstGeom>
          <a:ln w="38100" cmpd="sng">
            <a:solidFill>
              <a:srgbClr val="008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ZoneTexte 66">
            <a:extLst>
              <a:ext uri="{FF2B5EF4-FFF2-40B4-BE49-F238E27FC236}">
                <a16:creationId xmlns:a16="http://schemas.microsoft.com/office/drawing/2014/main" id="{E1AFD2F6-4337-4BBE-9CBD-0E217B990110}"/>
              </a:ext>
            </a:extLst>
          </p:cNvPr>
          <p:cNvSpPr txBox="1"/>
          <p:nvPr/>
        </p:nvSpPr>
        <p:spPr>
          <a:xfrm>
            <a:off x="6347206" y="3279939"/>
            <a:ext cx="10087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>
                <a:solidFill>
                  <a:srgbClr val="008000"/>
                </a:solidFill>
              </a:rPr>
              <a:t>06.12.2022</a:t>
            </a:r>
          </a:p>
        </p:txBody>
      </p:sp>
      <p:cxnSp>
        <p:nvCxnSpPr>
          <p:cNvPr id="68" name="Connecteur droit avec flèche 67">
            <a:extLst>
              <a:ext uri="{FF2B5EF4-FFF2-40B4-BE49-F238E27FC236}">
                <a16:creationId xmlns:a16="http://schemas.microsoft.com/office/drawing/2014/main" id="{10FDFF52-A21F-4ABA-A8D9-2E95E60166F8}"/>
              </a:ext>
            </a:extLst>
          </p:cNvPr>
          <p:cNvCxnSpPr/>
          <p:nvPr/>
        </p:nvCxnSpPr>
        <p:spPr>
          <a:xfrm flipV="1">
            <a:off x="6291175" y="1891326"/>
            <a:ext cx="0" cy="878078"/>
          </a:xfrm>
          <a:prstGeom prst="straightConnector1">
            <a:avLst/>
          </a:prstGeom>
          <a:ln w="38100">
            <a:solidFill>
              <a:schemeClr val="bg2">
                <a:lumMod val="50000"/>
              </a:schemeClr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9" name="Connecteur droit avec flèche 68">
            <a:extLst>
              <a:ext uri="{FF2B5EF4-FFF2-40B4-BE49-F238E27FC236}">
                <a16:creationId xmlns:a16="http://schemas.microsoft.com/office/drawing/2014/main" id="{95C8AD83-B50C-4EDB-91B3-DFCFC60FC611}"/>
              </a:ext>
            </a:extLst>
          </p:cNvPr>
          <p:cNvCxnSpPr/>
          <p:nvPr/>
        </p:nvCxnSpPr>
        <p:spPr>
          <a:xfrm flipV="1">
            <a:off x="4507466" y="1902204"/>
            <a:ext cx="0" cy="878078"/>
          </a:xfrm>
          <a:prstGeom prst="straightConnector1">
            <a:avLst/>
          </a:prstGeom>
          <a:ln w="38100">
            <a:solidFill>
              <a:schemeClr val="bg2">
                <a:lumMod val="50000"/>
              </a:schemeClr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89573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18" grpId="0"/>
      <p:bldP spid="18" grpId="1"/>
      <p:bldP spid="29" grpId="0"/>
      <p:bldP spid="37" grpId="0"/>
      <p:bldP spid="51" grpId="0" animBg="1"/>
      <p:bldP spid="51" grpId="1" animBg="1"/>
      <p:bldP spid="45" grpId="0" animBg="1"/>
      <p:bldP spid="48" grpId="0"/>
      <p:bldP spid="49" grpId="0"/>
      <p:bldP spid="52" grpId="0"/>
      <p:bldP spid="59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sz="4000" b="1" i="1" dirty="0"/>
              <a:t>8. Composition du dossier</a:t>
            </a:r>
            <a:endParaRPr lang="en-US" sz="4000" b="1" i="1" dirty="0"/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spcBef>
                <a:spcPts val="0"/>
              </a:spcBef>
              <a:buClrTx/>
              <a:buNone/>
            </a:pPr>
            <a:r>
              <a:rPr lang="fr-BE" sz="2600" b="1" i="1" u="sng" dirty="0"/>
              <a:t>DA en CC après interruption ≥ 28 jours calendrier</a:t>
            </a:r>
            <a:r>
              <a:rPr lang="fr-BE" sz="2600" b="1" i="1" dirty="0"/>
              <a:t> </a:t>
            </a:r>
            <a:r>
              <a:rPr lang="fr-BE" sz="2600" i="1" dirty="0"/>
              <a:t>:</a:t>
            </a:r>
          </a:p>
          <a:p>
            <a:pPr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fr-BE" sz="2600" i="1" u="sng" dirty="0"/>
              <a:t>En fonction de la nature de l’interruption</a:t>
            </a:r>
            <a:r>
              <a:rPr lang="fr-BE" sz="2600" i="1" dirty="0"/>
              <a:t> :</a:t>
            </a:r>
          </a:p>
          <a:p>
            <a:pPr marL="700088">
              <a:spcBef>
                <a:spcPts val="0"/>
              </a:spcBef>
              <a:buClrTx/>
              <a:buSzPct val="80000"/>
              <a:buFont typeface="Courier New" panose="02070309020205020404" pitchFamily="49" charset="0"/>
              <a:buChar char="o"/>
            </a:pPr>
            <a:r>
              <a:rPr lang="fr-BE" sz="2400" b="1" dirty="0"/>
              <a:t>DRS WECH 501 + C4-DRS </a:t>
            </a:r>
          </a:p>
          <a:p>
            <a:pPr marL="1143000">
              <a:spcBef>
                <a:spcPts val="0"/>
              </a:spcBef>
              <a:buClrTx/>
              <a:buSzPct val="80000"/>
              <a:buFont typeface="Courier New" panose="02070309020205020404" pitchFamily="49" charset="0"/>
              <a:buChar char="o"/>
            </a:pPr>
            <a:r>
              <a:rPr lang="fr-BE" sz="2400" i="1" u="sng" dirty="0"/>
              <a:t>ou</a:t>
            </a:r>
            <a:r>
              <a:rPr lang="fr-BE" sz="2400" dirty="0"/>
              <a:t> C4-Certificat de chômage </a:t>
            </a:r>
            <a:r>
              <a:rPr lang="fr-BE" sz="2400" i="1" u="sng" dirty="0"/>
              <a:t>ou</a:t>
            </a:r>
            <a:r>
              <a:rPr lang="fr-BE" sz="2400" dirty="0"/>
              <a:t> C4-Intérim </a:t>
            </a:r>
          </a:p>
          <a:p>
            <a:pPr marL="700088">
              <a:spcBef>
                <a:spcPts val="0"/>
              </a:spcBef>
              <a:buSzPct val="80000"/>
              <a:buFont typeface="Courier New" panose="02070309020205020404" pitchFamily="49" charset="0"/>
              <a:buChar char="o"/>
            </a:pPr>
            <a:r>
              <a:rPr lang="fr-BE" sz="2400" b="1" dirty="0"/>
              <a:t>C109</a:t>
            </a:r>
          </a:p>
          <a:p>
            <a:pPr marL="700088">
              <a:spcBef>
                <a:spcPts val="0"/>
              </a:spcBef>
              <a:buSzPct val="80000"/>
              <a:buFont typeface="Courier New" panose="02070309020205020404" pitchFamily="49" charset="0"/>
              <a:buChar char="o"/>
            </a:pPr>
            <a:r>
              <a:rPr lang="fr-BE" sz="2400" b="1" dirty="0"/>
              <a:t>C6 </a:t>
            </a:r>
          </a:p>
          <a:p>
            <a:pPr marL="700088">
              <a:spcBef>
                <a:spcPts val="0"/>
              </a:spcBef>
              <a:buSzPct val="80000"/>
              <a:buFont typeface="Courier New" panose="02070309020205020404" pitchFamily="49" charset="0"/>
              <a:buChar char="o"/>
            </a:pPr>
            <a:r>
              <a:rPr lang="fr-BE" sz="2400" b="1" dirty="0"/>
              <a:t>Flux </a:t>
            </a:r>
            <a:r>
              <a:rPr lang="fr-BE" sz="2400" b="1" dirty="0">
                <a:solidFill>
                  <a:srgbClr val="C00000"/>
                </a:solidFill>
              </a:rPr>
              <a:t>A820</a:t>
            </a:r>
            <a:r>
              <a:rPr lang="fr-BE" sz="2400" b="1" dirty="0"/>
              <a:t>,</a:t>
            </a:r>
            <a:r>
              <a:rPr lang="fr-BE" sz="2400" b="1" dirty="0">
                <a:solidFill>
                  <a:srgbClr val="C00000"/>
                </a:solidFill>
              </a:rPr>
              <a:t> L302 </a:t>
            </a:r>
            <a:r>
              <a:rPr lang="fr-BE" sz="2400" b="1" dirty="0"/>
              <a:t>(</a:t>
            </a:r>
            <a:r>
              <a:rPr lang="fr-BE" sz="2400" b="1" dirty="0" err="1"/>
              <a:t>consult</a:t>
            </a:r>
            <a:r>
              <a:rPr lang="fr-BE" sz="2400" b="1" dirty="0"/>
              <a:t> </a:t>
            </a:r>
            <a:r>
              <a:rPr lang="fr-BE" sz="2400" b="1" dirty="0" err="1"/>
              <a:t>career</a:t>
            </a:r>
            <a:r>
              <a:rPr lang="fr-BE" sz="2400" b="1" dirty="0"/>
              <a:t>), </a:t>
            </a:r>
            <a:r>
              <a:rPr lang="fr-BE" sz="2400" b="1" dirty="0">
                <a:solidFill>
                  <a:srgbClr val="C00000"/>
                </a:solidFill>
              </a:rPr>
              <a:t>A052 </a:t>
            </a:r>
            <a:r>
              <a:rPr lang="fr-BE" sz="2400" b="1" dirty="0"/>
              <a:t>etc. …</a:t>
            </a:r>
          </a:p>
          <a:p>
            <a:pPr>
              <a:spcBef>
                <a:spcPts val="0"/>
              </a:spcBef>
              <a:buClrTx/>
              <a:buFont typeface="Wingdings" panose="05000000000000000000" pitchFamily="2" charset="2"/>
              <a:buChar char="§"/>
            </a:pPr>
            <a:r>
              <a:rPr lang="fr-BE" sz="2600" i="1" u="sng" dirty="0"/>
              <a:t>Si nécessaire</a:t>
            </a:r>
            <a:r>
              <a:rPr lang="fr-BE" sz="2600" i="1" dirty="0"/>
              <a:t> :</a:t>
            </a:r>
          </a:p>
          <a:p>
            <a:pPr marL="698500">
              <a:spcBef>
                <a:spcPts val="0"/>
              </a:spcBef>
              <a:buSzPct val="80000"/>
              <a:buFont typeface="Courier New" panose="02070309020205020404" pitchFamily="49" charset="0"/>
              <a:buChar char="o"/>
            </a:pPr>
            <a:r>
              <a:rPr lang="fr-BE" sz="2400" b="1" dirty="0">
                <a:solidFill>
                  <a:srgbClr val="C00000"/>
                </a:solidFill>
              </a:rPr>
              <a:t>C1 </a:t>
            </a:r>
            <a:r>
              <a:rPr lang="fr-BE" sz="2400" b="1" dirty="0"/>
              <a:t>+ </a:t>
            </a:r>
            <a:r>
              <a:rPr lang="fr-BE" sz="2400" b="1" dirty="0">
                <a:solidFill>
                  <a:srgbClr val="C00000"/>
                </a:solidFill>
              </a:rPr>
              <a:t>R-ELEC </a:t>
            </a:r>
            <a:r>
              <a:rPr lang="fr-BE" sz="2400" dirty="0"/>
              <a:t>si interruption du CC &gt; à 1 an ou si réception d’une R-NOTIF durant l’interruption.</a:t>
            </a:r>
          </a:p>
          <a:p>
            <a:pPr marL="698500">
              <a:spcBef>
                <a:spcPts val="0"/>
              </a:spcBef>
              <a:buClrTx/>
              <a:buSzPct val="80000"/>
              <a:buFont typeface="Courier New" panose="02070309020205020404" pitchFamily="49" charset="0"/>
              <a:buChar char="o"/>
            </a:pPr>
            <a:r>
              <a:rPr lang="fr-BE" sz="2400" dirty="0"/>
              <a:t>Annexe C4 – Certificat de travail</a:t>
            </a:r>
          </a:p>
          <a:p>
            <a:pPr marL="698500">
              <a:spcBef>
                <a:spcPts val="0"/>
              </a:spcBef>
              <a:buSzPct val="80000"/>
              <a:buFont typeface="Courier New" panose="02070309020205020404" pitchFamily="49" charset="0"/>
              <a:buChar char="o"/>
            </a:pPr>
            <a:r>
              <a:rPr lang="fr-BE" sz="2400" dirty="0"/>
              <a:t>Attestation de détention</a:t>
            </a:r>
          </a:p>
          <a:p>
            <a:pPr marL="698500">
              <a:spcBef>
                <a:spcPts val="0"/>
              </a:spcBef>
              <a:buSzPct val="80000"/>
              <a:buFont typeface="Courier New" panose="02070309020205020404" pitchFamily="49" charset="0"/>
              <a:buChar char="o"/>
            </a:pPr>
            <a:r>
              <a:rPr lang="fr-BE" sz="2400" dirty="0"/>
              <a:t>C1A, C1C, C8 transfert, etc. … 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21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220614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sz="4000" b="1" i="1" dirty="0"/>
              <a:t>9. Types C9</a:t>
            </a:r>
            <a:endParaRPr lang="en-US" sz="4000" b="1" i="1" dirty="0"/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spcBef>
                <a:spcPts val="0"/>
              </a:spcBef>
              <a:buFont typeface="Wingdings" pitchFamily="2" charset="2"/>
              <a:buChar char="§"/>
            </a:pPr>
            <a:r>
              <a:rPr lang="fr-BE" b="1" dirty="0"/>
              <a:t>700</a:t>
            </a:r>
            <a:r>
              <a:rPr lang="fr-BE" dirty="0"/>
              <a:t> : 1</a:t>
            </a:r>
            <a:r>
              <a:rPr lang="fr-BE" baseline="30000" dirty="0"/>
              <a:t>ière</a:t>
            </a:r>
            <a:r>
              <a:rPr lang="fr-BE" dirty="0"/>
              <a:t> DA allocations de chômage (CC).</a:t>
            </a:r>
          </a:p>
          <a:p>
            <a:pPr marL="0" indent="0">
              <a:spcBef>
                <a:spcPts val="0"/>
              </a:spcBef>
              <a:buNone/>
            </a:pPr>
            <a:endParaRPr lang="fr-BE" dirty="0"/>
          </a:p>
          <a:p>
            <a:pPr>
              <a:spcBef>
                <a:spcPts val="0"/>
              </a:spcBef>
              <a:buFont typeface="Wingdings" pitchFamily="2" charset="2"/>
              <a:buChar char="§"/>
            </a:pPr>
            <a:r>
              <a:rPr lang="fr-BE" b="1" dirty="0"/>
              <a:t>710</a:t>
            </a:r>
            <a:r>
              <a:rPr lang="fr-BE" dirty="0"/>
              <a:t> : 1</a:t>
            </a:r>
            <a:r>
              <a:rPr lang="fr-BE" baseline="30000" dirty="0"/>
              <a:t>ière</a:t>
            </a:r>
            <a:r>
              <a:rPr lang="fr-BE" dirty="0"/>
              <a:t> DA allocations d’insertion (CC).</a:t>
            </a:r>
          </a:p>
          <a:p>
            <a:pPr>
              <a:spcBef>
                <a:spcPts val="0"/>
              </a:spcBef>
              <a:buFont typeface="Wingdings" pitchFamily="2" charset="2"/>
              <a:buChar char="§"/>
            </a:pPr>
            <a:endParaRPr lang="fr-BE" b="1" dirty="0"/>
          </a:p>
          <a:p>
            <a:pPr>
              <a:spcBef>
                <a:spcPts val="0"/>
              </a:spcBef>
              <a:buFont typeface="Wingdings" pitchFamily="2" charset="2"/>
              <a:buChar char="§"/>
            </a:pPr>
            <a:r>
              <a:rPr lang="fr-BE" b="1" dirty="0">
                <a:solidFill>
                  <a:srgbClr val="C00000"/>
                </a:solidFill>
              </a:rPr>
              <a:t>770</a:t>
            </a:r>
            <a:r>
              <a:rPr lang="fr-BE" dirty="0"/>
              <a:t> : DA en CC </a:t>
            </a:r>
            <a:r>
              <a:rPr lang="fr-BE" b="1" u="sng" dirty="0"/>
              <a:t>sans</a:t>
            </a:r>
            <a:r>
              <a:rPr lang="fr-BE" dirty="0"/>
              <a:t> </a:t>
            </a:r>
            <a:r>
              <a:rPr lang="fr-BE" b="1" dirty="0"/>
              <a:t>incidence sur le code</a:t>
            </a:r>
            <a:r>
              <a:rPr lang="fr-BE" dirty="0"/>
              <a:t>.</a:t>
            </a:r>
          </a:p>
          <a:p>
            <a:pPr marL="0" indent="0">
              <a:spcBef>
                <a:spcPts val="0"/>
              </a:spcBef>
              <a:buNone/>
            </a:pPr>
            <a:endParaRPr lang="fr-BE" dirty="0"/>
          </a:p>
          <a:p>
            <a:pPr>
              <a:spcBef>
                <a:spcPts val="0"/>
              </a:spcBef>
              <a:buFont typeface="Wingdings" pitchFamily="2" charset="2"/>
              <a:buChar char="§"/>
            </a:pPr>
            <a:r>
              <a:rPr lang="fr-BE" b="1" dirty="0">
                <a:solidFill>
                  <a:srgbClr val="C00000"/>
                </a:solidFill>
              </a:rPr>
              <a:t>780</a:t>
            </a:r>
            <a:r>
              <a:rPr lang="fr-BE" dirty="0"/>
              <a:t> : DA en CC </a:t>
            </a:r>
            <a:r>
              <a:rPr lang="fr-BE" b="1" u="sng" dirty="0"/>
              <a:t>avec</a:t>
            </a:r>
            <a:r>
              <a:rPr lang="fr-BE" dirty="0"/>
              <a:t> </a:t>
            </a:r>
            <a:r>
              <a:rPr lang="fr-BE" b="1" dirty="0"/>
              <a:t>incidence sur le code</a:t>
            </a:r>
            <a:r>
              <a:rPr lang="fr-BE" dirty="0"/>
              <a:t>.</a:t>
            </a:r>
          </a:p>
          <a:p>
            <a:pPr marL="0" indent="0">
              <a:spcBef>
                <a:spcPts val="0"/>
              </a:spcBef>
              <a:buNone/>
            </a:pPr>
            <a:endParaRPr lang="fr-BE" dirty="0"/>
          </a:p>
          <a:p>
            <a:pPr>
              <a:spcBef>
                <a:spcPts val="0"/>
              </a:spcBef>
              <a:buFont typeface="Wingdings" pitchFamily="2" charset="2"/>
              <a:buChar char="§"/>
            </a:pPr>
            <a:r>
              <a:rPr lang="fr-BE" b="1" dirty="0"/>
              <a:t>790 </a:t>
            </a:r>
            <a:r>
              <a:rPr lang="fr-BE" dirty="0"/>
              <a:t>: Autre introduction CC.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22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653081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sz="4000" b="1" i="1" dirty="0"/>
              <a:t>10. </a:t>
            </a:r>
            <a:r>
              <a:rPr lang="fr-BE" sz="4000" b="1" i="1" dirty="0">
                <a:cs typeface="Times New Roman" pitchFamily="18" charset="0"/>
              </a:rPr>
              <a:t>Délai d’introduction</a:t>
            </a:r>
            <a:endParaRPr lang="fr-FR" sz="3200" b="1" i="1" dirty="0">
              <a:cs typeface="Times New Roman" pitchFamily="18" charset="0"/>
            </a:endParaRPr>
          </a:p>
        </p:txBody>
      </p:sp>
      <p:sp>
        <p:nvSpPr>
          <p:cNvPr id="8" name="Espace réservé du contenu 7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spcBef>
                <a:spcPts val="0"/>
              </a:spcBef>
              <a:buSzPct val="100000"/>
              <a:buNone/>
            </a:pPr>
            <a:endParaRPr lang="fr-BE" dirty="0"/>
          </a:p>
          <a:p>
            <a:pPr marL="0" indent="0">
              <a:spcBef>
                <a:spcPts val="0"/>
              </a:spcBef>
              <a:buSzPct val="100000"/>
              <a:buNone/>
            </a:pPr>
            <a:r>
              <a:rPr lang="fr-BE" b="1" dirty="0"/>
              <a:t>La demande de CC </a:t>
            </a:r>
            <a:r>
              <a:rPr lang="fr-BE" sz="2800" b="1" dirty="0"/>
              <a:t>(chômage complet) </a:t>
            </a:r>
            <a:r>
              <a:rPr lang="fr-BE" b="1" dirty="0"/>
              <a:t>doit parvenir à l’ONEm dans un délai de </a:t>
            </a:r>
            <a:r>
              <a:rPr lang="fr-BE" b="1" dirty="0">
                <a:solidFill>
                  <a:srgbClr val="C00000"/>
                </a:solidFill>
              </a:rPr>
              <a:t>2 mois à dater du lendemain de la DA.</a:t>
            </a:r>
          </a:p>
          <a:p>
            <a:pPr marL="0" indent="0">
              <a:spcBef>
                <a:spcPts val="0"/>
              </a:spcBef>
              <a:buSzPct val="100000"/>
              <a:buNone/>
            </a:pPr>
            <a:endParaRPr lang="fr-BE" sz="2800" b="1" i="1" u="sng" dirty="0">
              <a:solidFill>
                <a:prstClr val="black"/>
              </a:solidFill>
            </a:endParaRPr>
          </a:p>
          <a:p>
            <a:pPr marL="0" indent="0">
              <a:spcBef>
                <a:spcPts val="0"/>
              </a:spcBef>
              <a:buSzPct val="100000"/>
              <a:buNone/>
            </a:pPr>
            <a:r>
              <a:rPr lang="fr-BE" sz="2800" b="1" i="1" u="sng" dirty="0" err="1">
                <a:solidFill>
                  <a:prstClr val="black"/>
                </a:solidFill>
              </a:rPr>
              <a:t>Rmq</a:t>
            </a:r>
            <a:r>
              <a:rPr lang="fr-BE" sz="2800" b="1" i="1" dirty="0">
                <a:solidFill>
                  <a:prstClr val="black"/>
                </a:solidFill>
              </a:rPr>
              <a:t> : Possibilité de prolonger le délai d’un mois, en application de l’art. 92§5 de l’AM du 26.11.1991.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23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00134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sz="4000" b="1" i="1" dirty="0"/>
              <a:t>Exercice 5 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E9056B-6A30-4F99-BDE9-C450E66AE125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8" name="ZoneTexte 37">
            <a:extLst>
              <a:ext uri="{FF2B5EF4-FFF2-40B4-BE49-F238E27FC236}">
                <a16:creationId xmlns:a16="http://schemas.microsoft.com/office/drawing/2014/main" id="{9A176A55-C503-4F27-B836-52B58EBEBB49}"/>
              </a:ext>
            </a:extLst>
          </p:cNvPr>
          <p:cNvSpPr txBox="1"/>
          <p:nvPr/>
        </p:nvSpPr>
        <p:spPr>
          <a:xfrm>
            <a:off x="611560" y="1417638"/>
            <a:ext cx="7632838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>
              <a:spcBef>
                <a:spcPts val="600"/>
              </a:spcBef>
            </a:pPr>
            <a:r>
              <a:rPr lang="fr-BE" sz="2000">
                <a:solidFill>
                  <a:prstClr val="black"/>
                </a:solidFill>
                <a:ea typeface="Times New Roman" panose="02020603050405020304" pitchFamily="18" charset="0"/>
              </a:rPr>
              <a:t>Un affilié (né le 04.06.1976) est indemnisé en CC (préfixe 01) jusqu’au 30.09.2008 inclus. Ensuite, il a travaillé comme indépendant du 01.10.2008 au 06.12.2022 inclus.</a:t>
            </a:r>
          </a:p>
          <a:p>
            <a:pPr lvl="0" algn="just">
              <a:spcBef>
                <a:spcPts val="600"/>
              </a:spcBef>
            </a:pPr>
            <a:r>
              <a:rPr lang="fr-BE" sz="2000">
                <a:solidFill>
                  <a:prstClr val="black"/>
                </a:solidFill>
                <a:ea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 </a:t>
            </a:r>
            <a:r>
              <a:rPr lang="fr-BE" sz="2000">
                <a:solidFill>
                  <a:prstClr val="black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Est-il admissible en CC au 07.12.2022 ? Justifiez votre réponse. 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</a:t>
            </a:r>
            <a:r>
              <a:rPr kumimoji="0" lang="fr-BE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kumimoji="0" lang="fr-BE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Times New Roman" panose="02020603050405020304" pitchFamily="18" charset="0"/>
                <a:cs typeface="Times New Roman" panose="02020603050405020304" pitchFamily="18" charset="0"/>
              </a:rPr>
              <a:t>Que doit contenir le dossier ? Et quel est le délai d’introduction du dossier à l’ONEm ?</a:t>
            </a:r>
            <a:endParaRPr kumimoji="0" lang="fr-BE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2062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sz="4000" b="1" i="1" dirty="0"/>
              <a:t>Exercice 6 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E9056B-6A30-4F99-BDE9-C450E66AE125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8" name="ZoneTexte 37">
            <a:extLst>
              <a:ext uri="{FF2B5EF4-FFF2-40B4-BE49-F238E27FC236}">
                <a16:creationId xmlns:a16="http://schemas.microsoft.com/office/drawing/2014/main" id="{9A176A55-C503-4F27-B836-52B58EBEBB49}"/>
              </a:ext>
            </a:extLst>
          </p:cNvPr>
          <p:cNvSpPr txBox="1"/>
          <p:nvPr/>
        </p:nvSpPr>
        <p:spPr>
          <a:xfrm>
            <a:off x="611560" y="1417638"/>
            <a:ext cx="7632838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>
              <a:spcBef>
                <a:spcPts val="600"/>
              </a:spcBef>
            </a:pPr>
            <a:r>
              <a:rPr lang="fr-BE" sz="2000" dirty="0">
                <a:solidFill>
                  <a:prstClr val="black"/>
                </a:solidFill>
                <a:ea typeface="Times New Roman" panose="02020603050405020304" pitchFamily="18" charset="0"/>
              </a:rPr>
              <a:t>Un affilié (né le 21.11.1992) est indemnisé en allocations d’insertions (01/.WB3..) jusqu’au 18.01.2020 inclus. Ensuite, il est parti méditer au Tibet du 20.01.2020 au 20.11.2022 inclus. Depuis son retour en Belgique, il vit seul.</a:t>
            </a:r>
          </a:p>
          <a:p>
            <a:pPr lvl="0" algn="just">
              <a:spcBef>
                <a:spcPts val="600"/>
              </a:spcBef>
            </a:pPr>
            <a:r>
              <a:rPr lang="fr-BE" sz="2000" dirty="0">
                <a:solidFill>
                  <a:prstClr val="black"/>
                </a:solidFill>
                <a:ea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 </a:t>
            </a:r>
            <a:r>
              <a:rPr lang="fr-BE" sz="2000" dirty="0">
                <a:solidFill>
                  <a:prstClr val="black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Est-il admissible (alloc. ins.) au 21.11.2022 ? Justifiez votre réponse. 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</a:t>
            </a:r>
            <a:r>
              <a:rPr kumimoji="0" lang="fr-BE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kumimoji="0" lang="fr-BE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Times New Roman" panose="02020603050405020304" pitchFamily="18" charset="0"/>
                <a:cs typeface="Times New Roman" panose="02020603050405020304" pitchFamily="18" charset="0"/>
              </a:rPr>
              <a:t>Que doit contenir le dossier ? Et quel est le délai d’introduction du dossier à l’ONEm ?</a:t>
            </a:r>
          </a:p>
        </p:txBody>
      </p:sp>
    </p:spTree>
    <p:extLst>
      <p:ext uri="{BB962C8B-B14F-4D97-AF65-F5344CB8AC3E}">
        <p14:creationId xmlns:p14="http://schemas.microsoft.com/office/powerpoint/2010/main" val="1402948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35D32BFEA545C4385104AB5091D3485" ma:contentTypeVersion="4" ma:contentTypeDescription="Crée un document." ma:contentTypeScope="" ma:versionID="0bb1294de808c5098690370d06029b9e">
  <xsd:schema xmlns:xsd="http://www.w3.org/2001/XMLSchema" xmlns:xs="http://www.w3.org/2001/XMLSchema" xmlns:p="http://schemas.microsoft.com/office/2006/metadata/properties" xmlns:ns2="447dc5be-6c5f-4788-b00f-a02e84403ceb" xmlns:ns3="41daa35d-0841-4078-8e3c-042c746e8d98" targetNamespace="http://schemas.microsoft.com/office/2006/metadata/properties" ma:root="true" ma:fieldsID="76ec0f4aec764fe0c01f4239d0947e3c" ns2:_="" ns3:_="">
    <xsd:import namespace="447dc5be-6c5f-4788-b00f-a02e84403ceb"/>
    <xsd:import namespace="41daa35d-0841-4078-8e3c-042c746e8d9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47dc5be-6c5f-4788-b00f-a02e84403ce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1daa35d-0841-4078-8e3c-042c746e8d98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5683A376-A2C1-4955-8F3A-79922FF41F47}">
  <ds:schemaRefs>
    <ds:schemaRef ds:uri="http://schemas.microsoft.com/sharepoint/events"/>
  </ds:schemaRefs>
</ds:datastoreItem>
</file>

<file path=customXml/itemProps2.xml><?xml version="1.0" encoding="utf-8"?>
<ds:datastoreItem xmlns:ds="http://schemas.openxmlformats.org/officeDocument/2006/customXml" ds:itemID="{857BE988-F10E-4425-A41C-1FF14A197850}"/>
</file>

<file path=customXml/itemProps3.xml><?xml version="1.0" encoding="utf-8"?>
<ds:datastoreItem xmlns:ds="http://schemas.openxmlformats.org/officeDocument/2006/customXml" ds:itemID="{823F1AC0-32ED-442E-8465-7EBC3C986B7E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2BE5C57D-BA94-447F-B615-5DE4A3A43A04}">
  <ds:schemaRefs>
    <ds:schemaRef ds:uri="7d2a3af0-b854-4018-b3fb-98bf2b75e19a"/>
    <ds:schemaRef ds:uri="bdec1399-7c99-4025-bfb6-e1e799e6630a"/>
    <ds:schemaRef ds:uri="http://schemas.microsoft.com/office/2006/documentManagement/types"/>
    <ds:schemaRef ds:uri="http://schemas.openxmlformats.org/package/2006/metadata/core-properties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purl.org/dc/terms/"/>
    <ds:schemaRef ds:uri="1e832426-6819-49af-b751-404cdfce1567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6377</TotalTime>
  <Words>1370</Words>
  <Application>Microsoft Office PowerPoint</Application>
  <PresentationFormat>Affichage à l'écran (4:3)</PresentationFormat>
  <Paragraphs>249</Paragraphs>
  <Slides>25</Slides>
  <Notes>23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25</vt:i4>
      </vt:variant>
    </vt:vector>
  </HeadingPairs>
  <TitlesOfParts>
    <vt:vector size="30" baseType="lpstr">
      <vt:lpstr>Arial</vt:lpstr>
      <vt:lpstr>Calibri</vt:lpstr>
      <vt:lpstr>Courier New</vt:lpstr>
      <vt:lpstr>Wingdings</vt:lpstr>
      <vt:lpstr>Thème Office</vt:lpstr>
      <vt:lpstr>Dispense de stage</vt:lpstr>
      <vt:lpstr>Table des matières</vt:lpstr>
      <vt:lpstr>1. Préambule</vt:lpstr>
      <vt:lpstr>1. Préambule</vt:lpstr>
      <vt:lpstr>2. Règle générale</vt:lpstr>
      <vt:lpstr>3. Dernier jour indemnisé</vt:lpstr>
      <vt:lpstr>Exercice 1  </vt:lpstr>
      <vt:lpstr>Exercice 2  </vt:lpstr>
      <vt:lpstr>4. Assouplissements</vt:lpstr>
      <vt:lpstr>5. Prolongation de la  période de référence</vt:lpstr>
      <vt:lpstr>5. Prolongation de la période de référence</vt:lpstr>
      <vt:lpstr>5. Prolongation de la période de référence</vt:lpstr>
      <vt:lpstr>5. Prolongation de la période de référence</vt:lpstr>
      <vt:lpstr>6. Principes de prolongation</vt:lpstr>
      <vt:lpstr>Exercice 3 </vt:lpstr>
      <vt:lpstr>Exercice 4 </vt:lpstr>
      <vt:lpstr>7. Art. 42 &amp; allocations d’insertion</vt:lpstr>
      <vt:lpstr> Exemple 1</vt:lpstr>
      <vt:lpstr> Exemple 2</vt:lpstr>
      <vt:lpstr> Exemple 2 suite</vt:lpstr>
      <vt:lpstr>8. Composition du dossier</vt:lpstr>
      <vt:lpstr>9. Types C9</vt:lpstr>
      <vt:lpstr>10. Délai d’introduction</vt:lpstr>
      <vt:lpstr>Exercice 5 </vt:lpstr>
      <vt:lpstr>Exercice 6 </vt:lpstr>
    </vt:vector>
  </TitlesOfParts>
  <Company>ACV-CSC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FCJ-M10-Dispense de stage (niv.1)-Participants</dc:title>
  <dc:creator>u69lcr</dc:creator>
  <cp:lastModifiedBy>Jeremie Kempeneers</cp:lastModifiedBy>
  <cp:revision>507</cp:revision>
  <cp:lastPrinted>2013-04-15T09:38:00Z</cp:lastPrinted>
  <dcterms:created xsi:type="dcterms:W3CDTF">2010-09-22T12:12:06Z</dcterms:created>
  <dcterms:modified xsi:type="dcterms:W3CDTF">2022-12-05T13:51:22Z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0x010100735D32BFEA545C4385104AB5091D3485</vt:lpwstr>
  </property>
  <property fmtid="{D5CDD505-2E9C-101B-9397-08002B2CF9AE}" pid="3" name="Type formation">
    <vt:lpwstr>42;#FCJ formation junior|010f76d4-1162-4810-b874-62b7f270a9bc</vt:lpwstr>
  </property>
  <property fmtid="{D5CDD505-2E9C-101B-9397-08002B2CF9AE}" pid="4" name="Type document">
    <vt:lpwstr>29;#Présentation|66a9a075-20e6-47e0-8483-85d2e9240401</vt:lpwstr>
  </property>
  <property fmtid="{D5CDD505-2E9C-101B-9397-08002B2CF9AE}" pid="5" name="Public Cible">
    <vt:lpwstr>12;#FLT|f342c2bc-e504-4fe0-8d5d-34c04f2f783f</vt:lpwstr>
  </property>
  <property fmtid="{D5CDD505-2E9C-101B-9397-08002B2CF9AE}" pid="6" name="Domaine">
    <vt:lpwstr>17;#Admissibilité|d1ac0b1f-1e4c-4aa8-9a97-5b01e61985ba</vt:lpwstr>
  </property>
  <property fmtid="{D5CDD505-2E9C-101B-9397-08002B2CF9AE}" pid="7" name="Thème">
    <vt:lpwstr>79;#Dispense de stage (AR42) - Base|8df99972-05a0-4214-b9b9-fa131325ca55</vt:lpwstr>
  </property>
  <property fmtid="{D5CDD505-2E9C-101B-9397-08002B2CF9AE}" pid="8" name="Order">
    <vt:r8>244600</vt:r8>
  </property>
  <property fmtid="{D5CDD505-2E9C-101B-9397-08002B2CF9AE}" pid="9" name="_dlc_DocIdItemGuid">
    <vt:lpwstr>3b8cb805-0008-4b62-a46e-1cb8d93d844b</vt:lpwstr>
  </property>
  <property fmtid="{D5CDD505-2E9C-101B-9397-08002B2CF9AE}" pid="10" name="AuthorIds_UIVersion_2560">
    <vt:lpwstr>19</vt:lpwstr>
  </property>
</Properties>
</file>