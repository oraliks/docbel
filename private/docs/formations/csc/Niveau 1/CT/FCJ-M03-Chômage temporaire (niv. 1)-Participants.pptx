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28"/>
  </p:notesMasterIdLst>
  <p:handoutMasterIdLst>
    <p:handoutMasterId r:id="rId29"/>
  </p:handoutMasterIdLst>
  <p:sldIdLst>
    <p:sldId id="424" r:id="rId6"/>
    <p:sldId id="555" r:id="rId7"/>
    <p:sldId id="746" r:id="rId8"/>
    <p:sldId id="429" r:id="rId9"/>
    <p:sldId id="732" r:id="rId10"/>
    <p:sldId id="750" r:id="rId11"/>
    <p:sldId id="751" r:id="rId12"/>
    <p:sldId id="616" r:id="rId13"/>
    <p:sldId id="594" r:id="rId14"/>
    <p:sldId id="595" r:id="rId15"/>
    <p:sldId id="734" r:id="rId16"/>
    <p:sldId id="735" r:id="rId17"/>
    <p:sldId id="739" r:id="rId18"/>
    <p:sldId id="738" r:id="rId19"/>
    <p:sldId id="740" r:id="rId20"/>
    <p:sldId id="737" r:id="rId21"/>
    <p:sldId id="640" r:id="rId22"/>
    <p:sldId id="743" r:id="rId23"/>
    <p:sldId id="643" r:id="rId24"/>
    <p:sldId id="755" r:id="rId25"/>
    <p:sldId id="756" r:id="rId26"/>
    <p:sldId id="745" r:id="rId27"/>
  </p:sldIdLst>
  <p:sldSz cx="9144000" cy="6858000" type="screen4x3"/>
  <p:notesSz cx="6669088" cy="9906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F9933"/>
    <a:srgbClr val="669900"/>
    <a:srgbClr val="00FF00"/>
    <a:srgbClr val="003399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6" autoAdjust="0"/>
    <p:restoredTop sz="87034" autoAdjust="0"/>
  </p:normalViewPr>
  <p:slideViewPr>
    <p:cSldViewPr>
      <p:cViewPr varScale="1">
        <p:scale>
          <a:sx n="70" d="100"/>
          <a:sy n="70" d="100"/>
        </p:scale>
        <p:origin x="141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ella Mimmo" userId="25a5e1a7-e321-4627-b0fe-fe85337315d8" providerId="ADAL" clId="{259E06A5-96E0-4892-98CA-AD8A0D260053}"/>
    <pc:docChg chg="modSld">
      <pc:chgData name="Antonella Mimmo" userId="25a5e1a7-e321-4627-b0fe-fe85337315d8" providerId="ADAL" clId="{259E06A5-96E0-4892-98CA-AD8A0D260053}" dt="2022-11-14T09:25:59.582" v="38" actId="20577"/>
      <pc:docMkLst>
        <pc:docMk/>
      </pc:docMkLst>
      <pc:sldChg chg="modSp mod">
        <pc:chgData name="Antonella Mimmo" userId="25a5e1a7-e321-4627-b0fe-fe85337315d8" providerId="ADAL" clId="{259E06A5-96E0-4892-98CA-AD8A0D260053}" dt="2022-11-14T07:47:57.013" v="6" actId="20577"/>
        <pc:sldMkLst>
          <pc:docMk/>
          <pc:sldMk cId="3288109826" sldId="424"/>
        </pc:sldMkLst>
        <pc:spChg chg="mod">
          <ac:chgData name="Antonella Mimmo" userId="25a5e1a7-e321-4627-b0fe-fe85337315d8" providerId="ADAL" clId="{259E06A5-96E0-4892-98CA-AD8A0D260053}" dt="2022-11-14T07:47:57.013" v="6" actId="20577"/>
          <ac:spMkLst>
            <pc:docMk/>
            <pc:sldMk cId="3288109826" sldId="424"/>
            <ac:spMk id="5" creationId="{00000000-0000-0000-0000-000000000000}"/>
          </ac:spMkLst>
        </pc:spChg>
      </pc:sldChg>
      <pc:sldChg chg="modSp mod">
        <pc:chgData name="Antonella Mimmo" userId="25a5e1a7-e321-4627-b0fe-fe85337315d8" providerId="ADAL" clId="{259E06A5-96E0-4892-98CA-AD8A0D260053}" dt="2022-11-14T09:25:59.582" v="38" actId="20577"/>
        <pc:sldMkLst>
          <pc:docMk/>
          <pc:sldMk cId="867786938" sldId="737"/>
        </pc:sldMkLst>
        <pc:spChg chg="mod">
          <ac:chgData name="Antonella Mimmo" userId="25a5e1a7-e321-4627-b0fe-fe85337315d8" providerId="ADAL" clId="{259E06A5-96E0-4892-98CA-AD8A0D260053}" dt="2022-11-14T09:25:59.582" v="38" actId="20577"/>
          <ac:spMkLst>
            <pc:docMk/>
            <pc:sldMk cId="867786938" sldId="737"/>
            <ac:spMk id="5" creationId="{00000000-0000-0000-0000-000000000000}"/>
          </ac:spMkLst>
        </pc:spChg>
      </pc:sldChg>
    </pc:docChg>
  </pc:docChgLst>
  <pc:docChgLst>
    <pc:chgData name="Jerome" userId="cf445fd1-bb94-431f-9d69-de636e77a98d" providerId="ADAL" clId="{88E3EDAF-F897-4ADE-9AEE-6DA6D9B464A9}"/>
    <pc:docChg chg="modSld">
      <pc:chgData name="Jerome" userId="cf445fd1-bb94-431f-9d69-de636e77a98d" providerId="ADAL" clId="{88E3EDAF-F897-4ADE-9AEE-6DA6D9B464A9}" dt="2022-04-06T12:49:54.919" v="47"/>
      <pc:docMkLst>
        <pc:docMk/>
      </pc:docMkLst>
      <pc:sldChg chg="modSp mod modAnim">
        <pc:chgData name="Jerome" userId="cf445fd1-bb94-431f-9d69-de636e77a98d" providerId="ADAL" clId="{88E3EDAF-F897-4ADE-9AEE-6DA6D9B464A9}" dt="2022-04-06T12:49:54.919" v="47"/>
        <pc:sldMkLst>
          <pc:docMk/>
          <pc:sldMk cId="2009194455" sldId="747"/>
        </pc:sldMkLst>
        <pc:spChg chg="mod">
          <ac:chgData name="Jerome" userId="cf445fd1-bb94-431f-9d69-de636e77a98d" providerId="ADAL" clId="{88E3EDAF-F897-4ADE-9AEE-6DA6D9B464A9}" dt="2022-04-06T12:49:54.919" v="47"/>
          <ac:spMkLst>
            <pc:docMk/>
            <pc:sldMk cId="2009194455" sldId="747"/>
            <ac:spMk id="12" creationId="{6DF8F527-F413-4AF2-A4C6-DF12EE153E16}"/>
          </ac:spMkLst>
        </pc:spChg>
        <pc:spChg chg="mod">
          <ac:chgData name="Jerome" userId="cf445fd1-bb94-431f-9d69-de636e77a98d" providerId="ADAL" clId="{88E3EDAF-F897-4ADE-9AEE-6DA6D9B464A9}" dt="2022-04-06T12:49:38.405" v="46" actId="20577"/>
          <ac:spMkLst>
            <pc:docMk/>
            <pc:sldMk cId="2009194455" sldId="747"/>
            <ac:spMk id="13" creationId="{F6CF6266-21EA-4741-82EB-CB30F4B2E244}"/>
          </ac:spMkLst>
        </pc:spChg>
        <pc:graphicFrameChg chg="modGraphic">
          <ac:chgData name="Jerome" userId="cf445fd1-bb94-431f-9d69-de636e77a98d" providerId="ADAL" clId="{88E3EDAF-F897-4ADE-9AEE-6DA6D9B464A9}" dt="2022-04-06T12:31:28.497" v="17" actId="20577"/>
          <ac:graphicFrameMkLst>
            <pc:docMk/>
            <pc:sldMk cId="2009194455" sldId="747"/>
            <ac:graphicFrameMk id="8" creationId="{DCAC573A-77F2-4E3B-8BF1-EB34FECFA3AC}"/>
          </ac:graphicFrameMkLst>
        </pc:graphicFrameChg>
      </pc:sldChg>
    </pc:docChg>
  </pc:docChgLst>
  <pc:docChgLst>
    <pc:chgData name="Jerome Martini" userId="cf445fd1-bb94-431f-9d69-de636e77a98d" providerId="ADAL" clId="{88E3EDAF-F897-4ADE-9AEE-6DA6D9B464A9}"/>
    <pc:docChg chg="undo custSel addSld modSld">
      <pc:chgData name="Jerome Martini" userId="cf445fd1-bb94-431f-9d69-de636e77a98d" providerId="ADAL" clId="{88E3EDAF-F897-4ADE-9AEE-6DA6D9B464A9}" dt="2022-04-08T08:39:13.499" v="658" actId="1076"/>
      <pc:docMkLst>
        <pc:docMk/>
      </pc:docMkLst>
      <pc:sldChg chg="addSp modSp mod">
        <pc:chgData name="Jerome Martini" userId="cf445fd1-bb94-431f-9d69-de636e77a98d" providerId="ADAL" clId="{88E3EDAF-F897-4ADE-9AEE-6DA6D9B464A9}" dt="2022-03-23T09:19:06.079" v="73" actId="113"/>
        <pc:sldMkLst>
          <pc:docMk/>
          <pc:sldMk cId="3288109826" sldId="424"/>
        </pc:sldMkLst>
        <pc:spChg chg="add mod">
          <ac:chgData name="Jerome Martini" userId="cf445fd1-bb94-431f-9d69-de636e77a98d" providerId="ADAL" clId="{88E3EDAF-F897-4ADE-9AEE-6DA6D9B464A9}" dt="2022-03-23T09:19:06.079" v="73" actId="113"/>
          <ac:spMkLst>
            <pc:docMk/>
            <pc:sldMk cId="3288109826" sldId="424"/>
            <ac:spMk id="2" creationId="{C0229820-39FA-4897-AF28-AA3F5E2FB3E6}"/>
          </ac:spMkLst>
        </pc:spChg>
        <pc:spChg chg="mod">
          <ac:chgData name="Jerome Martini" userId="cf445fd1-bb94-431f-9d69-de636e77a98d" providerId="ADAL" clId="{88E3EDAF-F897-4ADE-9AEE-6DA6D9B464A9}" dt="2022-03-23T09:15:59.590" v="3" actId="20577"/>
          <ac:spMkLst>
            <pc:docMk/>
            <pc:sldMk cId="3288109826" sldId="424"/>
            <ac:spMk id="3" creationId="{00000000-0000-0000-0000-000000000000}"/>
          </ac:spMkLst>
        </pc:spChg>
      </pc:sldChg>
      <pc:sldChg chg="modSp mod">
        <pc:chgData name="Jerome Martini" userId="cf445fd1-bb94-431f-9d69-de636e77a98d" providerId="ADAL" clId="{88E3EDAF-F897-4ADE-9AEE-6DA6D9B464A9}" dt="2022-03-23T15:33:42.398" v="535" actId="20577"/>
        <pc:sldMkLst>
          <pc:docMk/>
          <pc:sldMk cId="868143478" sldId="555"/>
        </pc:sldMkLst>
        <pc:spChg chg="mod">
          <ac:chgData name="Jerome Martini" userId="cf445fd1-bb94-431f-9d69-de636e77a98d" providerId="ADAL" clId="{88E3EDAF-F897-4ADE-9AEE-6DA6D9B464A9}" dt="2022-03-23T15:33:42.398" v="535" actId="20577"/>
          <ac:spMkLst>
            <pc:docMk/>
            <pc:sldMk cId="868143478" sldId="555"/>
            <ac:spMk id="4" creationId="{00000000-0000-0000-0000-000000000000}"/>
          </ac:spMkLst>
        </pc:spChg>
      </pc:sldChg>
      <pc:sldChg chg="modSp mod">
        <pc:chgData name="Jerome Martini" userId="cf445fd1-bb94-431f-9d69-de636e77a98d" providerId="ADAL" clId="{88E3EDAF-F897-4ADE-9AEE-6DA6D9B464A9}" dt="2022-03-23T14:03:51.774" v="348" actId="1076"/>
        <pc:sldMkLst>
          <pc:docMk/>
          <pc:sldMk cId="3094255186" sldId="596"/>
        </pc:sldMkLst>
        <pc:spChg chg="mod">
          <ac:chgData name="Jerome Martini" userId="cf445fd1-bb94-431f-9d69-de636e77a98d" providerId="ADAL" clId="{88E3EDAF-F897-4ADE-9AEE-6DA6D9B464A9}" dt="2022-03-23T14:03:40.184" v="346" actId="1076"/>
          <ac:spMkLst>
            <pc:docMk/>
            <pc:sldMk cId="3094255186" sldId="596"/>
            <ac:spMk id="37" creationId="{00000000-0000-0000-0000-000000000000}"/>
          </ac:spMkLst>
        </pc:spChg>
        <pc:spChg chg="mod">
          <ac:chgData name="Jerome Martini" userId="cf445fd1-bb94-431f-9d69-de636e77a98d" providerId="ADAL" clId="{88E3EDAF-F897-4ADE-9AEE-6DA6D9B464A9}" dt="2022-03-23T07:41:22.330" v="0" actId="1076"/>
          <ac:spMkLst>
            <pc:docMk/>
            <pc:sldMk cId="3094255186" sldId="596"/>
            <ac:spMk id="45" creationId="{00000000-0000-0000-0000-000000000000}"/>
          </ac:spMkLst>
        </pc:spChg>
        <pc:spChg chg="mod">
          <ac:chgData name="Jerome Martini" userId="cf445fd1-bb94-431f-9d69-de636e77a98d" providerId="ADAL" clId="{88E3EDAF-F897-4ADE-9AEE-6DA6D9B464A9}" dt="2022-03-23T14:03:45.596" v="347" actId="1076"/>
          <ac:spMkLst>
            <pc:docMk/>
            <pc:sldMk cId="3094255186" sldId="596"/>
            <ac:spMk id="46" creationId="{00000000-0000-0000-0000-000000000000}"/>
          </ac:spMkLst>
        </pc:spChg>
        <pc:spChg chg="mod">
          <ac:chgData name="Jerome Martini" userId="cf445fd1-bb94-431f-9d69-de636e77a98d" providerId="ADAL" clId="{88E3EDAF-F897-4ADE-9AEE-6DA6D9B464A9}" dt="2022-03-23T07:41:25.770" v="1" actId="1076"/>
          <ac:spMkLst>
            <pc:docMk/>
            <pc:sldMk cId="3094255186" sldId="596"/>
            <ac:spMk id="48" creationId="{00000000-0000-0000-0000-000000000000}"/>
          </ac:spMkLst>
        </pc:spChg>
        <pc:spChg chg="mod">
          <ac:chgData name="Jerome Martini" userId="cf445fd1-bb94-431f-9d69-de636e77a98d" providerId="ADAL" clId="{88E3EDAF-F897-4ADE-9AEE-6DA6D9B464A9}" dt="2022-03-23T14:03:51.774" v="348" actId="1076"/>
          <ac:spMkLst>
            <pc:docMk/>
            <pc:sldMk cId="3094255186" sldId="596"/>
            <ac:spMk id="49" creationId="{00000000-0000-0000-0000-000000000000}"/>
          </ac:spMkLst>
        </pc:spChg>
        <pc:cxnChg chg="mod">
          <ac:chgData name="Jerome Martini" userId="cf445fd1-bb94-431f-9d69-de636e77a98d" providerId="ADAL" clId="{88E3EDAF-F897-4ADE-9AEE-6DA6D9B464A9}" dt="2022-03-23T14:03:23.898" v="342" actId="14100"/>
          <ac:cxnSpMkLst>
            <pc:docMk/>
            <pc:sldMk cId="3094255186" sldId="596"/>
            <ac:cxnSpMk id="28" creationId="{00000000-0000-0000-0000-000000000000}"/>
          </ac:cxnSpMkLst>
        </pc:cxnChg>
        <pc:cxnChg chg="mod">
          <ac:chgData name="Jerome Martini" userId="cf445fd1-bb94-431f-9d69-de636e77a98d" providerId="ADAL" clId="{88E3EDAF-F897-4ADE-9AEE-6DA6D9B464A9}" dt="2022-03-23T14:03:30.336" v="343" actId="14100"/>
          <ac:cxnSpMkLst>
            <pc:docMk/>
            <pc:sldMk cId="3094255186" sldId="596"/>
            <ac:cxnSpMk id="44" creationId="{00000000-0000-0000-0000-000000000000}"/>
          </ac:cxnSpMkLst>
        </pc:cxnChg>
        <pc:cxnChg chg="mod">
          <ac:chgData name="Jerome Martini" userId="cf445fd1-bb94-431f-9d69-de636e77a98d" providerId="ADAL" clId="{88E3EDAF-F897-4ADE-9AEE-6DA6D9B464A9}" dt="2022-03-23T14:03:35.192" v="345" actId="14100"/>
          <ac:cxnSpMkLst>
            <pc:docMk/>
            <pc:sldMk cId="3094255186" sldId="596"/>
            <ac:cxnSpMk id="47" creationId="{00000000-0000-0000-0000-000000000000}"/>
          </ac:cxnSpMkLst>
        </pc:cxnChg>
      </pc:sldChg>
      <pc:sldChg chg="modSp mod">
        <pc:chgData name="Jerome Martini" userId="cf445fd1-bb94-431f-9d69-de636e77a98d" providerId="ADAL" clId="{88E3EDAF-F897-4ADE-9AEE-6DA6D9B464A9}" dt="2022-03-23T14:03:13.102" v="341" actId="1076"/>
        <pc:sldMkLst>
          <pc:docMk/>
          <pc:sldMk cId="621784504" sldId="597"/>
        </pc:sldMkLst>
        <pc:spChg chg="mod">
          <ac:chgData name="Jerome Martini" userId="cf445fd1-bb94-431f-9d69-de636e77a98d" providerId="ADAL" clId="{88E3EDAF-F897-4ADE-9AEE-6DA6D9B464A9}" dt="2022-03-23T14:02:38.616" v="336" actId="1076"/>
          <ac:spMkLst>
            <pc:docMk/>
            <pc:sldMk cId="621784504" sldId="597"/>
            <ac:spMk id="37" creationId="{00000000-0000-0000-0000-000000000000}"/>
          </ac:spMkLst>
        </pc:spChg>
        <pc:spChg chg="mod">
          <ac:chgData name="Jerome Martini" userId="cf445fd1-bb94-431f-9d69-de636e77a98d" providerId="ADAL" clId="{88E3EDAF-F897-4ADE-9AEE-6DA6D9B464A9}" dt="2022-03-23T14:03:13.102" v="341" actId="1076"/>
          <ac:spMkLst>
            <pc:docMk/>
            <pc:sldMk cId="621784504" sldId="597"/>
            <ac:spMk id="46" creationId="{00000000-0000-0000-0000-000000000000}"/>
          </ac:spMkLst>
        </pc:spChg>
        <pc:spChg chg="mod">
          <ac:chgData name="Jerome Martini" userId="cf445fd1-bb94-431f-9d69-de636e77a98d" providerId="ADAL" clId="{88E3EDAF-F897-4ADE-9AEE-6DA6D9B464A9}" dt="2022-03-23T14:02:56.759" v="339" actId="1076"/>
          <ac:spMkLst>
            <pc:docMk/>
            <pc:sldMk cId="621784504" sldId="597"/>
            <ac:spMk id="49" creationId="{00000000-0000-0000-0000-000000000000}"/>
          </ac:spMkLst>
        </pc:spChg>
        <pc:cxnChg chg="mod">
          <ac:chgData name="Jerome Martini" userId="cf445fd1-bb94-431f-9d69-de636e77a98d" providerId="ADAL" clId="{88E3EDAF-F897-4ADE-9AEE-6DA6D9B464A9}" dt="2022-03-23T14:02:32.364" v="335" actId="14100"/>
          <ac:cxnSpMkLst>
            <pc:docMk/>
            <pc:sldMk cId="621784504" sldId="597"/>
            <ac:cxnSpMk id="28" creationId="{00000000-0000-0000-0000-000000000000}"/>
          </ac:cxnSpMkLst>
        </pc:cxnChg>
        <pc:cxnChg chg="mod">
          <ac:chgData name="Jerome Martini" userId="cf445fd1-bb94-431f-9d69-de636e77a98d" providerId="ADAL" clId="{88E3EDAF-F897-4ADE-9AEE-6DA6D9B464A9}" dt="2022-03-23T14:03:07.764" v="340" actId="14100"/>
          <ac:cxnSpMkLst>
            <pc:docMk/>
            <pc:sldMk cId="621784504" sldId="597"/>
            <ac:cxnSpMk id="44" creationId="{00000000-0000-0000-0000-000000000000}"/>
          </ac:cxnSpMkLst>
        </pc:cxnChg>
        <pc:cxnChg chg="mod">
          <ac:chgData name="Jerome Martini" userId="cf445fd1-bb94-431f-9d69-de636e77a98d" providerId="ADAL" clId="{88E3EDAF-F897-4ADE-9AEE-6DA6D9B464A9}" dt="2022-03-23T14:02:46.947" v="338" actId="14100"/>
          <ac:cxnSpMkLst>
            <pc:docMk/>
            <pc:sldMk cId="621784504" sldId="597"/>
            <ac:cxnSpMk id="47" creationId="{00000000-0000-0000-0000-000000000000}"/>
          </ac:cxnSpMkLst>
        </pc:cxnChg>
      </pc:sldChg>
      <pc:sldChg chg="modSp mod">
        <pc:chgData name="Jerome Martini" userId="cf445fd1-bb94-431f-9d69-de636e77a98d" providerId="ADAL" clId="{88E3EDAF-F897-4ADE-9AEE-6DA6D9B464A9}" dt="2022-03-23T14:02:26.946" v="334" actId="1076"/>
        <pc:sldMkLst>
          <pc:docMk/>
          <pc:sldMk cId="3862725911" sldId="617"/>
        </pc:sldMkLst>
        <pc:spChg chg="mod">
          <ac:chgData name="Jerome Martini" userId="cf445fd1-bb94-431f-9d69-de636e77a98d" providerId="ADAL" clId="{88E3EDAF-F897-4ADE-9AEE-6DA6D9B464A9}" dt="2022-03-23T14:02:26.946" v="334" actId="1076"/>
          <ac:spMkLst>
            <pc:docMk/>
            <pc:sldMk cId="3862725911" sldId="617"/>
            <ac:spMk id="31" creationId="{00000000-0000-0000-0000-000000000000}"/>
          </ac:spMkLst>
        </pc:spChg>
        <pc:spChg chg="mod">
          <ac:chgData name="Jerome Martini" userId="cf445fd1-bb94-431f-9d69-de636e77a98d" providerId="ADAL" clId="{88E3EDAF-F897-4ADE-9AEE-6DA6D9B464A9}" dt="2022-03-23T14:02:21.440" v="333" actId="1076"/>
          <ac:spMkLst>
            <pc:docMk/>
            <pc:sldMk cId="3862725911" sldId="617"/>
            <ac:spMk id="37" creationId="{00000000-0000-0000-0000-000000000000}"/>
          </ac:spMkLst>
        </pc:spChg>
        <pc:cxnChg chg="mod">
          <ac:chgData name="Jerome Martini" userId="cf445fd1-bb94-431f-9d69-de636e77a98d" providerId="ADAL" clId="{88E3EDAF-F897-4ADE-9AEE-6DA6D9B464A9}" dt="2022-03-23T14:02:11.986" v="330" actId="14100"/>
          <ac:cxnSpMkLst>
            <pc:docMk/>
            <pc:sldMk cId="3862725911" sldId="617"/>
            <ac:cxnSpMk id="28" creationId="{00000000-0000-0000-0000-000000000000}"/>
          </ac:cxnSpMkLst>
        </pc:cxnChg>
        <pc:cxnChg chg="mod">
          <ac:chgData name="Jerome Martini" userId="cf445fd1-bb94-431f-9d69-de636e77a98d" providerId="ADAL" clId="{88E3EDAF-F897-4ADE-9AEE-6DA6D9B464A9}" dt="2022-03-23T14:02:16.391" v="331" actId="14100"/>
          <ac:cxnSpMkLst>
            <pc:docMk/>
            <pc:sldMk cId="3862725911" sldId="617"/>
            <ac:cxnSpMk id="47" creationId="{00000000-0000-0000-0000-000000000000}"/>
          </ac:cxnSpMkLst>
        </pc:cxnChg>
      </pc:sldChg>
      <pc:sldChg chg="modSp">
        <pc:chgData name="Jerome Martini" userId="cf445fd1-bb94-431f-9d69-de636e77a98d" providerId="ADAL" clId="{88E3EDAF-F897-4ADE-9AEE-6DA6D9B464A9}" dt="2022-04-05T14:37:21.196" v="541" actId="20577"/>
        <pc:sldMkLst>
          <pc:docMk/>
          <pc:sldMk cId="867786938" sldId="737"/>
        </pc:sldMkLst>
        <pc:spChg chg="mod">
          <ac:chgData name="Jerome Martini" userId="cf445fd1-bb94-431f-9d69-de636e77a98d" providerId="ADAL" clId="{88E3EDAF-F897-4ADE-9AEE-6DA6D9B464A9}" dt="2022-04-05T14:37:21.196" v="541" actId="20577"/>
          <ac:spMkLst>
            <pc:docMk/>
            <pc:sldMk cId="867786938" sldId="737"/>
            <ac:spMk id="5" creationId="{00000000-0000-0000-0000-000000000000}"/>
          </ac:spMkLst>
        </pc:spChg>
      </pc:sldChg>
      <pc:sldChg chg="modSp mod">
        <pc:chgData name="Jerome Martini" userId="cf445fd1-bb94-431f-9d69-de636e77a98d" providerId="ADAL" clId="{88E3EDAF-F897-4ADE-9AEE-6DA6D9B464A9}" dt="2022-03-23T15:08:32.528" v="493" actId="12385"/>
        <pc:sldMkLst>
          <pc:docMk/>
          <pc:sldMk cId="525812654" sldId="743"/>
        </pc:sldMkLst>
        <pc:graphicFrameChg chg="modGraphic">
          <ac:chgData name="Jerome Martini" userId="cf445fd1-bb94-431f-9d69-de636e77a98d" providerId="ADAL" clId="{88E3EDAF-F897-4ADE-9AEE-6DA6D9B464A9}" dt="2022-03-23T15:08:32.528" v="493" actId="12385"/>
          <ac:graphicFrameMkLst>
            <pc:docMk/>
            <pc:sldMk cId="525812654" sldId="743"/>
            <ac:graphicFrameMk id="2" creationId="{0309315B-0F97-4510-840E-74BFA8B28B0E}"/>
          </ac:graphicFrameMkLst>
        </pc:graphicFrameChg>
      </pc:sldChg>
      <pc:sldChg chg="modSp mod">
        <pc:chgData name="Jerome Martini" userId="cf445fd1-bb94-431f-9d69-de636e77a98d" providerId="ADAL" clId="{88E3EDAF-F897-4ADE-9AEE-6DA6D9B464A9}" dt="2022-03-23T15:32:28.750" v="517" actId="20577"/>
        <pc:sldMkLst>
          <pc:docMk/>
          <pc:sldMk cId="79142664" sldId="746"/>
        </pc:sldMkLst>
        <pc:spChg chg="mod">
          <ac:chgData name="Jerome Martini" userId="cf445fd1-bb94-431f-9d69-de636e77a98d" providerId="ADAL" clId="{88E3EDAF-F897-4ADE-9AEE-6DA6D9B464A9}" dt="2022-03-23T15:32:28.750" v="517" actId="20577"/>
          <ac:spMkLst>
            <pc:docMk/>
            <pc:sldMk cId="79142664" sldId="746"/>
            <ac:spMk id="4" creationId="{00000000-0000-0000-0000-000000000000}"/>
          </ac:spMkLst>
        </pc:spChg>
      </pc:sldChg>
      <pc:sldChg chg="addSp delSp modSp new mod modClrScheme modAnim chgLayout">
        <pc:chgData name="Jerome Martini" userId="cf445fd1-bb94-431f-9d69-de636e77a98d" providerId="ADAL" clId="{88E3EDAF-F897-4ADE-9AEE-6DA6D9B464A9}" dt="2022-03-23T14:58:26.181" v="410" actId="12385"/>
        <pc:sldMkLst>
          <pc:docMk/>
          <pc:sldMk cId="2009194455" sldId="747"/>
        </pc:sldMkLst>
        <pc:spChg chg="del mod ord">
          <ac:chgData name="Jerome Martini" userId="cf445fd1-bb94-431f-9d69-de636e77a98d" providerId="ADAL" clId="{88E3EDAF-F897-4ADE-9AEE-6DA6D9B464A9}" dt="2022-03-23T13:30:58.993" v="91" actId="700"/>
          <ac:spMkLst>
            <pc:docMk/>
            <pc:sldMk cId="2009194455" sldId="747"/>
            <ac:spMk id="2" creationId="{9106157B-7D32-49BB-86B3-E204EFA64BC2}"/>
          </ac:spMkLst>
        </pc:spChg>
        <pc:spChg chg="add del mod">
          <ac:chgData name="Jerome Martini" userId="cf445fd1-bb94-431f-9d69-de636e77a98d" providerId="ADAL" clId="{88E3EDAF-F897-4ADE-9AEE-6DA6D9B464A9}" dt="2022-03-23T13:30:58.993" v="91" actId="700"/>
          <ac:spMkLst>
            <pc:docMk/>
            <pc:sldMk cId="2009194455" sldId="747"/>
            <ac:spMk id="3" creationId="{DBAA71EB-894A-41B9-BCD9-542DA521D355}"/>
          </ac:spMkLst>
        </pc:spChg>
        <pc:spChg chg="mod ord">
          <ac:chgData name="Jerome Martini" userId="cf445fd1-bb94-431f-9d69-de636e77a98d" providerId="ADAL" clId="{88E3EDAF-F897-4ADE-9AEE-6DA6D9B464A9}" dt="2022-03-23T13:30:58.993" v="91" actId="700"/>
          <ac:spMkLst>
            <pc:docMk/>
            <pc:sldMk cId="2009194455" sldId="747"/>
            <ac:spMk id="4" creationId="{89E68362-70A0-44DC-A35A-A3645F0CF37F}"/>
          </ac:spMkLst>
        </pc:spChg>
        <pc:spChg chg="add mod ord">
          <ac:chgData name="Jerome Martini" userId="cf445fd1-bb94-431f-9d69-de636e77a98d" providerId="ADAL" clId="{88E3EDAF-F897-4ADE-9AEE-6DA6D9B464A9}" dt="2022-03-23T13:36:58.656" v="149" actId="20577"/>
          <ac:spMkLst>
            <pc:docMk/>
            <pc:sldMk cId="2009194455" sldId="747"/>
            <ac:spMk id="7" creationId="{CAAC328B-635C-4682-987E-11082E613A00}"/>
          </ac:spMkLst>
        </pc:spChg>
        <pc:spChg chg="add mod">
          <ac:chgData name="Jerome Martini" userId="cf445fd1-bb94-431f-9d69-de636e77a98d" providerId="ADAL" clId="{88E3EDAF-F897-4ADE-9AEE-6DA6D9B464A9}" dt="2022-03-23T13:37:19.850" v="150" actId="1076"/>
          <ac:spMkLst>
            <pc:docMk/>
            <pc:sldMk cId="2009194455" sldId="747"/>
            <ac:spMk id="9" creationId="{54250DC8-2D72-4767-88B2-104EA22889A0}"/>
          </ac:spMkLst>
        </pc:spChg>
        <pc:spChg chg="add mod">
          <ac:chgData name="Jerome Martini" userId="cf445fd1-bb94-431f-9d69-de636e77a98d" providerId="ADAL" clId="{88E3EDAF-F897-4ADE-9AEE-6DA6D9B464A9}" dt="2022-03-23T13:37:19.850" v="150" actId="1076"/>
          <ac:spMkLst>
            <pc:docMk/>
            <pc:sldMk cId="2009194455" sldId="747"/>
            <ac:spMk id="10" creationId="{5F99BDE1-2310-487E-BE55-0AE868E6FCE4}"/>
          </ac:spMkLst>
        </pc:spChg>
        <pc:spChg chg="add mod">
          <ac:chgData name="Jerome Martini" userId="cf445fd1-bb94-431f-9d69-de636e77a98d" providerId="ADAL" clId="{88E3EDAF-F897-4ADE-9AEE-6DA6D9B464A9}" dt="2022-03-23T13:37:19.850" v="150" actId="1076"/>
          <ac:spMkLst>
            <pc:docMk/>
            <pc:sldMk cId="2009194455" sldId="747"/>
            <ac:spMk id="11" creationId="{C508ED38-718F-4D71-87F5-FCBB4A78CD02}"/>
          </ac:spMkLst>
        </pc:spChg>
        <pc:spChg chg="add mod">
          <ac:chgData name="Jerome Martini" userId="cf445fd1-bb94-431f-9d69-de636e77a98d" providerId="ADAL" clId="{88E3EDAF-F897-4ADE-9AEE-6DA6D9B464A9}" dt="2022-03-23T13:37:19.850" v="150" actId="1076"/>
          <ac:spMkLst>
            <pc:docMk/>
            <pc:sldMk cId="2009194455" sldId="747"/>
            <ac:spMk id="12" creationId="{6DF8F527-F413-4AF2-A4C6-DF12EE153E16}"/>
          </ac:spMkLst>
        </pc:spChg>
        <pc:spChg chg="add mod">
          <ac:chgData name="Jerome Martini" userId="cf445fd1-bb94-431f-9d69-de636e77a98d" providerId="ADAL" clId="{88E3EDAF-F897-4ADE-9AEE-6DA6D9B464A9}" dt="2022-03-23T13:37:19.850" v="150" actId="1076"/>
          <ac:spMkLst>
            <pc:docMk/>
            <pc:sldMk cId="2009194455" sldId="747"/>
            <ac:spMk id="13" creationId="{F6CF6266-21EA-4741-82EB-CB30F4B2E244}"/>
          </ac:spMkLst>
        </pc:spChg>
        <pc:spChg chg="add mod">
          <ac:chgData name="Jerome Martini" userId="cf445fd1-bb94-431f-9d69-de636e77a98d" providerId="ADAL" clId="{88E3EDAF-F897-4ADE-9AEE-6DA6D9B464A9}" dt="2022-03-23T13:37:19.850" v="150" actId="1076"/>
          <ac:spMkLst>
            <pc:docMk/>
            <pc:sldMk cId="2009194455" sldId="747"/>
            <ac:spMk id="14" creationId="{D5CC92B3-9ADD-490A-8C06-70FADE24C674}"/>
          </ac:spMkLst>
        </pc:spChg>
        <pc:spChg chg="add mod">
          <ac:chgData name="Jerome Martini" userId="cf445fd1-bb94-431f-9d69-de636e77a98d" providerId="ADAL" clId="{88E3EDAF-F897-4ADE-9AEE-6DA6D9B464A9}" dt="2022-03-23T13:37:19.850" v="150" actId="1076"/>
          <ac:spMkLst>
            <pc:docMk/>
            <pc:sldMk cId="2009194455" sldId="747"/>
            <ac:spMk id="15" creationId="{561DB89E-2668-41B8-87EB-57AC25AC282D}"/>
          </ac:spMkLst>
        </pc:spChg>
        <pc:spChg chg="add mod">
          <ac:chgData name="Jerome Martini" userId="cf445fd1-bb94-431f-9d69-de636e77a98d" providerId="ADAL" clId="{88E3EDAF-F897-4ADE-9AEE-6DA6D9B464A9}" dt="2022-03-23T13:37:19.850" v="150" actId="1076"/>
          <ac:spMkLst>
            <pc:docMk/>
            <pc:sldMk cId="2009194455" sldId="747"/>
            <ac:spMk id="16" creationId="{B621FFA3-6E97-4BC9-8AF1-9D55AEC8655A}"/>
          </ac:spMkLst>
        </pc:spChg>
        <pc:spChg chg="add mod">
          <ac:chgData name="Jerome Martini" userId="cf445fd1-bb94-431f-9d69-de636e77a98d" providerId="ADAL" clId="{88E3EDAF-F897-4ADE-9AEE-6DA6D9B464A9}" dt="2022-03-23T13:37:19.850" v="150" actId="1076"/>
          <ac:spMkLst>
            <pc:docMk/>
            <pc:sldMk cId="2009194455" sldId="747"/>
            <ac:spMk id="17" creationId="{B3F22386-9C4A-4774-A379-92B6F77D0691}"/>
          </ac:spMkLst>
        </pc:spChg>
        <pc:spChg chg="add mod">
          <ac:chgData name="Jerome Martini" userId="cf445fd1-bb94-431f-9d69-de636e77a98d" providerId="ADAL" clId="{88E3EDAF-F897-4ADE-9AEE-6DA6D9B464A9}" dt="2022-03-23T13:37:19.850" v="150" actId="1076"/>
          <ac:spMkLst>
            <pc:docMk/>
            <pc:sldMk cId="2009194455" sldId="747"/>
            <ac:spMk id="18" creationId="{81CA9F91-E932-44DA-9E24-91836A70DBD8}"/>
          </ac:spMkLst>
        </pc:spChg>
        <pc:spChg chg="add mod">
          <ac:chgData name="Jerome Martini" userId="cf445fd1-bb94-431f-9d69-de636e77a98d" providerId="ADAL" clId="{88E3EDAF-F897-4ADE-9AEE-6DA6D9B464A9}" dt="2022-03-23T13:37:19.850" v="150" actId="1076"/>
          <ac:spMkLst>
            <pc:docMk/>
            <pc:sldMk cId="2009194455" sldId="747"/>
            <ac:spMk id="19" creationId="{A0AB6EE0-3B03-43F3-9384-4856714C980B}"/>
          </ac:spMkLst>
        </pc:spChg>
        <pc:spChg chg="add mod">
          <ac:chgData name="Jerome Martini" userId="cf445fd1-bb94-431f-9d69-de636e77a98d" providerId="ADAL" clId="{88E3EDAF-F897-4ADE-9AEE-6DA6D9B464A9}" dt="2022-03-23T13:37:19.850" v="150" actId="1076"/>
          <ac:spMkLst>
            <pc:docMk/>
            <pc:sldMk cId="2009194455" sldId="747"/>
            <ac:spMk id="20" creationId="{7A2B8C71-37AB-474A-8C5D-FF1AF3E6E4C3}"/>
          </ac:spMkLst>
        </pc:spChg>
        <pc:spChg chg="add mod">
          <ac:chgData name="Jerome Martini" userId="cf445fd1-bb94-431f-9d69-de636e77a98d" providerId="ADAL" clId="{88E3EDAF-F897-4ADE-9AEE-6DA6D9B464A9}" dt="2022-03-23T13:37:19.850" v="150" actId="1076"/>
          <ac:spMkLst>
            <pc:docMk/>
            <pc:sldMk cId="2009194455" sldId="747"/>
            <ac:spMk id="21" creationId="{12C2378E-2C15-4989-9B20-59E59DCB5CA8}"/>
          </ac:spMkLst>
        </pc:spChg>
        <pc:spChg chg="add mod">
          <ac:chgData name="Jerome Martini" userId="cf445fd1-bb94-431f-9d69-de636e77a98d" providerId="ADAL" clId="{88E3EDAF-F897-4ADE-9AEE-6DA6D9B464A9}" dt="2022-03-23T13:37:19.850" v="150" actId="1076"/>
          <ac:spMkLst>
            <pc:docMk/>
            <pc:sldMk cId="2009194455" sldId="747"/>
            <ac:spMk id="22" creationId="{6FBCDAA3-DBBC-42EA-A0DF-B26F76611F80}"/>
          </ac:spMkLst>
        </pc:spChg>
        <pc:graphicFrameChg chg="add mod modGraphic">
          <ac:chgData name="Jerome Martini" userId="cf445fd1-bb94-431f-9d69-de636e77a98d" providerId="ADAL" clId="{88E3EDAF-F897-4ADE-9AEE-6DA6D9B464A9}" dt="2022-03-23T14:58:26.181" v="410" actId="12385"/>
          <ac:graphicFrameMkLst>
            <pc:docMk/>
            <pc:sldMk cId="2009194455" sldId="747"/>
            <ac:graphicFrameMk id="8" creationId="{DCAC573A-77F2-4E3B-8BF1-EB34FECFA3AC}"/>
          </ac:graphicFrameMkLst>
        </pc:graphicFrameChg>
        <pc:picChg chg="add mod">
          <ac:chgData name="Jerome Martini" userId="cf445fd1-bb94-431f-9d69-de636e77a98d" providerId="ADAL" clId="{88E3EDAF-F897-4ADE-9AEE-6DA6D9B464A9}" dt="2022-03-23T13:22:09.465" v="81"/>
          <ac:picMkLst>
            <pc:docMk/>
            <pc:sldMk cId="2009194455" sldId="747"/>
            <ac:picMk id="5" creationId="{B63E3371-2227-4E5B-828E-9D4E5116768D}"/>
          </ac:picMkLst>
        </pc:picChg>
        <pc:picChg chg="add mod">
          <ac:chgData name="Jerome Martini" userId="cf445fd1-bb94-431f-9d69-de636e77a98d" providerId="ADAL" clId="{88E3EDAF-F897-4ADE-9AEE-6DA6D9B464A9}" dt="2022-03-23T13:22:32.457" v="83"/>
          <ac:picMkLst>
            <pc:docMk/>
            <pc:sldMk cId="2009194455" sldId="747"/>
            <ac:picMk id="6" creationId="{EC6AFFE1-B9B6-4437-8D4C-60772F60B945}"/>
          </ac:picMkLst>
        </pc:picChg>
      </pc:sldChg>
      <pc:sldChg chg="addSp delSp modSp mod modAnim">
        <pc:chgData name="Jerome Martini" userId="cf445fd1-bb94-431f-9d69-de636e77a98d" providerId="ADAL" clId="{88E3EDAF-F897-4ADE-9AEE-6DA6D9B464A9}" dt="2022-03-23T15:23:49.708" v="499"/>
        <pc:sldMkLst>
          <pc:docMk/>
          <pc:sldMk cId="3487225366" sldId="748"/>
        </pc:sldMkLst>
        <pc:spChg chg="add mod">
          <ac:chgData name="Jerome Martini" userId="cf445fd1-bb94-431f-9d69-de636e77a98d" providerId="ADAL" clId="{88E3EDAF-F897-4ADE-9AEE-6DA6D9B464A9}" dt="2022-03-23T14:00:10.553" v="173" actId="1076"/>
          <ac:spMkLst>
            <pc:docMk/>
            <pc:sldMk cId="3487225366" sldId="748"/>
            <ac:spMk id="13" creationId="{C7AA215D-5563-4E4A-A1B6-80FFFC6F9390}"/>
          </ac:spMkLst>
        </pc:spChg>
        <pc:spChg chg="add mod">
          <ac:chgData name="Jerome Martini" userId="cf445fd1-bb94-431f-9d69-de636e77a98d" providerId="ADAL" clId="{88E3EDAF-F897-4ADE-9AEE-6DA6D9B464A9}" dt="2022-03-23T14:02:00.201" v="329" actId="20577"/>
          <ac:spMkLst>
            <pc:docMk/>
            <pc:sldMk cId="3487225366" sldId="748"/>
            <ac:spMk id="14" creationId="{B65785EE-9750-44FD-8733-B0E32D2FDDA2}"/>
          </ac:spMkLst>
        </pc:spChg>
        <pc:spChg chg="del">
          <ac:chgData name="Jerome Martini" userId="cf445fd1-bb94-431f-9d69-de636e77a98d" providerId="ADAL" clId="{88E3EDAF-F897-4ADE-9AEE-6DA6D9B464A9}" dt="2022-03-23T14:00:05.542" v="171" actId="478"/>
          <ac:spMkLst>
            <pc:docMk/>
            <pc:sldMk cId="3487225366" sldId="748"/>
            <ac:spMk id="18" creationId="{539589A5-BEF6-4145-8D88-80EC3A7BDD9B}"/>
          </ac:spMkLst>
        </pc:spChg>
        <pc:spChg chg="del">
          <ac:chgData name="Jerome Martini" userId="cf445fd1-bb94-431f-9d69-de636e77a98d" providerId="ADAL" clId="{88E3EDAF-F897-4ADE-9AEE-6DA6D9B464A9}" dt="2022-03-23T14:00:54.431" v="174" actId="478"/>
          <ac:spMkLst>
            <pc:docMk/>
            <pc:sldMk cId="3487225366" sldId="748"/>
            <ac:spMk id="20" creationId="{4DBAB4A4-DCBF-4A95-B047-DD30CB0879E0}"/>
          </ac:spMkLst>
        </pc:spChg>
      </pc:sldChg>
      <pc:sldChg chg="addSp delSp modSp add mod modClrScheme modAnim chgLayout">
        <pc:chgData name="Jerome Martini" userId="cf445fd1-bb94-431f-9d69-de636e77a98d" providerId="ADAL" clId="{88E3EDAF-F897-4ADE-9AEE-6DA6D9B464A9}" dt="2022-04-08T08:39:13.499" v="658" actId="1076"/>
        <pc:sldMkLst>
          <pc:docMk/>
          <pc:sldMk cId="3169803305" sldId="749"/>
        </pc:sldMkLst>
        <pc:spChg chg="add mod">
          <ac:chgData name="Jerome Martini" userId="cf445fd1-bb94-431f-9d69-de636e77a98d" providerId="ADAL" clId="{88E3EDAF-F897-4ADE-9AEE-6DA6D9B464A9}" dt="2022-04-08T08:39:13.499" v="658" actId="1076"/>
          <ac:spMkLst>
            <pc:docMk/>
            <pc:sldMk cId="3169803305" sldId="749"/>
            <ac:spMk id="2" creationId="{83E160F0-9881-4FFD-84DA-42D6234FD528}"/>
          </ac:spMkLst>
        </pc:spChg>
        <pc:spChg chg="mod ord">
          <ac:chgData name="Jerome Martini" userId="cf445fd1-bb94-431f-9d69-de636e77a98d" providerId="ADAL" clId="{88E3EDAF-F897-4ADE-9AEE-6DA6D9B464A9}" dt="2022-03-23T14:57:46.846" v="404" actId="700"/>
          <ac:spMkLst>
            <pc:docMk/>
            <pc:sldMk cId="3169803305" sldId="749"/>
            <ac:spMk id="3" creationId="{00000000-0000-0000-0000-000000000000}"/>
          </ac:spMkLst>
        </pc:spChg>
        <pc:spChg chg="mod ord">
          <ac:chgData name="Jerome Martini" userId="cf445fd1-bb94-431f-9d69-de636e77a98d" providerId="ADAL" clId="{88E3EDAF-F897-4ADE-9AEE-6DA6D9B464A9}" dt="2022-04-08T08:28:04.435" v="546" actId="1076"/>
          <ac:spMkLst>
            <pc:docMk/>
            <pc:sldMk cId="3169803305" sldId="749"/>
            <ac:spMk id="4" creationId="{00000000-0000-0000-0000-000000000000}"/>
          </ac:spMkLst>
        </pc:spChg>
        <pc:spChg chg="del mod">
          <ac:chgData name="Jerome Martini" userId="cf445fd1-bb94-431f-9d69-de636e77a98d" providerId="ADAL" clId="{88E3EDAF-F897-4ADE-9AEE-6DA6D9B464A9}" dt="2022-03-23T14:50:00.592" v="352" actId="22"/>
          <ac:spMkLst>
            <pc:docMk/>
            <pc:sldMk cId="3169803305" sldId="749"/>
            <ac:spMk id="5" creationId="{00000000-0000-0000-0000-000000000000}"/>
          </ac:spMkLst>
        </pc:spChg>
        <pc:spChg chg="add mod">
          <ac:chgData name="Jerome Martini" userId="cf445fd1-bb94-431f-9d69-de636e77a98d" providerId="ADAL" clId="{88E3EDAF-F897-4ADE-9AEE-6DA6D9B464A9}" dt="2022-04-08T08:28:04.435" v="546" actId="1076"/>
          <ac:spMkLst>
            <pc:docMk/>
            <pc:sldMk cId="3169803305" sldId="749"/>
            <ac:spMk id="7" creationId="{55BC35B3-B532-47A1-8A7F-43905A1BCA99}"/>
          </ac:spMkLst>
        </pc:spChg>
        <pc:spChg chg="add mod">
          <ac:chgData name="Jerome Martini" userId="cf445fd1-bb94-431f-9d69-de636e77a98d" providerId="ADAL" clId="{88E3EDAF-F897-4ADE-9AEE-6DA6D9B464A9}" dt="2022-04-08T08:28:04.435" v="546" actId="1076"/>
          <ac:spMkLst>
            <pc:docMk/>
            <pc:sldMk cId="3169803305" sldId="749"/>
            <ac:spMk id="8" creationId="{03D91A1B-03B5-4BC5-A996-BBB5A2BC20CE}"/>
          </ac:spMkLst>
        </pc:spChg>
        <pc:spChg chg="add mod">
          <ac:chgData name="Jerome Martini" userId="cf445fd1-bb94-431f-9d69-de636e77a98d" providerId="ADAL" clId="{88E3EDAF-F897-4ADE-9AEE-6DA6D9B464A9}" dt="2022-04-08T08:28:04.435" v="546" actId="1076"/>
          <ac:spMkLst>
            <pc:docMk/>
            <pc:sldMk cId="3169803305" sldId="749"/>
            <ac:spMk id="9" creationId="{B3B3AF35-6043-4AF9-BEFE-C1A03733B383}"/>
          </ac:spMkLst>
        </pc:spChg>
        <pc:spChg chg="add mod">
          <ac:chgData name="Jerome Martini" userId="cf445fd1-bb94-431f-9d69-de636e77a98d" providerId="ADAL" clId="{88E3EDAF-F897-4ADE-9AEE-6DA6D9B464A9}" dt="2022-04-08T08:28:04.435" v="546" actId="1076"/>
          <ac:spMkLst>
            <pc:docMk/>
            <pc:sldMk cId="3169803305" sldId="749"/>
            <ac:spMk id="10" creationId="{11B525E0-EAB9-4A68-BABF-9A2ADA3AA1DC}"/>
          </ac:spMkLst>
        </pc:spChg>
        <pc:spChg chg="add mod">
          <ac:chgData name="Jerome Martini" userId="cf445fd1-bb94-431f-9d69-de636e77a98d" providerId="ADAL" clId="{88E3EDAF-F897-4ADE-9AEE-6DA6D9B464A9}" dt="2022-04-08T08:28:04.435" v="546" actId="1076"/>
          <ac:spMkLst>
            <pc:docMk/>
            <pc:sldMk cId="3169803305" sldId="749"/>
            <ac:spMk id="11" creationId="{9C2F5CC7-A64E-4E6B-9932-7EC3367E7793}"/>
          </ac:spMkLst>
        </pc:spChg>
        <pc:spChg chg="add del mod">
          <ac:chgData name="Jerome Martini" userId="cf445fd1-bb94-431f-9d69-de636e77a98d" providerId="ADAL" clId="{88E3EDAF-F897-4ADE-9AEE-6DA6D9B464A9}" dt="2022-03-23T14:57:46.846" v="404" actId="700"/>
          <ac:spMkLst>
            <pc:docMk/>
            <pc:sldMk cId="3169803305" sldId="749"/>
            <ac:spMk id="13" creationId="{B17CAF6B-C402-428B-83D7-B956296262FC}"/>
          </ac:spMkLst>
        </pc:spChg>
        <pc:spChg chg="add mod">
          <ac:chgData name="Jerome Martini" userId="cf445fd1-bb94-431f-9d69-de636e77a98d" providerId="ADAL" clId="{88E3EDAF-F897-4ADE-9AEE-6DA6D9B464A9}" dt="2022-04-08T08:28:04.435" v="546" actId="1076"/>
          <ac:spMkLst>
            <pc:docMk/>
            <pc:sldMk cId="3169803305" sldId="749"/>
            <ac:spMk id="15" creationId="{8791E559-9ECA-4AF2-8CE3-AFE0EC3F9FF1}"/>
          </ac:spMkLst>
        </pc:spChg>
        <pc:spChg chg="add mod">
          <ac:chgData name="Jerome Martini" userId="cf445fd1-bb94-431f-9d69-de636e77a98d" providerId="ADAL" clId="{88E3EDAF-F897-4ADE-9AEE-6DA6D9B464A9}" dt="2022-04-08T08:28:04.435" v="546" actId="1076"/>
          <ac:spMkLst>
            <pc:docMk/>
            <pc:sldMk cId="3169803305" sldId="749"/>
            <ac:spMk id="16" creationId="{6D4FD5CB-E938-43F9-A919-3F4A115D5A48}"/>
          </ac:spMkLst>
        </pc:spChg>
        <pc:spChg chg="add mod">
          <ac:chgData name="Jerome Martini" userId="cf445fd1-bb94-431f-9d69-de636e77a98d" providerId="ADAL" clId="{88E3EDAF-F897-4ADE-9AEE-6DA6D9B464A9}" dt="2022-04-08T08:28:04.435" v="546" actId="1076"/>
          <ac:spMkLst>
            <pc:docMk/>
            <pc:sldMk cId="3169803305" sldId="749"/>
            <ac:spMk id="17" creationId="{A0191BFE-C3F7-46D9-B501-CE3405EA8918}"/>
          </ac:spMkLst>
        </pc:spChg>
        <pc:spChg chg="add mod">
          <ac:chgData name="Jerome Martini" userId="cf445fd1-bb94-431f-9d69-de636e77a98d" providerId="ADAL" clId="{88E3EDAF-F897-4ADE-9AEE-6DA6D9B464A9}" dt="2022-04-08T08:28:04.435" v="546" actId="1076"/>
          <ac:spMkLst>
            <pc:docMk/>
            <pc:sldMk cId="3169803305" sldId="749"/>
            <ac:spMk id="18" creationId="{586945D3-CCB9-4154-80BA-4D7899A4FD0C}"/>
          </ac:spMkLst>
        </pc:spChg>
        <pc:spChg chg="add mod">
          <ac:chgData name="Jerome Martini" userId="cf445fd1-bb94-431f-9d69-de636e77a98d" providerId="ADAL" clId="{88E3EDAF-F897-4ADE-9AEE-6DA6D9B464A9}" dt="2022-04-08T08:28:04.435" v="546" actId="1076"/>
          <ac:spMkLst>
            <pc:docMk/>
            <pc:sldMk cId="3169803305" sldId="749"/>
            <ac:spMk id="19" creationId="{D37DD725-5762-4696-B105-9130B1242625}"/>
          </ac:spMkLst>
        </pc:spChg>
        <pc:spChg chg="add del mod">
          <ac:chgData name="Jerome Martini" userId="cf445fd1-bb94-431f-9d69-de636e77a98d" providerId="ADAL" clId="{88E3EDAF-F897-4ADE-9AEE-6DA6D9B464A9}" dt="2022-04-08T08:34:36.187" v="606" actId="20577"/>
          <ac:spMkLst>
            <pc:docMk/>
            <pc:sldMk cId="3169803305" sldId="749"/>
            <ac:spMk id="20" creationId="{D4EEEA86-C441-4755-BD30-DE28278F76AA}"/>
          </ac:spMkLst>
        </pc:spChg>
        <pc:spChg chg="add mod">
          <ac:chgData name="Jerome Martini" userId="cf445fd1-bb94-431f-9d69-de636e77a98d" providerId="ADAL" clId="{88E3EDAF-F897-4ADE-9AEE-6DA6D9B464A9}" dt="2022-04-08T08:36:43.319" v="638" actId="20577"/>
          <ac:spMkLst>
            <pc:docMk/>
            <pc:sldMk cId="3169803305" sldId="749"/>
            <ac:spMk id="21" creationId="{55151E36-681C-4844-8F00-CA0BB80B6093}"/>
          </ac:spMkLst>
        </pc:spChg>
        <pc:spChg chg="add mod">
          <ac:chgData name="Jerome Martini" userId="cf445fd1-bb94-431f-9d69-de636e77a98d" providerId="ADAL" clId="{88E3EDAF-F897-4ADE-9AEE-6DA6D9B464A9}" dt="2022-04-08T08:33:28.786" v="586"/>
          <ac:spMkLst>
            <pc:docMk/>
            <pc:sldMk cId="3169803305" sldId="749"/>
            <ac:spMk id="22" creationId="{ED037F8F-7321-406E-AF8D-B0F10DC5323E}"/>
          </ac:spMkLst>
        </pc:spChg>
        <pc:spChg chg="add mod">
          <ac:chgData name="Jerome Martini" userId="cf445fd1-bb94-431f-9d69-de636e77a98d" providerId="ADAL" clId="{88E3EDAF-F897-4ADE-9AEE-6DA6D9B464A9}" dt="2022-04-08T08:35:38.433" v="618" actId="20577"/>
          <ac:spMkLst>
            <pc:docMk/>
            <pc:sldMk cId="3169803305" sldId="749"/>
            <ac:spMk id="23" creationId="{1C2B7F4C-C696-4898-9C12-97B2A06B3706}"/>
          </ac:spMkLst>
        </pc:spChg>
        <pc:spChg chg="add mod">
          <ac:chgData name="Jerome Martini" userId="cf445fd1-bb94-431f-9d69-de636e77a98d" providerId="ADAL" clId="{88E3EDAF-F897-4ADE-9AEE-6DA6D9B464A9}" dt="2022-04-08T08:37:50.955" v="651" actId="20577"/>
          <ac:spMkLst>
            <pc:docMk/>
            <pc:sldMk cId="3169803305" sldId="749"/>
            <ac:spMk id="24" creationId="{DE94A95E-B93D-41C5-B7E8-F886FF1D5427}"/>
          </ac:spMkLst>
        </pc:spChg>
        <pc:graphicFrameChg chg="add mod ord modGraphic">
          <ac:chgData name="Jerome Martini" userId="cf445fd1-bb94-431f-9d69-de636e77a98d" providerId="ADAL" clId="{88E3EDAF-F897-4ADE-9AEE-6DA6D9B464A9}" dt="2022-04-08T08:36:07.279" v="632" actId="20577"/>
          <ac:graphicFrameMkLst>
            <pc:docMk/>
            <pc:sldMk cId="3169803305" sldId="749"/>
            <ac:graphicFrameMk id="14" creationId="{EADDA0AF-D6B5-4566-893C-7AAC389EE278}"/>
          </ac:graphicFrameMkLst>
        </pc:graphicFrameChg>
        <pc:picChg chg="add del mod ord">
          <ac:chgData name="Jerome Martini" userId="cf445fd1-bb94-431f-9d69-de636e77a98d" providerId="ADAL" clId="{88E3EDAF-F897-4ADE-9AEE-6DA6D9B464A9}" dt="2022-03-23T14:55:47.383" v="402" actId="478"/>
          <ac:picMkLst>
            <pc:docMk/>
            <pc:sldMk cId="3169803305" sldId="749"/>
            <ac:picMk id="6" creationId="{87E8D3DB-03DE-498C-9E89-10A1926FE956}"/>
          </ac:picMkLst>
        </pc:picChg>
      </pc:sldChg>
    </pc:docChg>
  </pc:docChgLst>
  <pc:docChgLst>
    <pc:chgData name="Antonella Mimmo" userId="25a5e1a7-e321-4627-b0fe-fe85337315d8" providerId="ADAL" clId="{FCA1AE3A-2B8E-4DE3-8936-D6E700FC6C43}"/>
    <pc:docChg chg="undo custSel addSld delSld modSld">
      <pc:chgData name="Antonella Mimmo" userId="25a5e1a7-e321-4627-b0fe-fe85337315d8" providerId="ADAL" clId="{FCA1AE3A-2B8E-4DE3-8936-D6E700FC6C43}" dt="2022-07-18T12:34:44.778" v="3978" actId="113"/>
      <pc:docMkLst>
        <pc:docMk/>
      </pc:docMkLst>
      <pc:sldChg chg="modSp mod">
        <pc:chgData name="Antonella Mimmo" userId="25a5e1a7-e321-4627-b0fe-fe85337315d8" providerId="ADAL" clId="{FCA1AE3A-2B8E-4DE3-8936-D6E700FC6C43}" dt="2022-07-07T09:02:49.172" v="25" actId="1076"/>
        <pc:sldMkLst>
          <pc:docMk/>
          <pc:sldMk cId="3288109826" sldId="424"/>
        </pc:sldMkLst>
        <pc:spChg chg="mod">
          <ac:chgData name="Antonella Mimmo" userId="25a5e1a7-e321-4627-b0fe-fe85337315d8" providerId="ADAL" clId="{FCA1AE3A-2B8E-4DE3-8936-D6E700FC6C43}" dt="2022-07-07T09:02:27.063" v="20" actId="114"/>
          <ac:spMkLst>
            <pc:docMk/>
            <pc:sldMk cId="3288109826" sldId="424"/>
            <ac:spMk id="2" creationId="{C0229820-39FA-4897-AF28-AA3F5E2FB3E6}"/>
          </ac:spMkLst>
        </pc:spChg>
        <pc:spChg chg="mod">
          <ac:chgData name="Antonella Mimmo" userId="25a5e1a7-e321-4627-b0fe-fe85337315d8" providerId="ADAL" clId="{FCA1AE3A-2B8E-4DE3-8936-D6E700FC6C43}" dt="2022-07-07T09:02:49.172" v="25" actId="1076"/>
          <ac:spMkLst>
            <pc:docMk/>
            <pc:sldMk cId="3288109826" sldId="424"/>
            <ac:spMk id="3" creationId="{00000000-0000-0000-0000-000000000000}"/>
          </ac:spMkLst>
        </pc:spChg>
        <pc:spChg chg="mod">
          <ac:chgData name="Antonella Mimmo" userId="25a5e1a7-e321-4627-b0fe-fe85337315d8" providerId="ADAL" clId="{FCA1AE3A-2B8E-4DE3-8936-D6E700FC6C43}" dt="2022-07-07T09:01:11.555" v="9" actId="20577"/>
          <ac:spMkLst>
            <pc:docMk/>
            <pc:sldMk cId="3288109826" sldId="424"/>
            <ac:spMk id="5" creationId="{00000000-0000-0000-0000-000000000000}"/>
          </ac:spMkLst>
        </pc:spChg>
      </pc:sldChg>
      <pc:sldChg chg="modSp mod">
        <pc:chgData name="Antonella Mimmo" userId="25a5e1a7-e321-4627-b0fe-fe85337315d8" providerId="ADAL" clId="{FCA1AE3A-2B8E-4DE3-8936-D6E700FC6C43}" dt="2022-07-07T10:36:09.206" v="273" actId="20577"/>
        <pc:sldMkLst>
          <pc:docMk/>
          <pc:sldMk cId="2899058364" sldId="429"/>
        </pc:sldMkLst>
        <pc:spChg chg="mod">
          <ac:chgData name="Antonella Mimmo" userId="25a5e1a7-e321-4627-b0fe-fe85337315d8" providerId="ADAL" clId="{FCA1AE3A-2B8E-4DE3-8936-D6E700FC6C43}" dt="2022-07-07T10:36:09.206" v="273" actId="20577"/>
          <ac:spMkLst>
            <pc:docMk/>
            <pc:sldMk cId="2899058364" sldId="429"/>
            <ac:spMk id="3" creationId="{00000000-0000-0000-0000-000000000000}"/>
          </ac:spMkLst>
        </pc:spChg>
        <pc:spChg chg="mod">
          <ac:chgData name="Antonella Mimmo" userId="25a5e1a7-e321-4627-b0fe-fe85337315d8" providerId="ADAL" clId="{FCA1AE3A-2B8E-4DE3-8936-D6E700FC6C43}" dt="2022-07-07T10:36:00.945" v="269" actId="207"/>
          <ac:spMkLst>
            <pc:docMk/>
            <pc:sldMk cId="2899058364" sldId="429"/>
            <ac:spMk id="4" creationId="{00000000-0000-0000-0000-000000000000}"/>
          </ac:spMkLst>
        </pc:spChg>
      </pc:sldChg>
      <pc:sldChg chg="modSp mod">
        <pc:chgData name="Antonella Mimmo" userId="25a5e1a7-e321-4627-b0fe-fe85337315d8" providerId="ADAL" clId="{FCA1AE3A-2B8E-4DE3-8936-D6E700FC6C43}" dt="2022-07-08T10:11:05.292" v="1339" actId="255"/>
        <pc:sldMkLst>
          <pc:docMk/>
          <pc:sldMk cId="868143478" sldId="555"/>
        </pc:sldMkLst>
        <pc:spChg chg="mod">
          <ac:chgData name="Antonella Mimmo" userId="25a5e1a7-e321-4627-b0fe-fe85337315d8" providerId="ADAL" clId="{FCA1AE3A-2B8E-4DE3-8936-D6E700FC6C43}" dt="2022-07-08T10:11:05.292" v="1339" actId="255"/>
          <ac:spMkLst>
            <pc:docMk/>
            <pc:sldMk cId="868143478" sldId="555"/>
            <ac:spMk id="4" creationId="{00000000-0000-0000-0000-000000000000}"/>
          </ac:spMkLst>
        </pc:spChg>
      </pc:sldChg>
      <pc:sldChg chg="addSp modSp mod modAnim">
        <pc:chgData name="Antonella Mimmo" userId="25a5e1a7-e321-4627-b0fe-fe85337315d8" providerId="ADAL" clId="{FCA1AE3A-2B8E-4DE3-8936-D6E700FC6C43}" dt="2022-07-08T10:13:30.076" v="1358" actId="208"/>
        <pc:sldMkLst>
          <pc:docMk/>
          <pc:sldMk cId="745523737" sldId="594"/>
        </pc:sldMkLst>
        <pc:spChg chg="add mod">
          <ac:chgData name="Antonella Mimmo" userId="25a5e1a7-e321-4627-b0fe-fe85337315d8" providerId="ADAL" clId="{FCA1AE3A-2B8E-4DE3-8936-D6E700FC6C43}" dt="2022-07-08T10:13:30.076" v="1358" actId="208"/>
          <ac:spMkLst>
            <pc:docMk/>
            <pc:sldMk cId="745523737" sldId="594"/>
            <ac:spMk id="4" creationId="{FC987150-9447-4A23-9D17-7F521EA07120}"/>
          </ac:spMkLst>
        </pc:spChg>
        <pc:spChg chg="mod">
          <ac:chgData name="Antonella Mimmo" userId="25a5e1a7-e321-4627-b0fe-fe85337315d8" providerId="ADAL" clId="{FCA1AE3A-2B8E-4DE3-8936-D6E700FC6C43}" dt="2022-07-08T10:13:01.906" v="1355" actId="20577"/>
          <ac:spMkLst>
            <pc:docMk/>
            <pc:sldMk cId="745523737" sldId="594"/>
            <ac:spMk id="5" creationId="{00000000-0000-0000-0000-000000000000}"/>
          </ac:spMkLst>
        </pc:spChg>
      </pc:sldChg>
      <pc:sldChg chg="modSp mod modAnim">
        <pc:chgData name="Antonella Mimmo" userId="25a5e1a7-e321-4627-b0fe-fe85337315d8" providerId="ADAL" clId="{FCA1AE3A-2B8E-4DE3-8936-D6E700FC6C43}" dt="2022-07-07T12:22:33.372" v="1154" actId="255"/>
        <pc:sldMkLst>
          <pc:docMk/>
          <pc:sldMk cId="2692134840" sldId="595"/>
        </pc:sldMkLst>
        <pc:spChg chg="mod">
          <ac:chgData name="Antonella Mimmo" userId="25a5e1a7-e321-4627-b0fe-fe85337315d8" providerId="ADAL" clId="{FCA1AE3A-2B8E-4DE3-8936-D6E700FC6C43}" dt="2022-07-07T12:22:33.372" v="1154" actId="255"/>
          <ac:spMkLst>
            <pc:docMk/>
            <pc:sldMk cId="2692134840" sldId="595"/>
            <ac:spMk id="20483" creationId="{00000000-0000-0000-0000-000000000000}"/>
          </ac:spMkLst>
        </pc:spChg>
      </pc:sldChg>
      <pc:sldChg chg="addSp modSp mod">
        <pc:chgData name="Antonella Mimmo" userId="25a5e1a7-e321-4627-b0fe-fe85337315d8" providerId="ADAL" clId="{FCA1AE3A-2B8E-4DE3-8936-D6E700FC6C43}" dt="2022-07-08T13:00:45.889" v="1461" actId="1076"/>
        <pc:sldMkLst>
          <pc:docMk/>
          <pc:sldMk cId="3094255186" sldId="596"/>
        </pc:sldMkLst>
        <pc:spChg chg="add mod">
          <ac:chgData name="Antonella Mimmo" userId="25a5e1a7-e321-4627-b0fe-fe85337315d8" providerId="ADAL" clId="{FCA1AE3A-2B8E-4DE3-8936-D6E700FC6C43}" dt="2022-07-08T13:00:27.913" v="1459" actId="207"/>
          <ac:spMkLst>
            <pc:docMk/>
            <pc:sldMk cId="3094255186" sldId="596"/>
            <ac:spMk id="3" creationId="{8227689B-A035-454B-ADF3-2CC3B055F6EC}"/>
          </ac:spMkLst>
        </pc:spChg>
        <pc:spChg chg="add mod">
          <ac:chgData name="Antonella Mimmo" userId="25a5e1a7-e321-4627-b0fe-fe85337315d8" providerId="ADAL" clId="{FCA1AE3A-2B8E-4DE3-8936-D6E700FC6C43}" dt="2022-07-08T13:00:45.889" v="1461" actId="1076"/>
          <ac:spMkLst>
            <pc:docMk/>
            <pc:sldMk cId="3094255186" sldId="596"/>
            <ac:spMk id="17" creationId="{1F173CD6-C1AA-46CB-ACDB-7414C1D5781B}"/>
          </ac:spMkLst>
        </pc:spChg>
        <pc:spChg chg="mod">
          <ac:chgData name="Antonella Mimmo" userId="25a5e1a7-e321-4627-b0fe-fe85337315d8" providerId="ADAL" clId="{FCA1AE3A-2B8E-4DE3-8936-D6E700FC6C43}" dt="2022-07-07T12:25:13.091" v="1162" actId="20577"/>
          <ac:spMkLst>
            <pc:docMk/>
            <pc:sldMk cId="3094255186" sldId="596"/>
            <ac:spMk id="24" creationId="{00000000-0000-0000-0000-000000000000}"/>
          </ac:spMkLst>
        </pc:spChg>
        <pc:spChg chg="mod">
          <ac:chgData name="Antonella Mimmo" userId="25a5e1a7-e321-4627-b0fe-fe85337315d8" providerId="ADAL" clId="{FCA1AE3A-2B8E-4DE3-8936-D6E700FC6C43}" dt="2022-07-07T12:25:16.952" v="1164" actId="20577"/>
          <ac:spMkLst>
            <pc:docMk/>
            <pc:sldMk cId="3094255186" sldId="596"/>
            <ac:spMk id="45" creationId="{00000000-0000-0000-0000-000000000000}"/>
          </ac:spMkLst>
        </pc:spChg>
        <pc:spChg chg="mod">
          <ac:chgData name="Antonella Mimmo" userId="25a5e1a7-e321-4627-b0fe-fe85337315d8" providerId="ADAL" clId="{FCA1AE3A-2B8E-4DE3-8936-D6E700FC6C43}" dt="2022-07-07T12:24:56.994" v="1160" actId="20577"/>
          <ac:spMkLst>
            <pc:docMk/>
            <pc:sldMk cId="3094255186" sldId="596"/>
            <ac:spMk id="48" creationId="{00000000-0000-0000-0000-000000000000}"/>
          </ac:spMkLst>
        </pc:spChg>
      </pc:sldChg>
      <pc:sldChg chg="addSp delSp modSp mod">
        <pc:chgData name="Antonella Mimmo" userId="25a5e1a7-e321-4627-b0fe-fe85337315d8" providerId="ADAL" clId="{FCA1AE3A-2B8E-4DE3-8936-D6E700FC6C43}" dt="2022-07-08T13:02:07.636" v="1471" actId="1076"/>
        <pc:sldMkLst>
          <pc:docMk/>
          <pc:sldMk cId="621784504" sldId="597"/>
        </pc:sldMkLst>
        <pc:spChg chg="add mod">
          <ac:chgData name="Antonella Mimmo" userId="25a5e1a7-e321-4627-b0fe-fe85337315d8" providerId="ADAL" clId="{FCA1AE3A-2B8E-4DE3-8936-D6E700FC6C43}" dt="2022-07-08T13:02:04.299" v="1470" actId="1076"/>
          <ac:spMkLst>
            <pc:docMk/>
            <pc:sldMk cId="621784504" sldId="597"/>
            <ac:spMk id="16" creationId="{55182066-F772-45C5-9AB0-5B54A7466910}"/>
          </ac:spMkLst>
        </pc:spChg>
        <pc:spChg chg="add del mod">
          <ac:chgData name="Antonella Mimmo" userId="25a5e1a7-e321-4627-b0fe-fe85337315d8" providerId="ADAL" clId="{FCA1AE3A-2B8E-4DE3-8936-D6E700FC6C43}" dt="2022-07-08T13:01:59.506" v="1469" actId="478"/>
          <ac:spMkLst>
            <pc:docMk/>
            <pc:sldMk cId="621784504" sldId="597"/>
            <ac:spMk id="17" creationId="{6BB8F18B-26C8-494B-A41A-A0A52596DB93}"/>
          </ac:spMkLst>
        </pc:spChg>
        <pc:spChg chg="add mod">
          <ac:chgData name="Antonella Mimmo" userId="25a5e1a7-e321-4627-b0fe-fe85337315d8" providerId="ADAL" clId="{FCA1AE3A-2B8E-4DE3-8936-D6E700FC6C43}" dt="2022-07-08T13:02:07.636" v="1471" actId="1076"/>
          <ac:spMkLst>
            <pc:docMk/>
            <pc:sldMk cId="621784504" sldId="597"/>
            <ac:spMk id="18" creationId="{4E85FBE1-C64A-40B3-924D-C09A0B480B6B}"/>
          </ac:spMkLst>
        </pc:spChg>
        <pc:spChg chg="mod">
          <ac:chgData name="Antonella Mimmo" userId="25a5e1a7-e321-4627-b0fe-fe85337315d8" providerId="ADAL" clId="{FCA1AE3A-2B8E-4DE3-8936-D6E700FC6C43}" dt="2022-07-07T12:26:11.967" v="1170" actId="20577"/>
          <ac:spMkLst>
            <pc:docMk/>
            <pc:sldMk cId="621784504" sldId="597"/>
            <ac:spMk id="45" creationId="{00000000-0000-0000-0000-000000000000}"/>
          </ac:spMkLst>
        </pc:spChg>
        <pc:spChg chg="mod">
          <ac:chgData name="Antonella Mimmo" userId="25a5e1a7-e321-4627-b0fe-fe85337315d8" providerId="ADAL" clId="{FCA1AE3A-2B8E-4DE3-8936-D6E700FC6C43}" dt="2022-07-07T12:26:19.444" v="1172" actId="20577"/>
          <ac:spMkLst>
            <pc:docMk/>
            <pc:sldMk cId="621784504" sldId="597"/>
            <ac:spMk id="48" creationId="{00000000-0000-0000-0000-000000000000}"/>
          </ac:spMkLst>
        </pc:spChg>
        <pc:spChg chg="mod">
          <ac:chgData name="Antonella Mimmo" userId="25a5e1a7-e321-4627-b0fe-fe85337315d8" providerId="ADAL" clId="{FCA1AE3A-2B8E-4DE3-8936-D6E700FC6C43}" dt="2022-07-07T12:48:32.092" v="1318" actId="20577"/>
          <ac:spMkLst>
            <pc:docMk/>
            <pc:sldMk cId="621784504" sldId="597"/>
            <ac:spMk id="7170" creationId="{00000000-0000-0000-0000-000000000000}"/>
          </ac:spMkLst>
        </pc:spChg>
      </pc:sldChg>
      <pc:sldChg chg="addSp modSp mod">
        <pc:chgData name="Antonella Mimmo" userId="25a5e1a7-e321-4627-b0fe-fe85337315d8" providerId="ADAL" clId="{FCA1AE3A-2B8E-4DE3-8936-D6E700FC6C43}" dt="2022-07-08T13:02:49.710" v="1475" actId="1076"/>
        <pc:sldMkLst>
          <pc:docMk/>
          <pc:sldMk cId="3862725911" sldId="617"/>
        </pc:sldMkLst>
        <pc:spChg chg="add mod">
          <ac:chgData name="Antonella Mimmo" userId="25a5e1a7-e321-4627-b0fe-fe85337315d8" providerId="ADAL" clId="{FCA1AE3A-2B8E-4DE3-8936-D6E700FC6C43}" dt="2022-07-08T13:02:38.358" v="1473" actId="1076"/>
          <ac:spMkLst>
            <pc:docMk/>
            <pc:sldMk cId="3862725911" sldId="617"/>
            <ac:spMk id="14" creationId="{778B2F64-1603-415C-9AA3-E28129335943}"/>
          </ac:spMkLst>
        </pc:spChg>
        <pc:spChg chg="add mod">
          <ac:chgData name="Antonella Mimmo" userId="25a5e1a7-e321-4627-b0fe-fe85337315d8" providerId="ADAL" clId="{FCA1AE3A-2B8E-4DE3-8936-D6E700FC6C43}" dt="2022-07-08T13:02:49.710" v="1475" actId="1076"/>
          <ac:spMkLst>
            <pc:docMk/>
            <pc:sldMk cId="3862725911" sldId="617"/>
            <ac:spMk id="15" creationId="{2B5A6308-F0A0-4C73-8C9C-276CEFC43B9B}"/>
          </ac:spMkLst>
        </pc:spChg>
        <pc:spChg chg="mod">
          <ac:chgData name="Antonella Mimmo" userId="25a5e1a7-e321-4627-b0fe-fe85337315d8" providerId="ADAL" clId="{FCA1AE3A-2B8E-4DE3-8936-D6E700FC6C43}" dt="2022-07-07T12:32:07.816" v="1174" actId="20577"/>
          <ac:spMkLst>
            <pc:docMk/>
            <pc:sldMk cId="3862725911" sldId="617"/>
            <ac:spMk id="48" creationId="{00000000-0000-0000-0000-000000000000}"/>
          </ac:spMkLst>
        </pc:spChg>
        <pc:spChg chg="mod">
          <ac:chgData name="Antonella Mimmo" userId="25a5e1a7-e321-4627-b0fe-fe85337315d8" providerId="ADAL" clId="{FCA1AE3A-2B8E-4DE3-8936-D6E700FC6C43}" dt="2022-07-07T12:48:36.650" v="1320" actId="20577"/>
          <ac:spMkLst>
            <pc:docMk/>
            <pc:sldMk cId="3862725911" sldId="617"/>
            <ac:spMk id="7170" creationId="{00000000-0000-0000-0000-000000000000}"/>
          </ac:spMkLst>
        </pc:spChg>
      </pc:sldChg>
      <pc:sldChg chg="modSp modAnim">
        <pc:chgData name="Antonella Mimmo" userId="25a5e1a7-e321-4627-b0fe-fe85337315d8" providerId="ADAL" clId="{FCA1AE3A-2B8E-4DE3-8936-D6E700FC6C43}" dt="2022-07-18T09:32:26.057" v="3124" actId="255"/>
        <pc:sldMkLst>
          <pc:docMk/>
          <pc:sldMk cId="600215275" sldId="640"/>
        </pc:sldMkLst>
        <pc:spChg chg="mod">
          <ac:chgData name="Antonella Mimmo" userId="25a5e1a7-e321-4627-b0fe-fe85337315d8" providerId="ADAL" clId="{FCA1AE3A-2B8E-4DE3-8936-D6E700FC6C43}" dt="2022-07-18T09:32:26.057" v="3124" actId="255"/>
          <ac:spMkLst>
            <pc:docMk/>
            <pc:sldMk cId="600215275" sldId="640"/>
            <ac:spMk id="5" creationId="{00000000-0000-0000-0000-000000000000}"/>
          </ac:spMkLst>
        </pc:spChg>
      </pc:sldChg>
      <pc:sldChg chg="addSp modSp mod modAnim">
        <pc:chgData name="Antonella Mimmo" userId="25a5e1a7-e321-4627-b0fe-fe85337315d8" providerId="ADAL" clId="{FCA1AE3A-2B8E-4DE3-8936-D6E700FC6C43}" dt="2022-07-18T11:05:29.804" v="3295" actId="208"/>
        <pc:sldMkLst>
          <pc:docMk/>
          <pc:sldMk cId="774271975" sldId="643"/>
        </pc:sldMkLst>
        <pc:spChg chg="add mod">
          <ac:chgData name="Antonella Mimmo" userId="25a5e1a7-e321-4627-b0fe-fe85337315d8" providerId="ADAL" clId="{FCA1AE3A-2B8E-4DE3-8936-D6E700FC6C43}" dt="2022-07-18T11:05:29.804" v="3295" actId="208"/>
          <ac:spMkLst>
            <pc:docMk/>
            <pc:sldMk cId="774271975" sldId="643"/>
            <ac:spMk id="2" creationId="{0BFCA518-CB57-48FF-B92B-B42CF51D661B}"/>
          </ac:spMkLst>
        </pc:spChg>
        <pc:spChg chg="mod">
          <ac:chgData name="Antonella Mimmo" userId="25a5e1a7-e321-4627-b0fe-fe85337315d8" providerId="ADAL" clId="{FCA1AE3A-2B8E-4DE3-8936-D6E700FC6C43}" dt="2022-07-18T11:05:12.786" v="3292" actId="20577"/>
          <ac:spMkLst>
            <pc:docMk/>
            <pc:sldMk cId="774271975" sldId="643"/>
            <ac:spMk id="5" creationId="{00000000-0000-0000-0000-000000000000}"/>
          </ac:spMkLst>
        </pc:spChg>
      </pc:sldChg>
      <pc:sldChg chg="del">
        <pc:chgData name="Antonella Mimmo" userId="25a5e1a7-e321-4627-b0fe-fe85337315d8" providerId="ADAL" clId="{FCA1AE3A-2B8E-4DE3-8936-D6E700FC6C43}" dt="2022-07-18T11:29:18.283" v="3420" actId="47"/>
        <pc:sldMkLst>
          <pc:docMk/>
          <pc:sldMk cId="2826935619" sldId="644"/>
        </pc:sldMkLst>
      </pc:sldChg>
      <pc:sldChg chg="del">
        <pc:chgData name="Antonella Mimmo" userId="25a5e1a7-e321-4627-b0fe-fe85337315d8" providerId="ADAL" clId="{FCA1AE3A-2B8E-4DE3-8936-D6E700FC6C43}" dt="2022-07-18T11:30:25.788" v="3433" actId="47"/>
        <pc:sldMkLst>
          <pc:docMk/>
          <pc:sldMk cId="3885944188" sldId="645"/>
        </pc:sldMkLst>
      </pc:sldChg>
      <pc:sldChg chg="modSp del mod">
        <pc:chgData name="Antonella Mimmo" userId="25a5e1a7-e321-4627-b0fe-fe85337315d8" providerId="ADAL" clId="{FCA1AE3A-2B8E-4DE3-8936-D6E700FC6C43}" dt="2022-07-07T11:49:22.073" v="912" actId="47"/>
        <pc:sldMkLst>
          <pc:docMk/>
          <pc:sldMk cId="4264731295" sldId="660"/>
        </pc:sldMkLst>
        <pc:spChg chg="mod">
          <ac:chgData name="Antonella Mimmo" userId="25a5e1a7-e321-4627-b0fe-fe85337315d8" providerId="ADAL" clId="{FCA1AE3A-2B8E-4DE3-8936-D6E700FC6C43}" dt="2022-07-07T10:33:33.608" v="231" actId="255"/>
          <ac:spMkLst>
            <pc:docMk/>
            <pc:sldMk cId="4264731295" sldId="660"/>
            <ac:spMk id="3" creationId="{00000000-0000-0000-0000-000000000000}"/>
          </ac:spMkLst>
        </pc:spChg>
      </pc:sldChg>
      <pc:sldChg chg="modSp mod modAnim">
        <pc:chgData name="Antonella Mimmo" userId="25a5e1a7-e321-4627-b0fe-fe85337315d8" providerId="ADAL" clId="{FCA1AE3A-2B8E-4DE3-8936-D6E700FC6C43}" dt="2022-07-07T10:36:50.672" v="275" actId="27636"/>
        <pc:sldMkLst>
          <pc:docMk/>
          <pc:sldMk cId="1255927103" sldId="732"/>
        </pc:sldMkLst>
        <pc:spChg chg="mod">
          <ac:chgData name="Antonella Mimmo" userId="25a5e1a7-e321-4627-b0fe-fe85337315d8" providerId="ADAL" clId="{FCA1AE3A-2B8E-4DE3-8936-D6E700FC6C43}" dt="2022-07-07T10:33:15.055" v="228" actId="255"/>
          <ac:spMkLst>
            <pc:docMk/>
            <pc:sldMk cId="1255927103" sldId="732"/>
            <ac:spMk id="2" creationId="{09656CC3-B9E8-40F3-9FBA-25BA0EBA9FDB}"/>
          </ac:spMkLst>
        </pc:spChg>
        <pc:spChg chg="mod">
          <ac:chgData name="Antonella Mimmo" userId="25a5e1a7-e321-4627-b0fe-fe85337315d8" providerId="ADAL" clId="{FCA1AE3A-2B8E-4DE3-8936-D6E700FC6C43}" dt="2022-07-07T10:36:50.672" v="275" actId="27636"/>
          <ac:spMkLst>
            <pc:docMk/>
            <pc:sldMk cId="1255927103" sldId="732"/>
            <ac:spMk id="3" creationId="{8E82E364-CB65-498E-8DB7-7DF0D5380319}"/>
          </ac:spMkLst>
        </pc:spChg>
      </pc:sldChg>
      <pc:sldChg chg="addSp modSp mod modAnim">
        <pc:chgData name="Antonella Mimmo" userId="25a5e1a7-e321-4627-b0fe-fe85337315d8" providerId="ADAL" clId="{FCA1AE3A-2B8E-4DE3-8936-D6E700FC6C43}" dt="2022-07-15T12:31:31.339" v="1736" actId="208"/>
        <pc:sldMkLst>
          <pc:docMk/>
          <pc:sldMk cId="525746902" sldId="735"/>
        </pc:sldMkLst>
        <pc:spChg chg="mod">
          <ac:chgData name="Antonella Mimmo" userId="25a5e1a7-e321-4627-b0fe-fe85337315d8" providerId="ADAL" clId="{FCA1AE3A-2B8E-4DE3-8936-D6E700FC6C43}" dt="2022-07-15T12:31:02.707" v="1733" actId="5793"/>
          <ac:spMkLst>
            <pc:docMk/>
            <pc:sldMk cId="525746902" sldId="735"/>
            <ac:spMk id="4" creationId="{00000000-0000-0000-0000-000000000000}"/>
          </ac:spMkLst>
        </pc:spChg>
        <pc:spChg chg="add mod">
          <ac:chgData name="Antonella Mimmo" userId="25a5e1a7-e321-4627-b0fe-fe85337315d8" providerId="ADAL" clId="{FCA1AE3A-2B8E-4DE3-8936-D6E700FC6C43}" dt="2022-07-15T12:31:31.339" v="1736" actId="208"/>
          <ac:spMkLst>
            <pc:docMk/>
            <pc:sldMk cId="525746902" sldId="735"/>
            <ac:spMk id="5" creationId="{1CB1BEB5-45A3-4895-AC57-C4421201D2F0}"/>
          </ac:spMkLst>
        </pc:spChg>
      </pc:sldChg>
      <pc:sldChg chg="modSp mod modAnim">
        <pc:chgData name="Antonella Mimmo" userId="25a5e1a7-e321-4627-b0fe-fe85337315d8" providerId="ADAL" clId="{FCA1AE3A-2B8E-4DE3-8936-D6E700FC6C43}" dt="2022-07-18T09:06:28.053" v="3103" actId="20577"/>
        <pc:sldMkLst>
          <pc:docMk/>
          <pc:sldMk cId="867786938" sldId="737"/>
        </pc:sldMkLst>
        <pc:spChg chg="mod">
          <ac:chgData name="Antonella Mimmo" userId="25a5e1a7-e321-4627-b0fe-fe85337315d8" providerId="ADAL" clId="{FCA1AE3A-2B8E-4DE3-8936-D6E700FC6C43}" dt="2022-07-18T09:06:28.053" v="3103" actId="20577"/>
          <ac:spMkLst>
            <pc:docMk/>
            <pc:sldMk cId="867786938" sldId="737"/>
            <ac:spMk id="5" creationId="{00000000-0000-0000-0000-000000000000}"/>
          </ac:spMkLst>
        </pc:spChg>
      </pc:sldChg>
      <pc:sldChg chg="addSp modSp mod modAnim">
        <pc:chgData name="Antonella Mimmo" userId="25a5e1a7-e321-4627-b0fe-fe85337315d8" providerId="ADAL" clId="{FCA1AE3A-2B8E-4DE3-8936-D6E700FC6C43}" dt="2022-07-18T08:13:38.954" v="2961" actId="20577"/>
        <pc:sldMkLst>
          <pc:docMk/>
          <pc:sldMk cId="1019330150" sldId="738"/>
        </pc:sldMkLst>
        <pc:spChg chg="mod">
          <ac:chgData name="Antonella Mimmo" userId="25a5e1a7-e321-4627-b0fe-fe85337315d8" providerId="ADAL" clId="{FCA1AE3A-2B8E-4DE3-8936-D6E700FC6C43}" dt="2022-07-18T06:49:46.515" v="2571" actId="20577"/>
          <ac:spMkLst>
            <pc:docMk/>
            <pc:sldMk cId="1019330150" sldId="738"/>
            <ac:spMk id="3" creationId="{00000000-0000-0000-0000-000000000000}"/>
          </ac:spMkLst>
        </pc:spChg>
        <pc:spChg chg="mod">
          <ac:chgData name="Antonella Mimmo" userId="25a5e1a7-e321-4627-b0fe-fe85337315d8" providerId="ADAL" clId="{FCA1AE3A-2B8E-4DE3-8936-D6E700FC6C43}" dt="2022-07-18T07:29:06.943" v="2915" actId="27636"/>
          <ac:spMkLst>
            <pc:docMk/>
            <pc:sldMk cId="1019330150" sldId="738"/>
            <ac:spMk id="4" creationId="{00000000-0000-0000-0000-000000000000}"/>
          </ac:spMkLst>
        </pc:spChg>
        <pc:spChg chg="add mod">
          <ac:chgData name="Antonella Mimmo" userId="25a5e1a7-e321-4627-b0fe-fe85337315d8" providerId="ADAL" clId="{FCA1AE3A-2B8E-4DE3-8936-D6E700FC6C43}" dt="2022-07-18T07:41:03.079" v="2958" actId="1076"/>
          <ac:spMkLst>
            <pc:docMk/>
            <pc:sldMk cId="1019330150" sldId="738"/>
            <ac:spMk id="16" creationId="{F666A0B3-ADC8-4DDB-8208-6AFA8049E418}"/>
          </ac:spMkLst>
        </pc:spChg>
        <pc:spChg chg="add mod">
          <ac:chgData name="Antonella Mimmo" userId="25a5e1a7-e321-4627-b0fe-fe85337315d8" providerId="ADAL" clId="{FCA1AE3A-2B8E-4DE3-8936-D6E700FC6C43}" dt="2022-07-18T07:40:58.135" v="2957" actId="1076"/>
          <ac:spMkLst>
            <pc:docMk/>
            <pc:sldMk cId="1019330150" sldId="738"/>
            <ac:spMk id="17" creationId="{33878815-B9A8-47E5-B0C3-9AC3FC46D9D8}"/>
          </ac:spMkLst>
        </pc:spChg>
        <pc:spChg chg="add mod">
          <ac:chgData name="Antonella Mimmo" userId="25a5e1a7-e321-4627-b0fe-fe85337315d8" providerId="ADAL" clId="{FCA1AE3A-2B8E-4DE3-8936-D6E700FC6C43}" dt="2022-07-18T08:13:38.954" v="2961" actId="20577"/>
          <ac:spMkLst>
            <pc:docMk/>
            <pc:sldMk cId="1019330150" sldId="738"/>
            <ac:spMk id="18" creationId="{327188D1-EF58-4061-9416-DD874DE01370}"/>
          </ac:spMkLst>
        </pc:spChg>
        <pc:spChg chg="add mod">
          <ac:chgData name="Antonella Mimmo" userId="25a5e1a7-e321-4627-b0fe-fe85337315d8" providerId="ADAL" clId="{FCA1AE3A-2B8E-4DE3-8936-D6E700FC6C43}" dt="2022-07-18T08:08:38.372" v="2959" actId="207"/>
          <ac:spMkLst>
            <pc:docMk/>
            <pc:sldMk cId="1019330150" sldId="738"/>
            <ac:spMk id="19" creationId="{B5E0588D-04A1-4FF0-A02B-224363BAEB9C}"/>
          </ac:spMkLst>
        </pc:spChg>
        <pc:cxnChg chg="add mod">
          <ac:chgData name="Antonella Mimmo" userId="25a5e1a7-e321-4627-b0fe-fe85337315d8" providerId="ADAL" clId="{FCA1AE3A-2B8E-4DE3-8936-D6E700FC6C43}" dt="2022-07-18T07:17:35.016" v="2907" actId="1076"/>
          <ac:cxnSpMkLst>
            <pc:docMk/>
            <pc:sldMk cId="1019330150" sldId="738"/>
            <ac:cxnSpMk id="6" creationId="{C1422C4D-C711-4081-BCEA-8F09F22C4604}"/>
          </ac:cxnSpMkLst>
        </pc:cxnChg>
        <pc:cxnChg chg="add mod">
          <ac:chgData name="Antonella Mimmo" userId="25a5e1a7-e321-4627-b0fe-fe85337315d8" providerId="ADAL" clId="{FCA1AE3A-2B8E-4DE3-8936-D6E700FC6C43}" dt="2022-07-18T07:16:23.717" v="2900" actId="692"/>
          <ac:cxnSpMkLst>
            <pc:docMk/>
            <pc:sldMk cId="1019330150" sldId="738"/>
            <ac:cxnSpMk id="8" creationId="{2B3F2D11-1205-49D3-9E15-8C78D1EBB39B}"/>
          </ac:cxnSpMkLst>
        </pc:cxnChg>
        <pc:cxnChg chg="add mod">
          <ac:chgData name="Antonella Mimmo" userId="25a5e1a7-e321-4627-b0fe-fe85337315d8" providerId="ADAL" clId="{FCA1AE3A-2B8E-4DE3-8936-D6E700FC6C43}" dt="2022-07-18T07:16:53.566" v="2903" actId="13822"/>
          <ac:cxnSpMkLst>
            <pc:docMk/>
            <pc:sldMk cId="1019330150" sldId="738"/>
            <ac:cxnSpMk id="10" creationId="{05477AA1-6F62-45B1-95DD-68EB527C7FD2}"/>
          </ac:cxnSpMkLst>
        </pc:cxnChg>
        <pc:cxnChg chg="add mod">
          <ac:chgData name="Antonella Mimmo" userId="25a5e1a7-e321-4627-b0fe-fe85337315d8" providerId="ADAL" clId="{FCA1AE3A-2B8E-4DE3-8936-D6E700FC6C43}" dt="2022-07-18T07:17:41.574" v="2908" actId="14100"/>
          <ac:cxnSpMkLst>
            <pc:docMk/>
            <pc:sldMk cId="1019330150" sldId="738"/>
            <ac:cxnSpMk id="13" creationId="{8FFEE772-17C3-4E02-B729-AE5B279C8C5D}"/>
          </ac:cxnSpMkLst>
        </pc:cxnChg>
      </pc:sldChg>
      <pc:sldChg chg="addSp delSp modSp mod modAnim">
        <pc:chgData name="Antonella Mimmo" userId="25a5e1a7-e321-4627-b0fe-fe85337315d8" providerId="ADAL" clId="{FCA1AE3A-2B8E-4DE3-8936-D6E700FC6C43}" dt="2022-07-15T12:46:34.820" v="2113" actId="20577"/>
        <pc:sldMkLst>
          <pc:docMk/>
          <pc:sldMk cId="411151512" sldId="739"/>
        </pc:sldMkLst>
        <pc:spChg chg="mod">
          <ac:chgData name="Antonella Mimmo" userId="25a5e1a7-e321-4627-b0fe-fe85337315d8" providerId="ADAL" clId="{FCA1AE3A-2B8E-4DE3-8936-D6E700FC6C43}" dt="2022-07-15T12:46:34.820" v="2113" actId="20577"/>
          <ac:spMkLst>
            <pc:docMk/>
            <pc:sldMk cId="411151512" sldId="739"/>
            <ac:spMk id="3" creationId="{00000000-0000-0000-0000-000000000000}"/>
          </ac:spMkLst>
        </pc:spChg>
        <pc:spChg chg="mod">
          <ac:chgData name="Antonella Mimmo" userId="25a5e1a7-e321-4627-b0fe-fe85337315d8" providerId="ADAL" clId="{FCA1AE3A-2B8E-4DE3-8936-D6E700FC6C43}" dt="2022-07-15T12:46:03.765" v="2081" actId="20577"/>
          <ac:spMkLst>
            <pc:docMk/>
            <pc:sldMk cId="411151512" sldId="739"/>
            <ac:spMk id="4" creationId="{00000000-0000-0000-0000-000000000000}"/>
          </ac:spMkLst>
        </pc:spChg>
        <pc:graphicFrameChg chg="add del mod modGraphic">
          <ac:chgData name="Antonella Mimmo" userId="25a5e1a7-e321-4627-b0fe-fe85337315d8" providerId="ADAL" clId="{FCA1AE3A-2B8E-4DE3-8936-D6E700FC6C43}" dt="2022-07-15T12:45:42.584" v="2077" actId="478"/>
          <ac:graphicFrameMkLst>
            <pc:docMk/>
            <pc:sldMk cId="411151512" sldId="739"/>
            <ac:graphicFrameMk id="5" creationId="{DDF4574B-D718-4C0F-8225-D9B10EFBA1F4}"/>
          </ac:graphicFrameMkLst>
        </pc:graphicFrameChg>
      </pc:sldChg>
      <pc:sldChg chg="addSp delSp modSp mod">
        <pc:chgData name="Antonella Mimmo" userId="25a5e1a7-e321-4627-b0fe-fe85337315d8" providerId="ADAL" clId="{FCA1AE3A-2B8E-4DE3-8936-D6E700FC6C43}" dt="2022-07-18T08:33:04.752" v="2965" actId="1076"/>
        <pc:sldMkLst>
          <pc:docMk/>
          <pc:sldMk cId="3303786947" sldId="740"/>
        </pc:sldMkLst>
        <pc:picChg chg="del">
          <ac:chgData name="Antonella Mimmo" userId="25a5e1a7-e321-4627-b0fe-fe85337315d8" providerId="ADAL" clId="{FCA1AE3A-2B8E-4DE3-8936-D6E700FC6C43}" dt="2022-07-18T08:32:50.398" v="2962" actId="478"/>
          <ac:picMkLst>
            <pc:docMk/>
            <pc:sldMk cId="3303786947" sldId="740"/>
            <ac:picMk id="4" creationId="{6287FD9C-28BA-4663-A08A-38E177CEFBEB}"/>
          </ac:picMkLst>
        </pc:picChg>
        <pc:picChg chg="add mod">
          <ac:chgData name="Antonella Mimmo" userId="25a5e1a7-e321-4627-b0fe-fe85337315d8" providerId="ADAL" clId="{FCA1AE3A-2B8E-4DE3-8936-D6E700FC6C43}" dt="2022-07-18T08:33:04.752" v="2965" actId="1076"/>
          <ac:picMkLst>
            <pc:docMk/>
            <pc:sldMk cId="3303786947" sldId="740"/>
            <ac:picMk id="5" creationId="{44ACFE97-DBC5-470C-A327-3378AED68CC6}"/>
          </ac:picMkLst>
        </pc:picChg>
      </pc:sldChg>
      <pc:sldChg chg="del">
        <pc:chgData name="Antonella Mimmo" userId="25a5e1a7-e321-4627-b0fe-fe85337315d8" providerId="ADAL" clId="{FCA1AE3A-2B8E-4DE3-8936-D6E700FC6C43}" dt="2022-07-18T09:07:03.299" v="3104" actId="47"/>
        <pc:sldMkLst>
          <pc:docMk/>
          <pc:sldMk cId="3055188457" sldId="742"/>
        </pc:sldMkLst>
      </pc:sldChg>
      <pc:sldChg chg="modSp mod">
        <pc:chgData name="Antonella Mimmo" userId="25a5e1a7-e321-4627-b0fe-fe85337315d8" providerId="ADAL" clId="{FCA1AE3A-2B8E-4DE3-8936-D6E700FC6C43}" dt="2022-07-18T09:50:54.395" v="3183" actId="20577"/>
        <pc:sldMkLst>
          <pc:docMk/>
          <pc:sldMk cId="525812654" sldId="743"/>
        </pc:sldMkLst>
        <pc:spChg chg="mod">
          <ac:chgData name="Antonella Mimmo" userId="25a5e1a7-e321-4627-b0fe-fe85337315d8" providerId="ADAL" clId="{FCA1AE3A-2B8E-4DE3-8936-D6E700FC6C43}" dt="2022-07-18T09:45:13.405" v="3128" actId="255"/>
          <ac:spMkLst>
            <pc:docMk/>
            <pc:sldMk cId="525812654" sldId="743"/>
            <ac:spMk id="5" creationId="{00000000-0000-0000-0000-000000000000}"/>
          </ac:spMkLst>
        </pc:spChg>
        <pc:graphicFrameChg chg="modGraphic">
          <ac:chgData name="Antonella Mimmo" userId="25a5e1a7-e321-4627-b0fe-fe85337315d8" providerId="ADAL" clId="{FCA1AE3A-2B8E-4DE3-8936-D6E700FC6C43}" dt="2022-07-18T09:50:54.395" v="3183" actId="20577"/>
          <ac:graphicFrameMkLst>
            <pc:docMk/>
            <pc:sldMk cId="525812654" sldId="743"/>
            <ac:graphicFrameMk id="2" creationId="{0309315B-0F97-4510-840E-74BFA8B28B0E}"/>
          </ac:graphicFrameMkLst>
        </pc:graphicFrameChg>
      </pc:sldChg>
      <pc:sldChg chg="del">
        <pc:chgData name="Antonella Mimmo" userId="25a5e1a7-e321-4627-b0fe-fe85337315d8" providerId="ADAL" clId="{FCA1AE3A-2B8E-4DE3-8936-D6E700FC6C43}" dt="2022-07-07T12:18:18.872" v="1140" actId="47"/>
        <pc:sldMkLst>
          <pc:docMk/>
          <pc:sldMk cId="1539525356" sldId="744"/>
        </pc:sldMkLst>
      </pc:sldChg>
      <pc:sldChg chg="modSp modAnim">
        <pc:chgData name="Antonella Mimmo" userId="25a5e1a7-e321-4627-b0fe-fe85337315d8" providerId="ADAL" clId="{FCA1AE3A-2B8E-4DE3-8936-D6E700FC6C43}" dt="2022-07-18T12:34:44.778" v="3978" actId="113"/>
        <pc:sldMkLst>
          <pc:docMk/>
          <pc:sldMk cId="2015468685" sldId="745"/>
        </pc:sldMkLst>
        <pc:spChg chg="mod">
          <ac:chgData name="Antonella Mimmo" userId="25a5e1a7-e321-4627-b0fe-fe85337315d8" providerId="ADAL" clId="{FCA1AE3A-2B8E-4DE3-8936-D6E700FC6C43}" dt="2022-07-18T12:34:44.778" v="3978" actId="113"/>
          <ac:spMkLst>
            <pc:docMk/>
            <pc:sldMk cId="2015468685" sldId="745"/>
            <ac:spMk id="5" creationId="{00000000-0000-0000-0000-000000000000}"/>
          </ac:spMkLst>
        </pc:spChg>
      </pc:sldChg>
      <pc:sldChg chg="modSp mod">
        <pc:chgData name="Antonella Mimmo" userId="25a5e1a7-e321-4627-b0fe-fe85337315d8" providerId="ADAL" clId="{FCA1AE3A-2B8E-4DE3-8936-D6E700FC6C43}" dt="2022-07-08T10:11:54.890" v="1348" actId="6549"/>
        <pc:sldMkLst>
          <pc:docMk/>
          <pc:sldMk cId="79142664" sldId="746"/>
        </pc:sldMkLst>
        <pc:spChg chg="mod">
          <ac:chgData name="Antonella Mimmo" userId="25a5e1a7-e321-4627-b0fe-fe85337315d8" providerId="ADAL" clId="{FCA1AE3A-2B8E-4DE3-8936-D6E700FC6C43}" dt="2022-07-08T10:11:54.890" v="1348" actId="6549"/>
          <ac:spMkLst>
            <pc:docMk/>
            <pc:sldMk cId="79142664" sldId="746"/>
            <ac:spMk id="4" creationId="{00000000-0000-0000-0000-000000000000}"/>
          </ac:spMkLst>
        </pc:spChg>
      </pc:sldChg>
      <pc:sldChg chg="modSp mod">
        <pc:chgData name="Antonella Mimmo" userId="25a5e1a7-e321-4627-b0fe-fe85337315d8" providerId="ADAL" clId="{FCA1AE3A-2B8E-4DE3-8936-D6E700FC6C43}" dt="2022-07-15T11:17:05.314" v="1501" actId="113"/>
        <pc:sldMkLst>
          <pc:docMk/>
          <pc:sldMk cId="2009194455" sldId="747"/>
        </pc:sldMkLst>
        <pc:spChg chg="mod">
          <ac:chgData name="Antonella Mimmo" userId="25a5e1a7-e321-4627-b0fe-fe85337315d8" providerId="ADAL" clId="{FCA1AE3A-2B8E-4DE3-8936-D6E700FC6C43}" dt="2022-07-07T10:33:26.760" v="230" actId="255"/>
          <ac:spMkLst>
            <pc:docMk/>
            <pc:sldMk cId="2009194455" sldId="747"/>
            <ac:spMk id="7" creationId="{CAAC328B-635C-4682-987E-11082E613A00}"/>
          </ac:spMkLst>
        </pc:spChg>
        <pc:spChg chg="mod">
          <ac:chgData name="Antonella Mimmo" userId="25a5e1a7-e321-4627-b0fe-fe85337315d8" providerId="ADAL" clId="{FCA1AE3A-2B8E-4DE3-8936-D6E700FC6C43}" dt="2022-07-15T11:16:09.853" v="1488" actId="113"/>
          <ac:spMkLst>
            <pc:docMk/>
            <pc:sldMk cId="2009194455" sldId="747"/>
            <ac:spMk id="9" creationId="{54250DC8-2D72-4767-88B2-104EA22889A0}"/>
          </ac:spMkLst>
        </pc:spChg>
        <pc:spChg chg="mod">
          <ac:chgData name="Antonella Mimmo" userId="25a5e1a7-e321-4627-b0fe-fe85337315d8" providerId="ADAL" clId="{FCA1AE3A-2B8E-4DE3-8936-D6E700FC6C43}" dt="2022-07-15T11:16:13.977" v="1489" actId="113"/>
          <ac:spMkLst>
            <pc:docMk/>
            <pc:sldMk cId="2009194455" sldId="747"/>
            <ac:spMk id="10" creationId="{5F99BDE1-2310-487E-BE55-0AE868E6FCE4}"/>
          </ac:spMkLst>
        </pc:spChg>
        <pc:spChg chg="mod">
          <ac:chgData name="Antonella Mimmo" userId="25a5e1a7-e321-4627-b0fe-fe85337315d8" providerId="ADAL" clId="{FCA1AE3A-2B8E-4DE3-8936-D6E700FC6C43}" dt="2022-07-15T11:16:16.001" v="1490" actId="113"/>
          <ac:spMkLst>
            <pc:docMk/>
            <pc:sldMk cId="2009194455" sldId="747"/>
            <ac:spMk id="11" creationId="{C508ED38-718F-4D71-87F5-FCBB4A78CD02}"/>
          </ac:spMkLst>
        </pc:spChg>
        <pc:spChg chg="mod">
          <ac:chgData name="Antonella Mimmo" userId="25a5e1a7-e321-4627-b0fe-fe85337315d8" providerId="ADAL" clId="{FCA1AE3A-2B8E-4DE3-8936-D6E700FC6C43}" dt="2022-07-15T11:16:18.274" v="1491" actId="113"/>
          <ac:spMkLst>
            <pc:docMk/>
            <pc:sldMk cId="2009194455" sldId="747"/>
            <ac:spMk id="12" creationId="{6DF8F527-F413-4AF2-A4C6-DF12EE153E16}"/>
          </ac:spMkLst>
        </pc:spChg>
        <pc:spChg chg="mod">
          <ac:chgData name="Antonella Mimmo" userId="25a5e1a7-e321-4627-b0fe-fe85337315d8" providerId="ADAL" clId="{FCA1AE3A-2B8E-4DE3-8936-D6E700FC6C43}" dt="2022-07-15T11:16:20.648" v="1492" actId="113"/>
          <ac:spMkLst>
            <pc:docMk/>
            <pc:sldMk cId="2009194455" sldId="747"/>
            <ac:spMk id="13" creationId="{F6CF6266-21EA-4741-82EB-CB30F4B2E244}"/>
          </ac:spMkLst>
        </pc:spChg>
        <pc:spChg chg="mod">
          <ac:chgData name="Antonella Mimmo" userId="25a5e1a7-e321-4627-b0fe-fe85337315d8" providerId="ADAL" clId="{FCA1AE3A-2B8E-4DE3-8936-D6E700FC6C43}" dt="2022-07-15T11:16:42.970" v="1494" actId="113"/>
          <ac:spMkLst>
            <pc:docMk/>
            <pc:sldMk cId="2009194455" sldId="747"/>
            <ac:spMk id="14" creationId="{D5CC92B3-9ADD-490A-8C06-70FADE24C674}"/>
          </ac:spMkLst>
        </pc:spChg>
        <pc:spChg chg="mod">
          <ac:chgData name="Antonella Mimmo" userId="25a5e1a7-e321-4627-b0fe-fe85337315d8" providerId="ADAL" clId="{FCA1AE3A-2B8E-4DE3-8936-D6E700FC6C43}" dt="2022-07-15T11:16:37.658" v="1493" actId="113"/>
          <ac:spMkLst>
            <pc:docMk/>
            <pc:sldMk cId="2009194455" sldId="747"/>
            <ac:spMk id="15" creationId="{561DB89E-2668-41B8-87EB-57AC25AC282D}"/>
          </ac:spMkLst>
        </pc:spChg>
        <pc:spChg chg="mod">
          <ac:chgData name="Antonella Mimmo" userId="25a5e1a7-e321-4627-b0fe-fe85337315d8" providerId="ADAL" clId="{FCA1AE3A-2B8E-4DE3-8936-D6E700FC6C43}" dt="2022-07-15T11:16:45.274" v="1495" actId="113"/>
          <ac:spMkLst>
            <pc:docMk/>
            <pc:sldMk cId="2009194455" sldId="747"/>
            <ac:spMk id="16" creationId="{B621FFA3-6E97-4BC9-8AF1-9D55AEC8655A}"/>
          </ac:spMkLst>
        </pc:spChg>
        <pc:spChg chg="mod">
          <ac:chgData name="Antonella Mimmo" userId="25a5e1a7-e321-4627-b0fe-fe85337315d8" providerId="ADAL" clId="{FCA1AE3A-2B8E-4DE3-8936-D6E700FC6C43}" dt="2022-07-15T11:16:47.322" v="1496" actId="113"/>
          <ac:spMkLst>
            <pc:docMk/>
            <pc:sldMk cId="2009194455" sldId="747"/>
            <ac:spMk id="17" creationId="{B3F22386-9C4A-4774-A379-92B6F77D0691}"/>
          </ac:spMkLst>
        </pc:spChg>
        <pc:spChg chg="mod">
          <ac:chgData name="Antonella Mimmo" userId="25a5e1a7-e321-4627-b0fe-fe85337315d8" providerId="ADAL" clId="{FCA1AE3A-2B8E-4DE3-8936-D6E700FC6C43}" dt="2022-07-15T11:16:50.666" v="1497" actId="113"/>
          <ac:spMkLst>
            <pc:docMk/>
            <pc:sldMk cId="2009194455" sldId="747"/>
            <ac:spMk id="18" creationId="{81CA9F91-E932-44DA-9E24-91836A70DBD8}"/>
          </ac:spMkLst>
        </pc:spChg>
        <pc:spChg chg="mod">
          <ac:chgData name="Antonella Mimmo" userId="25a5e1a7-e321-4627-b0fe-fe85337315d8" providerId="ADAL" clId="{FCA1AE3A-2B8E-4DE3-8936-D6E700FC6C43}" dt="2022-07-15T11:16:53.066" v="1498" actId="113"/>
          <ac:spMkLst>
            <pc:docMk/>
            <pc:sldMk cId="2009194455" sldId="747"/>
            <ac:spMk id="19" creationId="{A0AB6EE0-3B03-43F3-9384-4856714C980B}"/>
          </ac:spMkLst>
        </pc:spChg>
        <pc:spChg chg="mod">
          <ac:chgData name="Antonella Mimmo" userId="25a5e1a7-e321-4627-b0fe-fe85337315d8" providerId="ADAL" clId="{FCA1AE3A-2B8E-4DE3-8936-D6E700FC6C43}" dt="2022-07-15T11:16:59.434" v="1499" actId="113"/>
          <ac:spMkLst>
            <pc:docMk/>
            <pc:sldMk cId="2009194455" sldId="747"/>
            <ac:spMk id="20" creationId="{7A2B8C71-37AB-474A-8C5D-FF1AF3E6E4C3}"/>
          </ac:spMkLst>
        </pc:spChg>
        <pc:spChg chg="mod">
          <ac:chgData name="Antonella Mimmo" userId="25a5e1a7-e321-4627-b0fe-fe85337315d8" providerId="ADAL" clId="{FCA1AE3A-2B8E-4DE3-8936-D6E700FC6C43}" dt="2022-07-15T11:17:02.457" v="1500" actId="113"/>
          <ac:spMkLst>
            <pc:docMk/>
            <pc:sldMk cId="2009194455" sldId="747"/>
            <ac:spMk id="21" creationId="{12C2378E-2C15-4989-9B20-59E59DCB5CA8}"/>
          </ac:spMkLst>
        </pc:spChg>
        <pc:spChg chg="mod">
          <ac:chgData name="Antonella Mimmo" userId="25a5e1a7-e321-4627-b0fe-fe85337315d8" providerId="ADAL" clId="{FCA1AE3A-2B8E-4DE3-8936-D6E700FC6C43}" dt="2022-07-15T11:17:05.314" v="1501" actId="113"/>
          <ac:spMkLst>
            <pc:docMk/>
            <pc:sldMk cId="2009194455" sldId="747"/>
            <ac:spMk id="22" creationId="{6FBCDAA3-DBBC-42EA-A0DF-B26F76611F80}"/>
          </ac:spMkLst>
        </pc:spChg>
        <pc:graphicFrameChg chg="mod modGraphic">
          <ac:chgData name="Antonella Mimmo" userId="25a5e1a7-e321-4627-b0fe-fe85337315d8" providerId="ADAL" clId="{FCA1AE3A-2B8E-4DE3-8936-D6E700FC6C43}" dt="2022-07-07T09:41:37.380" v="157" actId="255"/>
          <ac:graphicFrameMkLst>
            <pc:docMk/>
            <pc:sldMk cId="2009194455" sldId="747"/>
            <ac:graphicFrameMk id="8" creationId="{DCAC573A-77F2-4E3B-8BF1-EB34FECFA3AC}"/>
          </ac:graphicFrameMkLst>
        </pc:graphicFrameChg>
      </pc:sldChg>
      <pc:sldChg chg="addSp modSp mod">
        <pc:chgData name="Antonella Mimmo" userId="25a5e1a7-e321-4627-b0fe-fe85337315d8" providerId="ADAL" clId="{FCA1AE3A-2B8E-4DE3-8936-D6E700FC6C43}" dt="2022-07-08T13:03:17.023" v="1479" actId="1076"/>
        <pc:sldMkLst>
          <pc:docMk/>
          <pc:sldMk cId="3487225366" sldId="748"/>
        </pc:sldMkLst>
        <pc:spChg chg="add mod">
          <ac:chgData name="Antonella Mimmo" userId="25a5e1a7-e321-4627-b0fe-fe85337315d8" providerId="ADAL" clId="{FCA1AE3A-2B8E-4DE3-8936-D6E700FC6C43}" dt="2022-07-08T13:03:01.894" v="1477" actId="1076"/>
          <ac:spMkLst>
            <pc:docMk/>
            <pc:sldMk cId="3487225366" sldId="748"/>
            <ac:spMk id="15" creationId="{50943289-8463-446C-BEA0-3D9047248C70}"/>
          </ac:spMkLst>
        </pc:spChg>
        <pc:spChg chg="add mod">
          <ac:chgData name="Antonella Mimmo" userId="25a5e1a7-e321-4627-b0fe-fe85337315d8" providerId="ADAL" clId="{FCA1AE3A-2B8E-4DE3-8936-D6E700FC6C43}" dt="2022-07-08T13:03:17.023" v="1479" actId="1076"/>
          <ac:spMkLst>
            <pc:docMk/>
            <pc:sldMk cId="3487225366" sldId="748"/>
            <ac:spMk id="16" creationId="{B7518F95-12C9-465B-9F80-3DFDA1D48406}"/>
          </ac:spMkLst>
        </pc:spChg>
        <pc:spChg chg="mod">
          <ac:chgData name="Antonella Mimmo" userId="25a5e1a7-e321-4627-b0fe-fe85337315d8" providerId="ADAL" clId="{FCA1AE3A-2B8E-4DE3-8936-D6E700FC6C43}" dt="2022-07-07T12:32:37.213" v="1176" actId="20577"/>
          <ac:spMkLst>
            <pc:docMk/>
            <pc:sldMk cId="3487225366" sldId="748"/>
            <ac:spMk id="45" creationId="{00000000-0000-0000-0000-000000000000}"/>
          </ac:spMkLst>
        </pc:spChg>
        <pc:spChg chg="mod">
          <ac:chgData name="Antonella Mimmo" userId="25a5e1a7-e321-4627-b0fe-fe85337315d8" providerId="ADAL" clId="{FCA1AE3A-2B8E-4DE3-8936-D6E700FC6C43}" dt="2022-07-07T12:48:40.691" v="1322" actId="20577"/>
          <ac:spMkLst>
            <pc:docMk/>
            <pc:sldMk cId="3487225366" sldId="748"/>
            <ac:spMk id="7170" creationId="{00000000-0000-0000-0000-000000000000}"/>
          </ac:spMkLst>
        </pc:spChg>
      </pc:sldChg>
      <pc:sldChg chg="del">
        <pc:chgData name="Antonella Mimmo" userId="25a5e1a7-e321-4627-b0fe-fe85337315d8" providerId="ADAL" clId="{FCA1AE3A-2B8E-4DE3-8936-D6E700FC6C43}" dt="2022-07-18T12:04:08.036" v="3822" actId="47"/>
        <pc:sldMkLst>
          <pc:docMk/>
          <pc:sldMk cId="3169803305" sldId="749"/>
        </pc:sldMkLst>
      </pc:sldChg>
      <pc:sldChg chg="modSp new mod">
        <pc:chgData name="Antonella Mimmo" userId="25a5e1a7-e321-4627-b0fe-fe85337315d8" providerId="ADAL" clId="{FCA1AE3A-2B8E-4DE3-8936-D6E700FC6C43}" dt="2022-07-07T10:35:45.006" v="268" actId="20577"/>
        <pc:sldMkLst>
          <pc:docMk/>
          <pc:sldMk cId="3526359869" sldId="750"/>
        </pc:sldMkLst>
        <pc:spChg chg="mod">
          <ac:chgData name="Antonella Mimmo" userId="25a5e1a7-e321-4627-b0fe-fe85337315d8" providerId="ADAL" clId="{FCA1AE3A-2B8E-4DE3-8936-D6E700FC6C43}" dt="2022-07-07T10:33:21.699" v="229" actId="255"/>
          <ac:spMkLst>
            <pc:docMk/>
            <pc:sldMk cId="3526359869" sldId="750"/>
            <ac:spMk id="2" creationId="{0C90D945-5DE6-484B-9222-A47F937AD8E9}"/>
          </ac:spMkLst>
        </pc:spChg>
        <pc:spChg chg="mod">
          <ac:chgData name="Antonella Mimmo" userId="25a5e1a7-e321-4627-b0fe-fe85337315d8" providerId="ADAL" clId="{FCA1AE3A-2B8E-4DE3-8936-D6E700FC6C43}" dt="2022-07-07T10:35:45.006" v="268" actId="20577"/>
          <ac:spMkLst>
            <pc:docMk/>
            <pc:sldMk cId="3526359869" sldId="750"/>
            <ac:spMk id="3" creationId="{668511DC-BB4F-458A-B22E-6B4CDC5E5CA3}"/>
          </ac:spMkLst>
        </pc:spChg>
      </pc:sldChg>
      <pc:sldChg chg="addSp modSp new mod">
        <pc:chgData name="Antonella Mimmo" userId="25a5e1a7-e321-4627-b0fe-fe85337315d8" providerId="ADAL" clId="{FCA1AE3A-2B8E-4DE3-8936-D6E700FC6C43}" dt="2022-07-07T11:48:55.149" v="911" actId="255"/>
        <pc:sldMkLst>
          <pc:docMk/>
          <pc:sldMk cId="774306730" sldId="751"/>
        </pc:sldMkLst>
        <pc:spChg chg="mod">
          <ac:chgData name="Antonella Mimmo" userId="25a5e1a7-e321-4627-b0fe-fe85337315d8" providerId="ADAL" clId="{FCA1AE3A-2B8E-4DE3-8936-D6E700FC6C43}" dt="2022-07-07T11:07:38.219" v="324" actId="121"/>
          <ac:spMkLst>
            <pc:docMk/>
            <pc:sldMk cId="774306730" sldId="751"/>
            <ac:spMk id="2" creationId="{8F8EABFB-956A-4D00-BE62-0E7EF1DDC05E}"/>
          </ac:spMkLst>
        </pc:spChg>
        <pc:graphicFrameChg chg="add mod modGraphic">
          <ac:chgData name="Antonella Mimmo" userId="25a5e1a7-e321-4627-b0fe-fe85337315d8" providerId="ADAL" clId="{FCA1AE3A-2B8E-4DE3-8936-D6E700FC6C43}" dt="2022-07-07T11:48:55.149" v="911" actId="255"/>
          <ac:graphicFrameMkLst>
            <pc:docMk/>
            <pc:sldMk cId="774306730" sldId="751"/>
            <ac:graphicFrameMk id="4" creationId="{BF7B4330-1AF3-4B05-9C82-163E0C4656A0}"/>
          </ac:graphicFrameMkLst>
        </pc:graphicFrameChg>
      </pc:sldChg>
      <pc:sldChg chg="addSp delSp modSp new mod">
        <pc:chgData name="Antonella Mimmo" userId="25a5e1a7-e321-4627-b0fe-fe85337315d8" providerId="ADAL" clId="{FCA1AE3A-2B8E-4DE3-8936-D6E700FC6C43}" dt="2022-07-08T13:01:02.570" v="1463" actId="1076"/>
        <pc:sldMkLst>
          <pc:docMk/>
          <pc:sldMk cId="3853183664" sldId="752"/>
        </pc:sldMkLst>
        <pc:spChg chg="mod">
          <ac:chgData name="Antonella Mimmo" userId="25a5e1a7-e321-4627-b0fe-fe85337315d8" providerId="ADAL" clId="{FCA1AE3A-2B8E-4DE3-8936-D6E700FC6C43}" dt="2022-07-07T12:40:59.610" v="1189" actId="121"/>
          <ac:spMkLst>
            <pc:docMk/>
            <pc:sldMk cId="3853183664" sldId="752"/>
            <ac:spMk id="2" creationId="{A2394EFA-8C40-43FD-8669-1D3EEA4A8477}"/>
          </ac:spMkLst>
        </pc:spChg>
        <pc:spChg chg="del mod">
          <ac:chgData name="Antonella Mimmo" userId="25a5e1a7-e321-4627-b0fe-fe85337315d8" providerId="ADAL" clId="{FCA1AE3A-2B8E-4DE3-8936-D6E700FC6C43}" dt="2022-07-07T12:41:37.555" v="1194" actId="478"/>
          <ac:spMkLst>
            <pc:docMk/>
            <pc:sldMk cId="3853183664" sldId="752"/>
            <ac:spMk id="3" creationId="{CDA4F641-6A33-4E50-BB56-966138773178}"/>
          </ac:spMkLst>
        </pc:spChg>
        <pc:spChg chg="add mod">
          <ac:chgData name="Antonella Mimmo" userId="25a5e1a7-e321-4627-b0fe-fe85337315d8" providerId="ADAL" clId="{FCA1AE3A-2B8E-4DE3-8936-D6E700FC6C43}" dt="2022-07-07T12:43:30.098" v="1224" actId="692"/>
          <ac:spMkLst>
            <pc:docMk/>
            <pc:sldMk cId="3853183664" sldId="752"/>
            <ac:spMk id="9" creationId="{55B63232-B10E-4C73-B0B5-7319B0C94FD3}"/>
          </ac:spMkLst>
        </pc:spChg>
        <pc:spChg chg="add mod">
          <ac:chgData name="Antonella Mimmo" userId="25a5e1a7-e321-4627-b0fe-fe85337315d8" providerId="ADAL" clId="{FCA1AE3A-2B8E-4DE3-8936-D6E700FC6C43}" dt="2022-07-07T12:49:34.077" v="1323" actId="20577"/>
          <ac:spMkLst>
            <pc:docMk/>
            <pc:sldMk cId="3853183664" sldId="752"/>
            <ac:spMk id="10" creationId="{066D29A9-D686-43A9-8C79-08EF9FAF54D1}"/>
          </ac:spMkLst>
        </pc:spChg>
        <pc:spChg chg="add mod">
          <ac:chgData name="Antonella Mimmo" userId="25a5e1a7-e321-4627-b0fe-fe85337315d8" providerId="ADAL" clId="{FCA1AE3A-2B8E-4DE3-8936-D6E700FC6C43}" dt="2022-07-08T13:01:02.570" v="1463" actId="1076"/>
          <ac:spMkLst>
            <pc:docMk/>
            <pc:sldMk cId="3853183664" sldId="752"/>
            <ac:spMk id="11" creationId="{2B14AA70-45F7-41CD-B41F-3EC66831B392}"/>
          </ac:spMkLst>
        </pc:spChg>
        <pc:spChg chg="add mod">
          <ac:chgData name="Antonella Mimmo" userId="25a5e1a7-e321-4627-b0fe-fe85337315d8" providerId="ADAL" clId="{FCA1AE3A-2B8E-4DE3-8936-D6E700FC6C43}" dt="2022-07-07T12:46:29.633" v="1313" actId="1076"/>
          <ac:spMkLst>
            <pc:docMk/>
            <pc:sldMk cId="3853183664" sldId="752"/>
            <ac:spMk id="14" creationId="{CADCFF99-24C6-4B26-BED6-CEB12FF9279E}"/>
          </ac:spMkLst>
        </pc:spChg>
        <pc:spChg chg="add mod">
          <ac:chgData name="Antonella Mimmo" userId="25a5e1a7-e321-4627-b0fe-fe85337315d8" providerId="ADAL" clId="{FCA1AE3A-2B8E-4DE3-8936-D6E700FC6C43}" dt="2022-07-07T12:47:40.364" v="1315" actId="1076"/>
          <ac:spMkLst>
            <pc:docMk/>
            <pc:sldMk cId="3853183664" sldId="752"/>
            <ac:spMk id="15" creationId="{FD57B70F-2298-461C-8177-A37DEECEAB55}"/>
          </ac:spMkLst>
        </pc:spChg>
        <pc:cxnChg chg="add del mod">
          <ac:chgData name="Antonella Mimmo" userId="25a5e1a7-e321-4627-b0fe-fe85337315d8" providerId="ADAL" clId="{FCA1AE3A-2B8E-4DE3-8936-D6E700FC6C43}" dt="2022-07-07T12:41:45.954" v="1195" actId="478"/>
          <ac:cxnSpMkLst>
            <pc:docMk/>
            <pc:sldMk cId="3853183664" sldId="752"/>
            <ac:cxnSpMk id="6" creationId="{8B9AFB97-B05A-4123-8E8E-7C67F31FB6CE}"/>
          </ac:cxnSpMkLst>
        </pc:cxnChg>
        <pc:cxnChg chg="add mod ord">
          <ac:chgData name="Antonella Mimmo" userId="25a5e1a7-e321-4627-b0fe-fe85337315d8" providerId="ADAL" clId="{FCA1AE3A-2B8E-4DE3-8936-D6E700FC6C43}" dt="2022-07-07T12:44:50.294" v="1273" actId="166"/>
          <ac:cxnSpMkLst>
            <pc:docMk/>
            <pc:sldMk cId="3853183664" sldId="752"/>
            <ac:cxnSpMk id="8" creationId="{6A5DFCD9-51F9-4F90-97F8-0B20546490BA}"/>
          </ac:cxnSpMkLst>
        </pc:cxnChg>
        <pc:cxnChg chg="add mod">
          <ac:chgData name="Antonella Mimmo" userId="25a5e1a7-e321-4627-b0fe-fe85337315d8" providerId="ADAL" clId="{FCA1AE3A-2B8E-4DE3-8936-D6E700FC6C43}" dt="2022-07-07T12:45:28.496" v="1277" actId="14100"/>
          <ac:cxnSpMkLst>
            <pc:docMk/>
            <pc:sldMk cId="3853183664" sldId="752"/>
            <ac:cxnSpMk id="12" creationId="{4A550130-503E-4580-8F6F-F1AFC5FCFD9F}"/>
          </ac:cxnSpMkLst>
        </pc:cxnChg>
      </pc:sldChg>
      <pc:sldChg chg="addSp delSp modSp new mod modAnim">
        <pc:chgData name="Antonella Mimmo" userId="25a5e1a7-e321-4627-b0fe-fe85337315d8" providerId="ADAL" clId="{FCA1AE3A-2B8E-4DE3-8936-D6E700FC6C43}" dt="2022-07-08T13:03:47.199" v="1483" actId="20577"/>
        <pc:sldMkLst>
          <pc:docMk/>
          <pc:sldMk cId="2464234669" sldId="753"/>
        </pc:sldMkLst>
        <pc:spChg chg="mod">
          <ac:chgData name="Antonella Mimmo" userId="25a5e1a7-e321-4627-b0fe-fe85337315d8" providerId="ADAL" clId="{FCA1AE3A-2B8E-4DE3-8936-D6E700FC6C43}" dt="2022-07-08T10:15:16.653" v="1371" actId="121"/>
          <ac:spMkLst>
            <pc:docMk/>
            <pc:sldMk cId="2464234669" sldId="753"/>
            <ac:spMk id="2" creationId="{9DCAC8A3-C325-42CB-9DF0-906F386A663A}"/>
          </ac:spMkLst>
        </pc:spChg>
        <pc:spChg chg="del mod">
          <ac:chgData name="Antonella Mimmo" userId="25a5e1a7-e321-4627-b0fe-fe85337315d8" providerId="ADAL" clId="{FCA1AE3A-2B8E-4DE3-8936-D6E700FC6C43}" dt="2022-07-08T10:16:06.569" v="1380" actId="478"/>
          <ac:spMkLst>
            <pc:docMk/>
            <pc:sldMk cId="2464234669" sldId="753"/>
            <ac:spMk id="3" creationId="{7DB61D59-5C8B-47F0-9027-B73234452D0F}"/>
          </ac:spMkLst>
        </pc:spChg>
        <pc:spChg chg="add mod">
          <ac:chgData name="Antonella Mimmo" userId="25a5e1a7-e321-4627-b0fe-fe85337315d8" providerId="ADAL" clId="{FCA1AE3A-2B8E-4DE3-8936-D6E700FC6C43}" dt="2022-07-08T10:22:06.658" v="1400" actId="20577"/>
          <ac:spMkLst>
            <pc:docMk/>
            <pc:sldMk cId="2464234669" sldId="753"/>
            <ac:spMk id="10" creationId="{36E9CE38-60AD-4229-B35E-399B734A7036}"/>
          </ac:spMkLst>
        </pc:spChg>
        <pc:spChg chg="add mod">
          <ac:chgData name="Antonella Mimmo" userId="25a5e1a7-e321-4627-b0fe-fe85337315d8" providerId="ADAL" clId="{FCA1AE3A-2B8E-4DE3-8936-D6E700FC6C43}" dt="2022-07-08T10:22:15.284" v="1403" actId="14100"/>
          <ac:spMkLst>
            <pc:docMk/>
            <pc:sldMk cId="2464234669" sldId="753"/>
            <ac:spMk id="11" creationId="{56F1952A-808E-46DA-B0AD-36E174D4BA0D}"/>
          </ac:spMkLst>
        </pc:spChg>
        <pc:spChg chg="add mod">
          <ac:chgData name="Antonella Mimmo" userId="25a5e1a7-e321-4627-b0fe-fe85337315d8" providerId="ADAL" clId="{FCA1AE3A-2B8E-4DE3-8936-D6E700FC6C43}" dt="2022-07-08T10:23:15.929" v="1412" actId="1076"/>
          <ac:spMkLst>
            <pc:docMk/>
            <pc:sldMk cId="2464234669" sldId="753"/>
            <ac:spMk id="14" creationId="{6AC7C0B7-5C28-48E1-BC33-EEDD7908CA12}"/>
          </ac:spMkLst>
        </pc:spChg>
        <pc:spChg chg="add del mod">
          <ac:chgData name="Antonella Mimmo" userId="25a5e1a7-e321-4627-b0fe-fe85337315d8" providerId="ADAL" clId="{FCA1AE3A-2B8E-4DE3-8936-D6E700FC6C43}" dt="2022-07-08T10:36:41.971" v="1415" actId="478"/>
          <ac:spMkLst>
            <pc:docMk/>
            <pc:sldMk cId="2464234669" sldId="753"/>
            <ac:spMk id="15" creationId="{739B2122-3A3C-4182-98DC-9A5345845FF2}"/>
          </ac:spMkLst>
        </pc:spChg>
        <pc:spChg chg="add mod">
          <ac:chgData name="Antonella Mimmo" userId="25a5e1a7-e321-4627-b0fe-fe85337315d8" providerId="ADAL" clId="{FCA1AE3A-2B8E-4DE3-8936-D6E700FC6C43}" dt="2022-07-08T10:37:14.541" v="1432" actId="20577"/>
          <ac:spMkLst>
            <pc:docMk/>
            <pc:sldMk cId="2464234669" sldId="753"/>
            <ac:spMk id="16" creationId="{F493D4F6-ED57-4B4A-AF92-C52AB366296F}"/>
          </ac:spMkLst>
        </pc:spChg>
        <pc:spChg chg="add mod">
          <ac:chgData name="Antonella Mimmo" userId="25a5e1a7-e321-4627-b0fe-fe85337315d8" providerId="ADAL" clId="{FCA1AE3A-2B8E-4DE3-8936-D6E700FC6C43}" dt="2022-07-08T12:19:08.977" v="1436" actId="1076"/>
          <ac:spMkLst>
            <pc:docMk/>
            <pc:sldMk cId="2464234669" sldId="753"/>
            <ac:spMk id="17" creationId="{49549F56-213F-4C23-A45C-2A987E9036E9}"/>
          </ac:spMkLst>
        </pc:spChg>
        <pc:spChg chg="add mod">
          <ac:chgData name="Antonella Mimmo" userId="25a5e1a7-e321-4627-b0fe-fe85337315d8" providerId="ADAL" clId="{FCA1AE3A-2B8E-4DE3-8936-D6E700FC6C43}" dt="2022-07-08T12:19:28.479" v="1442" actId="20577"/>
          <ac:spMkLst>
            <pc:docMk/>
            <pc:sldMk cId="2464234669" sldId="753"/>
            <ac:spMk id="18" creationId="{E481511E-D65E-42A0-9B84-37A3EA94CB81}"/>
          </ac:spMkLst>
        </pc:spChg>
        <pc:spChg chg="add mod">
          <ac:chgData name="Antonella Mimmo" userId="25a5e1a7-e321-4627-b0fe-fe85337315d8" providerId="ADAL" clId="{FCA1AE3A-2B8E-4DE3-8936-D6E700FC6C43}" dt="2022-07-08T13:03:47.199" v="1483" actId="20577"/>
          <ac:spMkLst>
            <pc:docMk/>
            <pc:sldMk cId="2464234669" sldId="753"/>
            <ac:spMk id="19" creationId="{CC831670-F44E-436E-9587-95C7D0F91FCF}"/>
          </ac:spMkLst>
        </pc:spChg>
        <pc:picChg chg="add del mod">
          <ac:chgData name="Antonella Mimmo" userId="25a5e1a7-e321-4627-b0fe-fe85337315d8" providerId="ADAL" clId="{FCA1AE3A-2B8E-4DE3-8936-D6E700FC6C43}" dt="2022-07-08T10:16:37.758" v="1383" actId="478"/>
          <ac:picMkLst>
            <pc:docMk/>
            <pc:sldMk cId="2464234669" sldId="753"/>
            <ac:picMk id="9" creationId="{570290FD-6063-4B7D-B726-B1771EFF1F0E}"/>
          </ac:picMkLst>
        </pc:picChg>
        <pc:cxnChg chg="add del mod">
          <ac:chgData name="Antonella Mimmo" userId="25a5e1a7-e321-4627-b0fe-fe85337315d8" providerId="ADAL" clId="{FCA1AE3A-2B8E-4DE3-8936-D6E700FC6C43}" dt="2022-07-08T10:15:46.160" v="1376" actId="478"/>
          <ac:cxnSpMkLst>
            <pc:docMk/>
            <pc:sldMk cId="2464234669" sldId="753"/>
            <ac:cxnSpMk id="6" creationId="{2BDD0F21-A439-47C6-861F-146ADB7533F4}"/>
          </ac:cxnSpMkLst>
        </pc:cxnChg>
        <pc:cxnChg chg="add mod ord">
          <ac:chgData name="Antonella Mimmo" userId="25a5e1a7-e321-4627-b0fe-fe85337315d8" providerId="ADAL" clId="{FCA1AE3A-2B8E-4DE3-8936-D6E700FC6C43}" dt="2022-07-08T10:22:20.932" v="1404" actId="166"/>
          <ac:cxnSpMkLst>
            <pc:docMk/>
            <pc:sldMk cId="2464234669" sldId="753"/>
            <ac:cxnSpMk id="8" creationId="{42923E88-6D23-4FAA-9C4C-EB19217427A4}"/>
          </ac:cxnSpMkLst>
        </pc:cxnChg>
        <pc:cxnChg chg="add mod">
          <ac:chgData name="Antonella Mimmo" userId="25a5e1a7-e321-4627-b0fe-fe85337315d8" providerId="ADAL" clId="{FCA1AE3A-2B8E-4DE3-8936-D6E700FC6C43}" dt="2022-07-08T10:22:59.113" v="1410" actId="1076"/>
          <ac:cxnSpMkLst>
            <pc:docMk/>
            <pc:sldMk cId="2464234669" sldId="753"/>
            <ac:cxnSpMk id="12" creationId="{6CBC66B1-2FB5-4452-9CEB-29D8D967D856}"/>
          </ac:cxnSpMkLst>
        </pc:cxnChg>
        <pc:cxnChg chg="add mod">
          <ac:chgData name="Antonella Mimmo" userId="25a5e1a7-e321-4627-b0fe-fe85337315d8" providerId="ADAL" clId="{FCA1AE3A-2B8E-4DE3-8936-D6E700FC6C43}" dt="2022-07-08T10:22:55.041" v="1409" actId="1076"/>
          <ac:cxnSpMkLst>
            <pc:docMk/>
            <pc:sldMk cId="2464234669" sldId="753"/>
            <ac:cxnSpMk id="13" creationId="{E2DF925A-113A-4A5A-BBB0-5931416BFB17}"/>
          </ac:cxnSpMkLst>
        </pc:cxnChg>
      </pc:sldChg>
      <pc:sldChg chg="addSp modSp new mod">
        <pc:chgData name="Antonella Mimmo" userId="25a5e1a7-e321-4627-b0fe-fe85337315d8" providerId="ADAL" clId="{FCA1AE3A-2B8E-4DE3-8936-D6E700FC6C43}" dt="2022-07-18T06:49:16.161" v="2555" actId="121"/>
        <pc:sldMkLst>
          <pc:docMk/>
          <pc:sldMk cId="2425591195" sldId="754"/>
        </pc:sldMkLst>
        <pc:spChg chg="mod">
          <ac:chgData name="Antonella Mimmo" userId="25a5e1a7-e321-4627-b0fe-fe85337315d8" providerId="ADAL" clId="{FCA1AE3A-2B8E-4DE3-8936-D6E700FC6C43}" dt="2022-07-18T06:49:16.161" v="2555" actId="121"/>
          <ac:spMkLst>
            <pc:docMk/>
            <pc:sldMk cId="2425591195" sldId="754"/>
            <ac:spMk id="2" creationId="{86B56089-52D9-47AB-9725-AA9B3367EB4F}"/>
          </ac:spMkLst>
        </pc:spChg>
        <pc:spChg chg="mod">
          <ac:chgData name="Antonella Mimmo" userId="25a5e1a7-e321-4627-b0fe-fe85337315d8" providerId="ADAL" clId="{FCA1AE3A-2B8E-4DE3-8936-D6E700FC6C43}" dt="2022-07-15T13:37:27.532" v="2550" actId="20577"/>
          <ac:spMkLst>
            <pc:docMk/>
            <pc:sldMk cId="2425591195" sldId="754"/>
            <ac:spMk id="3" creationId="{67198B7C-5D15-464A-BC3C-C692BD1DA77C}"/>
          </ac:spMkLst>
        </pc:spChg>
        <pc:spChg chg="add mod">
          <ac:chgData name="Antonella Mimmo" userId="25a5e1a7-e321-4627-b0fe-fe85337315d8" providerId="ADAL" clId="{FCA1AE3A-2B8E-4DE3-8936-D6E700FC6C43}" dt="2022-07-15T12:59:18.624" v="2500" actId="1076"/>
          <ac:spMkLst>
            <pc:docMk/>
            <pc:sldMk cId="2425591195" sldId="754"/>
            <ac:spMk id="6" creationId="{C3A43E05-FA91-4DCF-AD54-B4D86C18D0A6}"/>
          </ac:spMkLst>
        </pc:spChg>
        <pc:spChg chg="add mod">
          <ac:chgData name="Antonella Mimmo" userId="25a5e1a7-e321-4627-b0fe-fe85337315d8" providerId="ADAL" clId="{FCA1AE3A-2B8E-4DE3-8936-D6E700FC6C43}" dt="2022-07-15T12:59:27.629" v="2505" actId="20577"/>
          <ac:spMkLst>
            <pc:docMk/>
            <pc:sldMk cId="2425591195" sldId="754"/>
            <ac:spMk id="7" creationId="{C8911A7A-124F-40FB-A91B-003CD0022BB9}"/>
          </ac:spMkLst>
        </pc:spChg>
        <pc:spChg chg="add mod">
          <ac:chgData name="Antonella Mimmo" userId="25a5e1a7-e321-4627-b0fe-fe85337315d8" providerId="ADAL" clId="{FCA1AE3A-2B8E-4DE3-8936-D6E700FC6C43}" dt="2022-07-15T13:00:09.008" v="2507" actId="1076"/>
          <ac:spMkLst>
            <pc:docMk/>
            <pc:sldMk cId="2425591195" sldId="754"/>
            <ac:spMk id="8" creationId="{C3F66888-0E91-4109-BD11-708CD49CCCB4}"/>
          </ac:spMkLst>
        </pc:spChg>
        <pc:spChg chg="add mod">
          <ac:chgData name="Antonella Mimmo" userId="25a5e1a7-e321-4627-b0fe-fe85337315d8" providerId="ADAL" clId="{FCA1AE3A-2B8E-4DE3-8936-D6E700FC6C43}" dt="2022-07-15T13:00:22.168" v="2509" actId="1076"/>
          <ac:spMkLst>
            <pc:docMk/>
            <pc:sldMk cId="2425591195" sldId="754"/>
            <ac:spMk id="9" creationId="{1E6F8F07-F332-47E7-A101-74BA83A38ECD}"/>
          </ac:spMkLst>
        </pc:spChg>
        <pc:spChg chg="add mod">
          <ac:chgData name="Antonella Mimmo" userId="25a5e1a7-e321-4627-b0fe-fe85337315d8" providerId="ADAL" clId="{FCA1AE3A-2B8E-4DE3-8936-D6E700FC6C43}" dt="2022-07-15T13:05:50.401" v="2534" actId="20577"/>
          <ac:spMkLst>
            <pc:docMk/>
            <pc:sldMk cId="2425591195" sldId="754"/>
            <ac:spMk id="10" creationId="{7EA0171C-1133-49E7-9675-DA982FED7D6A}"/>
          </ac:spMkLst>
        </pc:spChg>
        <pc:spChg chg="add mod">
          <ac:chgData name="Antonella Mimmo" userId="25a5e1a7-e321-4627-b0fe-fe85337315d8" providerId="ADAL" clId="{FCA1AE3A-2B8E-4DE3-8936-D6E700FC6C43}" dt="2022-07-15T13:06:40.177" v="2541" actId="1076"/>
          <ac:spMkLst>
            <pc:docMk/>
            <pc:sldMk cId="2425591195" sldId="754"/>
            <ac:spMk id="11" creationId="{E0EEE892-3CBF-4E4D-9B79-E5A6E2EF4ED5}"/>
          </ac:spMkLst>
        </pc:spChg>
        <pc:spChg chg="add mod">
          <ac:chgData name="Antonella Mimmo" userId="25a5e1a7-e321-4627-b0fe-fe85337315d8" providerId="ADAL" clId="{FCA1AE3A-2B8E-4DE3-8936-D6E700FC6C43}" dt="2022-07-15T13:05:59.665" v="2536" actId="1076"/>
          <ac:spMkLst>
            <pc:docMk/>
            <pc:sldMk cId="2425591195" sldId="754"/>
            <ac:spMk id="12" creationId="{302F6BD6-21AC-449D-9AF7-0CD0EBC150DE}"/>
          </ac:spMkLst>
        </pc:spChg>
        <pc:spChg chg="add mod">
          <ac:chgData name="Antonella Mimmo" userId="25a5e1a7-e321-4627-b0fe-fe85337315d8" providerId="ADAL" clId="{FCA1AE3A-2B8E-4DE3-8936-D6E700FC6C43}" dt="2022-07-15T13:06:30.642" v="2539" actId="1076"/>
          <ac:spMkLst>
            <pc:docMk/>
            <pc:sldMk cId="2425591195" sldId="754"/>
            <ac:spMk id="13" creationId="{62078C81-7BBF-4EE9-99EF-BBF9A7FAF73C}"/>
          </ac:spMkLst>
        </pc:spChg>
        <pc:spChg chg="add mod">
          <ac:chgData name="Antonella Mimmo" userId="25a5e1a7-e321-4627-b0fe-fe85337315d8" providerId="ADAL" clId="{FCA1AE3A-2B8E-4DE3-8936-D6E700FC6C43}" dt="2022-07-15T13:05:55.369" v="2535" actId="1076"/>
          <ac:spMkLst>
            <pc:docMk/>
            <pc:sldMk cId="2425591195" sldId="754"/>
            <ac:spMk id="14" creationId="{91EE4D43-300B-4551-9711-B7C102C97E49}"/>
          </ac:spMkLst>
        </pc:spChg>
        <pc:spChg chg="add mod">
          <ac:chgData name="Antonella Mimmo" userId="25a5e1a7-e321-4627-b0fe-fe85337315d8" providerId="ADAL" clId="{FCA1AE3A-2B8E-4DE3-8936-D6E700FC6C43}" dt="2022-07-15T13:06:34.233" v="2540" actId="1076"/>
          <ac:spMkLst>
            <pc:docMk/>
            <pc:sldMk cId="2425591195" sldId="754"/>
            <ac:spMk id="15" creationId="{D7376CD5-9025-473A-B342-A3D77108C909}"/>
          </ac:spMkLst>
        </pc:spChg>
        <pc:graphicFrameChg chg="add mod modGraphic">
          <ac:chgData name="Antonella Mimmo" userId="25a5e1a7-e321-4627-b0fe-fe85337315d8" providerId="ADAL" clId="{FCA1AE3A-2B8E-4DE3-8936-D6E700FC6C43}" dt="2022-07-18T06:48:09.374" v="2552" actId="2710"/>
          <ac:graphicFrameMkLst>
            <pc:docMk/>
            <pc:sldMk cId="2425591195" sldId="754"/>
            <ac:graphicFrameMk id="5" creationId="{C8A4DECE-F167-40BD-BD64-F775E19A09C7}"/>
          </ac:graphicFrameMkLst>
        </pc:graphicFrameChg>
      </pc:sldChg>
      <pc:sldChg chg="modSp mod modAnim">
        <pc:chgData name="Antonella Mimmo" userId="25a5e1a7-e321-4627-b0fe-fe85337315d8" providerId="ADAL" clId="{FCA1AE3A-2B8E-4DE3-8936-D6E700FC6C43}" dt="2022-07-18T11:28:24.886" v="3419" actId="20577"/>
        <pc:sldMkLst>
          <pc:docMk/>
          <pc:sldMk cId="3769353377" sldId="755"/>
        </pc:sldMkLst>
        <pc:spChg chg="mod">
          <ac:chgData name="Antonella Mimmo" userId="25a5e1a7-e321-4627-b0fe-fe85337315d8" providerId="ADAL" clId="{FCA1AE3A-2B8E-4DE3-8936-D6E700FC6C43}" dt="2022-07-18T11:28:24.422" v="3418" actId="1076"/>
          <ac:spMkLst>
            <pc:docMk/>
            <pc:sldMk cId="3769353377" sldId="755"/>
            <ac:spMk id="2" creationId="{0BFCA518-CB57-48FF-B92B-B42CF51D661B}"/>
          </ac:spMkLst>
        </pc:spChg>
        <pc:spChg chg="mod">
          <ac:chgData name="Antonella Mimmo" userId="25a5e1a7-e321-4627-b0fe-fe85337315d8" providerId="ADAL" clId="{FCA1AE3A-2B8E-4DE3-8936-D6E700FC6C43}" dt="2022-07-18T11:28:05.801" v="3416" actId="20577"/>
          <ac:spMkLst>
            <pc:docMk/>
            <pc:sldMk cId="3769353377" sldId="755"/>
            <ac:spMk id="5" creationId="{00000000-0000-0000-0000-000000000000}"/>
          </ac:spMkLst>
        </pc:spChg>
      </pc:sldChg>
      <pc:sldChg chg="modSp modAnim">
        <pc:chgData name="Antonella Mimmo" userId="25a5e1a7-e321-4627-b0fe-fe85337315d8" providerId="ADAL" clId="{FCA1AE3A-2B8E-4DE3-8936-D6E700FC6C43}" dt="2022-07-18T11:30:14.604" v="3432" actId="113"/>
        <pc:sldMkLst>
          <pc:docMk/>
          <pc:sldMk cId="3025818299" sldId="756"/>
        </pc:sldMkLst>
        <pc:spChg chg="mod">
          <ac:chgData name="Antonella Mimmo" userId="25a5e1a7-e321-4627-b0fe-fe85337315d8" providerId="ADAL" clId="{FCA1AE3A-2B8E-4DE3-8936-D6E700FC6C43}" dt="2022-07-18T11:30:14.604" v="3432" actId="113"/>
          <ac:spMkLst>
            <pc:docMk/>
            <pc:sldMk cId="3025818299" sldId="756"/>
            <ac:spMk id="5" creationId="{00000000-0000-0000-0000-000000000000}"/>
          </ac:spMkLst>
        </pc:spChg>
      </pc:sldChg>
      <pc:sldChg chg="addSp delSp modSp new del mod">
        <pc:chgData name="Antonella Mimmo" userId="25a5e1a7-e321-4627-b0fe-fe85337315d8" providerId="ADAL" clId="{FCA1AE3A-2B8E-4DE3-8936-D6E700FC6C43}" dt="2022-07-18T11:57:50.172" v="3794" actId="47"/>
        <pc:sldMkLst>
          <pc:docMk/>
          <pc:sldMk cId="1108262393" sldId="757"/>
        </pc:sldMkLst>
        <pc:spChg chg="mod">
          <ac:chgData name="Antonella Mimmo" userId="25a5e1a7-e321-4627-b0fe-fe85337315d8" providerId="ADAL" clId="{FCA1AE3A-2B8E-4DE3-8936-D6E700FC6C43}" dt="2022-07-18T11:33:04.230" v="3463" actId="121"/>
          <ac:spMkLst>
            <pc:docMk/>
            <pc:sldMk cId="1108262393" sldId="757"/>
            <ac:spMk id="2" creationId="{EF66EEB0-6026-4C7F-8DD2-E4AD4C6C070E}"/>
          </ac:spMkLst>
        </pc:spChg>
        <pc:spChg chg="del">
          <ac:chgData name="Antonella Mimmo" userId="25a5e1a7-e321-4627-b0fe-fe85337315d8" providerId="ADAL" clId="{FCA1AE3A-2B8E-4DE3-8936-D6E700FC6C43}" dt="2022-07-18T11:34:39.602" v="3464" actId="3680"/>
          <ac:spMkLst>
            <pc:docMk/>
            <pc:sldMk cId="1108262393" sldId="757"/>
            <ac:spMk id="3" creationId="{948E25C6-B852-4F87-89E5-2E8A3C0493A7}"/>
          </ac:spMkLst>
        </pc:spChg>
        <pc:graphicFrameChg chg="add mod ord modGraphic">
          <ac:chgData name="Antonella Mimmo" userId="25a5e1a7-e321-4627-b0fe-fe85337315d8" providerId="ADAL" clId="{FCA1AE3A-2B8E-4DE3-8936-D6E700FC6C43}" dt="2022-07-18T11:44:41.273" v="3599" actId="14734"/>
          <ac:graphicFrameMkLst>
            <pc:docMk/>
            <pc:sldMk cId="1108262393" sldId="757"/>
            <ac:graphicFrameMk id="5" creationId="{DAA75810-EDCC-41C4-BE3D-7B6993479C13}"/>
          </ac:graphicFrameMkLst>
        </pc:graphicFrameChg>
      </pc:sldChg>
      <pc:sldChg chg="addSp delSp modSp new mod">
        <pc:chgData name="Antonella Mimmo" userId="25a5e1a7-e321-4627-b0fe-fe85337315d8" providerId="ADAL" clId="{FCA1AE3A-2B8E-4DE3-8936-D6E700FC6C43}" dt="2022-07-18T12:27:40.348" v="3969" actId="1076"/>
        <pc:sldMkLst>
          <pc:docMk/>
          <pc:sldMk cId="1061195643" sldId="758"/>
        </pc:sldMkLst>
        <pc:spChg chg="mod">
          <ac:chgData name="Antonella Mimmo" userId="25a5e1a7-e321-4627-b0fe-fe85337315d8" providerId="ADAL" clId="{FCA1AE3A-2B8E-4DE3-8936-D6E700FC6C43}" dt="2022-07-18T11:45:13.531" v="3629" actId="121"/>
          <ac:spMkLst>
            <pc:docMk/>
            <pc:sldMk cId="1061195643" sldId="758"/>
            <ac:spMk id="2" creationId="{526E1F1A-2186-4897-84F9-5AFAB9FAC7B0}"/>
          </ac:spMkLst>
        </pc:spChg>
        <pc:spChg chg="del">
          <ac:chgData name="Antonella Mimmo" userId="25a5e1a7-e321-4627-b0fe-fe85337315d8" providerId="ADAL" clId="{FCA1AE3A-2B8E-4DE3-8936-D6E700FC6C43}" dt="2022-07-18T11:49:13.833" v="3630" actId="3680"/>
          <ac:spMkLst>
            <pc:docMk/>
            <pc:sldMk cId="1061195643" sldId="758"/>
            <ac:spMk id="3" creationId="{E941E158-DDD1-403D-9CBF-08392C663F4A}"/>
          </ac:spMkLst>
        </pc:spChg>
        <pc:spChg chg="add mod">
          <ac:chgData name="Antonella Mimmo" userId="25a5e1a7-e321-4627-b0fe-fe85337315d8" providerId="ADAL" clId="{FCA1AE3A-2B8E-4DE3-8936-D6E700FC6C43}" dt="2022-07-18T12:26:18.363" v="3950" actId="1076"/>
          <ac:spMkLst>
            <pc:docMk/>
            <pc:sldMk cId="1061195643" sldId="758"/>
            <ac:spMk id="6" creationId="{4E4F1330-9D56-4616-8C52-8FA7F0302C53}"/>
          </ac:spMkLst>
        </pc:spChg>
        <pc:spChg chg="add mod">
          <ac:chgData name="Antonella Mimmo" userId="25a5e1a7-e321-4627-b0fe-fe85337315d8" providerId="ADAL" clId="{FCA1AE3A-2B8E-4DE3-8936-D6E700FC6C43}" dt="2022-07-18T12:27:08.535" v="3963" actId="1076"/>
          <ac:spMkLst>
            <pc:docMk/>
            <pc:sldMk cId="1061195643" sldId="758"/>
            <ac:spMk id="7" creationId="{32647687-F461-4E5E-9704-137EBDC09862}"/>
          </ac:spMkLst>
        </pc:spChg>
        <pc:spChg chg="add del mod">
          <ac:chgData name="Antonella Mimmo" userId="25a5e1a7-e321-4627-b0fe-fe85337315d8" providerId="ADAL" clId="{FCA1AE3A-2B8E-4DE3-8936-D6E700FC6C43}" dt="2022-07-18T12:26:23.763" v="3952" actId="1076"/>
          <ac:spMkLst>
            <pc:docMk/>
            <pc:sldMk cId="1061195643" sldId="758"/>
            <ac:spMk id="8" creationId="{F4C1D436-C26E-40B9-BC5A-0CC6446E7778}"/>
          </ac:spMkLst>
        </pc:spChg>
        <pc:spChg chg="add mod">
          <ac:chgData name="Antonella Mimmo" userId="25a5e1a7-e321-4627-b0fe-fe85337315d8" providerId="ADAL" clId="{FCA1AE3A-2B8E-4DE3-8936-D6E700FC6C43}" dt="2022-07-18T12:27:13.702" v="3964" actId="1076"/>
          <ac:spMkLst>
            <pc:docMk/>
            <pc:sldMk cId="1061195643" sldId="758"/>
            <ac:spMk id="9" creationId="{03452502-50D0-4195-85B2-13D960B95C3A}"/>
          </ac:spMkLst>
        </pc:spChg>
        <pc:spChg chg="add mod">
          <ac:chgData name="Antonella Mimmo" userId="25a5e1a7-e321-4627-b0fe-fe85337315d8" providerId="ADAL" clId="{FCA1AE3A-2B8E-4DE3-8936-D6E700FC6C43}" dt="2022-07-18T12:26:30.899" v="3954" actId="1076"/>
          <ac:spMkLst>
            <pc:docMk/>
            <pc:sldMk cId="1061195643" sldId="758"/>
            <ac:spMk id="10" creationId="{79603743-DDAA-4AA4-BC76-D99624925CEB}"/>
          </ac:spMkLst>
        </pc:spChg>
        <pc:spChg chg="add mod">
          <ac:chgData name="Antonella Mimmo" userId="25a5e1a7-e321-4627-b0fe-fe85337315d8" providerId="ADAL" clId="{FCA1AE3A-2B8E-4DE3-8936-D6E700FC6C43}" dt="2022-07-18T12:26:38.643" v="3956" actId="1076"/>
          <ac:spMkLst>
            <pc:docMk/>
            <pc:sldMk cId="1061195643" sldId="758"/>
            <ac:spMk id="11" creationId="{E0CFD4DD-AD1F-40B4-B27B-B5A6069435B9}"/>
          </ac:spMkLst>
        </pc:spChg>
        <pc:spChg chg="add mod">
          <ac:chgData name="Antonella Mimmo" userId="25a5e1a7-e321-4627-b0fe-fe85337315d8" providerId="ADAL" clId="{FCA1AE3A-2B8E-4DE3-8936-D6E700FC6C43}" dt="2022-07-18T12:26:47.915" v="3958" actId="1076"/>
          <ac:spMkLst>
            <pc:docMk/>
            <pc:sldMk cId="1061195643" sldId="758"/>
            <ac:spMk id="12" creationId="{2CE1F6A0-1D96-47C4-AE9A-F442A57FF19F}"/>
          </ac:spMkLst>
        </pc:spChg>
        <pc:spChg chg="add mod">
          <ac:chgData name="Antonella Mimmo" userId="25a5e1a7-e321-4627-b0fe-fe85337315d8" providerId="ADAL" clId="{FCA1AE3A-2B8E-4DE3-8936-D6E700FC6C43}" dt="2022-07-18T12:26:55.179" v="3960" actId="1076"/>
          <ac:spMkLst>
            <pc:docMk/>
            <pc:sldMk cId="1061195643" sldId="758"/>
            <ac:spMk id="13" creationId="{B8791418-33F7-4406-9C5F-8BA11F3A867B}"/>
          </ac:spMkLst>
        </pc:spChg>
        <pc:spChg chg="add mod">
          <ac:chgData name="Antonella Mimmo" userId="25a5e1a7-e321-4627-b0fe-fe85337315d8" providerId="ADAL" clId="{FCA1AE3A-2B8E-4DE3-8936-D6E700FC6C43}" dt="2022-07-18T12:27:00.776" v="3962" actId="1076"/>
          <ac:spMkLst>
            <pc:docMk/>
            <pc:sldMk cId="1061195643" sldId="758"/>
            <ac:spMk id="14" creationId="{8B46DB92-4563-46D2-8D5F-DDDD46231BC7}"/>
          </ac:spMkLst>
        </pc:spChg>
        <pc:spChg chg="add mod">
          <ac:chgData name="Antonella Mimmo" userId="25a5e1a7-e321-4627-b0fe-fe85337315d8" providerId="ADAL" clId="{FCA1AE3A-2B8E-4DE3-8936-D6E700FC6C43}" dt="2022-07-18T12:27:19.100" v="3965" actId="1076"/>
          <ac:spMkLst>
            <pc:docMk/>
            <pc:sldMk cId="1061195643" sldId="758"/>
            <ac:spMk id="15" creationId="{2F37072E-5BE7-44F8-BF38-882627EEE23A}"/>
          </ac:spMkLst>
        </pc:spChg>
        <pc:spChg chg="add mod">
          <ac:chgData name="Antonella Mimmo" userId="25a5e1a7-e321-4627-b0fe-fe85337315d8" providerId="ADAL" clId="{FCA1AE3A-2B8E-4DE3-8936-D6E700FC6C43}" dt="2022-07-18T12:27:24.317" v="3966" actId="1076"/>
          <ac:spMkLst>
            <pc:docMk/>
            <pc:sldMk cId="1061195643" sldId="758"/>
            <ac:spMk id="16" creationId="{DD1C5ADA-A120-4345-87A2-E16909A08716}"/>
          </ac:spMkLst>
        </pc:spChg>
        <pc:spChg chg="add mod">
          <ac:chgData name="Antonella Mimmo" userId="25a5e1a7-e321-4627-b0fe-fe85337315d8" providerId="ADAL" clId="{FCA1AE3A-2B8E-4DE3-8936-D6E700FC6C43}" dt="2022-07-18T12:27:31.445" v="3967" actId="1076"/>
          <ac:spMkLst>
            <pc:docMk/>
            <pc:sldMk cId="1061195643" sldId="758"/>
            <ac:spMk id="17" creationId="{7B5A9B96-92AA-4364-84D4-08BDF30283FB}"/>
          </ac:spMkLst>
        </pc:spChg>
        <pc:spChg chg="add mod">
          <ac:chgData name="Antonella Mimmo" userId="25a5e1a7-e321-4627-b0fe-fe85337315d8" providerId="ADAL" clId="{FCA1AE3A-2B8E-4DE3-8936-D6E700FC6C43}" dt="2022-07-18T12:27:34.615" v="3968" actId="1076"/>
          <ac:spMkLst>
            <pc:docMk/>
            <pc:sldMk cId="1061195643" sldId="758"/>
            <ac:spMk id="18" creationId="{15A8D926-C844-4DAA-AE45-4CC99FBB47E0}"/>
          </ac:spMkLst>
        </pc:spChg>
        <pc:spChg chg="add mod">
          <ac:chgData name="Antonella Mimmo" userId="25a5e1a7-e321-4627-b0fe-fe85337315d8" providerId="ADAL" clId="{FCA1AE3A-2B8E-4DE3-8936-D6E700FC6C43}" dt="2022-07-18T12:27:40.348" v="3969" actId="1076"/>
          <ac:spMkLst>
            <pc:docMk/>
            <pc:sldMk cId="1061195643" sldId="758"/>
            <ac:spMk id="19" creationId="{A2A188EE-7A2C-49BF-A3F1-A6C4837EF6C8}"/>
          </ac:spMkLst>
        </pc:spChg>
        <pc:graphicFrameChg chg="add mod ord modGraphic">
          <ac:chgData name="Antonella Mimmo" userId="25a5e1a7-e321-4627-b0fe-fe85337315d8" providerId="ADAL" clId="{FCA1AE3A-2B8E-4DE3-8936-D6E700FC6C43}" dt="2022-07-18T12:03:52.700" v="3821" actId="255"/>
          <ac:graphicFrameMkLst>
            <pc:docMk/>
            <pc:sldMk cId="1061195643" sldId="758"/>
            <ac:graphicFrameMk id="5" creationId="{FAC3C387-B80D-42C8-B6EF-4CA6DAC66BF6}"/>
          </ac:graphicFrameMkLst>
        </pc:graphicFrameChg>
      </pc:sldChg>
    </pc:docChg>
  </pc:docChgLst>
  <pc:docChgLst>
    <pc:chgData name="Jerome Martini" userId="cf445fd1-bb94-431f-9d69-de636e77a98d" providerId="ADAL" clId="{AFF268F1-32A9-42E2-BECC-DE50DD980FBA}"/>
    <pc:docChg chg="undo custSel modSld">
      <pc:chgData name="Jerome Martini" userId="cf445fd1-bb94-431f-9d69-de636e77a98d" providerId="ADAL" clId="{AFF268F1-32A9-42E2-BECC-DE50DD980FBA}" dt="2022-03-22T14:39:59.982" v="352" actId="20577"/>
      <pc:docMkLst>
        <pc:docMk/>
      </pc:docMkLst>
      <pc:sldChg chg="modSp mod">
        <pc:chgData name="Jerome Martini" userId="cf445fd1-bb94-431f-9d69-de636e77a98d" providerId="ADAL" clId="{AFF268F1-32A9-42E2-BECC-DE50DD980FBA}" dt="2022-03-22T11:52:41.254" v="21" actId="20577"/>
        <pc:sldMkLst>
          <pc:docMk/>
          <pc:sldMk cId="3288109826" sldId="424"/>
        </pc:sldMkLst>
        <pc:spChg chg="mod">
          <ac:chgData name="Jerome Martini" userId="cf445fd1-bb94-431f-9d69-de636e77a98d" providerId="ADAL" clId="{AFF268F1-32A9-42E2-BECC-DE50DD980FBA}" dt="2022-03-22T11:52:41.254" v="21" actId="20577"/>
          <ac:spMkLst>
            <pc:docMk/>
            <pc:sldMk cId="3288109826" sldId="424"/>
            <ac:spMk id="5" creationId="{00000000-0000-0000-0000-000000000000}"/>
          </ac:spMkLst>
        </pc:spChg>
      </pc:sldChg>
      <pc:sldChg chg="modSp mod">
        <pc:chgData name="Jerome Martini" userId="cf445fd1-bb94-431f-9d69-de636e77a98d" providerId="ADAL" clId="{AFF268F1-32A9-42E2-BECC-DE50DD980FBA}" dt="2022-03-22T11:57:35.458" v="56" actId="20577"/>
        <pc:sldMkLst>
          <pc:docMk/>
          <pc:sldMk cId="3094255186" sldId="596"/>
        </pc:sldMkLst>
        <pc:spChg chg="mod">
          <ac:chgData name="Jerome Martini" userId="cf445fd1-bb94-431f-9d69-de636e77a98d" providerId="ADAL" clId="{AFF268F1-32A9-42E2-BECC-DE50DD980FBA}" dt="2022-03-22T11:57:35.458" v="56" actId="20577"/>
          <ac:spMkLst>
            <pc:docMk/>
            <pc:sldMk cId="3094255186" sldId="596"/>
            <ac:spMk id="48" creationId="{00000000-0000-0000-0000-000000000000}"/>
          </ac:spMkLst>
        </pc:spChg>
      </pc:sldChg>
      <pc:sldChg chg="modSp mod">
        <pc:chgData name="Jerome Martini" userId="cf445fd1-bb94-431f-9d69-de636e77a98d" providerId="ADAL" clId="{AFF268F1-32A9-42E2-BECC-DE50DD980FBA}" dt="2022-03-22T14:39:59.982" v="352" actId="20577"/>
        <pc:sldMkLst>
          <pc:docMk/>
          <pc:sldMk cId="621784504" sldId="597"/>
        </pc:sldMkLst>
        <pc:spChg chg="mod">
          <ac:chgData name="Jerome Martini" userId="cf445fd1-bb94-431f-9d69-de636e77a98d" providerId="ADAL" clId="{AFF268F1-32A9-42E2-BECC-DE50DD980FBA}" dt="2022-03-22T14:39:37.141" v="336" actId="20577"/>
          <ac:spMkLst>
            <pc:docMk/>
            <pc:sldMk cId="621784504" sldId="597"/>
            <ac:spMk id="22" creationId="{00000000-0000-0000-0000-000000000000}"/>
          </ac:spMkLst>
        </pc:spChg>
        <pc:spChg chg="mod">
          <ac:chgData name="Jerome Martini" userId="cf445fd1-bb94-431f-9d69-de636e77a98d" providerId="ADAL" clId="{AFF268F1-32A9-42E2-BECC-DE50DD980FBA}" dt="2022-03-22T14:39:59.982" v="352" actId="20577"/>
          <ac:spMkLst>
            <pc:docMk/>
            <pc:sldMk cId="621784504" sldId="597"/>
            <ac:spMk id="26" creationId="{00000000-0000-0000-0000-000000000000}"/>
          </ac:spMkLst>
        </pc:spChg>
        <pc:spChg chg="mod">
          <ac:chgData name="Jerome Martini" userId="cf445fd1-bb94-431f-9d69-de636e77a98d" providerId="ADAL" clId="{AFF268F1-32A9-42E2-BECC-DE50DD980FBA}" dt="2022-03-22T11:58:57.649" v="76" actId="20577"/>
          <ac:spMkLst>
            <pc:docMk/>
            <pc:sldMk cId="621784504" sldId="597"/>
            <ac:spMk id="45" creationId="{00000000-0000-0000-0000-000000000000}"/>
          </ac:spMkLst>
        </pc:spChg>
        <pc:cxnChg chg="mod">
          <ac:chgData name="Jerome Martini" userId="cf445fd1-bb94-431f-9d69-de636e77a98d" providerId="ADAL" clId="{AFF268F1-32A9-42E2-BECC-DE50DD980FBA}" dt="2022-03-22T14:39:24.677" v="329" actId="1076"/>
          <ac:cxnSpMkLst>
            <pc:docMk/>
            <pc:sldMk cId="621784504" sldId="597"/>
            <ac:cxnSpMk id="27" creationId="{00000000-0000-0000-0000-000000000000}"/>
          </ac:cxnSpMkLst>
        </pc:cxnChg>
      </pc:sldChg>
      <pc:sldChg chg="modSp">
        <pc:chgData name="Jerome Martini" userId="cf445fd1-bb94-431f-9d69-de636e77a98d" providerId="ADAL" clId="{AFF268F1-32A9-42E2-BECC-DE50DD980FBA}" dt="2022-03-22T12:00:31.536" v="96" actId="20577"/>
        <pc:sldMkLst>
          <pc:docMk/>
          <pc:sldMk cId="3862725911" sldId="617"/>
        </pc:sldMkLst>
        <pc:spChg chg="mod">
          <ac:chgData name="Jerome Martini" userId="cf445fd1-bb94-431f-9d69-de636e77a98d" providerId="ADAL" clId="{AFF268F1-32A9-42E2-BECC-DE50DD980FBA}" dt="2022-03-22T12:00:31.536" v="96" actId="20577"/>
          <ac:spMkLst>
            <pc:docMk/>
            <pc:sldMk cId="3862725911" sldId="617"/>
            <ac:spMk id="48" creationId="{00000000-0000-0000-0000-000000000000}"/>
          </ac:spMkLst>
        </pc:spChg>
      </pc:sldChg>
      <pc:sldChg chg="modSp">
        <pc:chgData name="Jerome Martini" userId="cf445fd1-bb94-431f-9d69-de636e77a98d" providerId="ADAL" clId="{AFF268F1-32A9-42E2-BECC-DE50DD980FBA}" dt="2022-03-22T12:18:53.850" v="210" actId="20577"/>
        <pc:sldMkLst>
          <pc:docMk/>
          <pc:sldMk cId="600215275" sldId="640"/>
        </pc:sldMkLst>
        <pc:spChg chg="mod">
          <ac:chgData name="Jerome Martini" userId="cf445fd1-bb94-431f-9d69-de636e77a98d" providerId="ADAL" clId="{AFF268F1-32A9-42E2-BECC-DE50DD980FBA}" dt="2022-03-22T12:18:53.850" v="210" actId="20577"/>
          <ac:spMkLst>
            <pc:docMk/>
            <pc:sldMk cId="600215275" sldId="640"/>
            <ac:spMk id="5" creationId="{00000000-0000-0000-0000-000000000000}"/>
          </ac:spMkLst>
        </pc:spChg>
      </pc:sldChg>
      <pc:sldChg chg="modSp">
        <pc:chgData name="Jerome Martini" userId="cf445fd1-bb94-431f-9d69-de636e77a98d" providerId="ADAL" clId="{AFF268F1-32A9-42E2-BECC-DE50DD980FBA}" dt="2022-03-22T12:02:29.558" v="126" actId="20577"/>
        <pc:sldMkLst>
          <pc:docMk/>
          <pc:sldMk cId="525746902" sldId="735"/>
        </pc:sldMkLst>
        <pc:spChg chg="mod">
          <ac:chgData name="Jerome Martini" userId="cf445fd1-bb94-431f-9d69-de636e77a98d" providerId="ADAL" clId="{AFF268F1-32A9-42E2-BECC-DE50DD980FBA}" dt="2022-03-22T12:02:29.558" v="126" actId="20577"/>
          <ac:spMkLst>
            <pc:docMk/>
            <pc:sldMk cId="525746902" sldId="735"/>
            <ac:spMk id="4" creationId="{00000000-0000-0000-0000-000000000000}"/>
          </ac:spMkLst>
        </pc:spChg>
      </pc:sldChg>
      <pc:sldChg chg="modSp">
        <pc:chgData name="Jerome Martini" userId="cf445fd1-bb94-431f-9d69-de636e77a98d" providerId="ADAL" clId="{AFF268F1-32A9-42E2-BECC-DE50DD980FBA}" dt="2022-03-22T14:08:36.036" v="312" actId="20577"/>
        <pc:sldMkLst>
          <pc:docMk/>
          <pc:sldMk cId="867786938" sldId="737"/>
        </pc:sldMkLst>
        <pc:spChg chg="mod">
          <ac:chgData name="Jerome Martini" userId="cf445fd1-bb94-431f-9d69-de636e77a98d" providerId="ADAL" clId="{AFF268F1-32A9-42E2-BECC-DE50DD980FBA}" dt="2022-03-22T14:08:36.036" v="312" actId="20577"/>
          <ac:spMkLst>
            <pc:docMk/>
            <pc:sldMk cId="867786938" sldId="737"/>
            <ac:spMk id="5" creationId="{00000000-0000-0000-0000-000000000000}"/>
          </ac:spMkLst>
        </pc:spChg>
      </pc:sldChg>
      <pc:sldChg chg="modSp">
        <pc:chgData name="Jerome Martini" userId="cf445fd1-bb94-431f-9d69-de636e77a98d" providerId="ADAL" clId="{AFF268F1-32A9-42E2-BECC-DE50DD980FBA}" dt="2022-03-22T12:19:25.076" v="222" actId="20577"/>
        <pc:sldMkLst>
          <pc:docMk/>
          <pc:sldMk cId="3055188457" sldId="742"/>
        </pc:sldMkLst>
        <pc:spChg chg="mod">
          <ac:chgData name="Jerome Martini" userId="cf445fd1-bb94-431f-9d69-de636e77a98d" providerId="ADAL" clId="{AFF268F1-32A9-42E2-BECC-DE50DD980FBA}" dt="2022-03-22T12:19:25.076" v="222" actId="20577"/>
          <ac:spMkLst>
            <pc:docMk/>
            <pc:sldMk cId="3055188457" sldId="742"/>
            <ac:spMk id="5" creationId="{00000000-0000-0000-0000-000000000000}"/>
          </ac:spMkLst>
        </pc:spChg>
      </pc:sldChg>
      <pc:sldChg chg="modSp mod">
        <pc:chgData name="Jerome Martini" userId="cf445fd1-bb94-431f-9d69-de636e77a98d" providerId="ADAL" clId="{AFF268F1-32A9-42E2-BECC-DE50DD980FBA}" dt="2022-03-22T12:20:41.927" v="236" actId="20577"/>
        <pc:sldMkLst>
          <pc:docMk/>
          <pc:sldMk cId="525812654" sldId="743"/>
        </pc:sldMkLst>
        <pc:graphicFrameChg chg="modGraphic">
          <ac:chgData name="Jerome Martini" userId="cf445fd1-bb94-431f-9d69-de636e77a98d" providerId="ADAL" clId="{AFF268F1-32A9-42E2-BECC-DE50DD980FBA}" dt="2022-03-22T12:20:41.927" v="236" actId="20577"/>
          <ac:graphicFrameMkLst>
            <pc:docMk/>
            <pc:sldMk cId="525812654" sldId="743"/>
            <ac:graphicFrameMk id="2" creationId="{0309315B-0F97-4510-840E-74BFA8B28B0E}"/>
          </ac:graphicFrameMkLst>
        </pc:graphicFrameChg>
      </pc:sldChg>
      <pc:sldChg chg="modSp mod">
        <pc:chgData name="Jerome Martini" userId="cf445fd1-bb94-431f-9d69-de636e77a98d" providerId="ADAL" clId="{AFF268F1-32A9-42E2-BECC-DE50DD980FBA}" dt="2022-03-22T11:53:21.521" v="35" actId="20577"/>
        <pc:sldMkLst>
          <pc:docMk/>
          <pc:sldMk cId="1539525356" sldId="744"/>
        </pc:sldMkLst>
        <pc:spChg chg="mod">
          <ac:chgData name="Jerome Martini" userId="cf445fd1-bb94-431f-9d69-de636e77a98d" providerId="ADAL" clId="{AFF268F1-32A9-42E2-BECC-DE50DD980FBA}" dt="2022-03-22T11:53:21.521" v="35" actId="20577"/>
          <ac:spMkLst>
            <pc:docMk/>
            <pc:sldMk cId="1539525356" sldId="744"/>
            <ac:spMk id="3" creationId="{4233AC70-B021-413E-927F-C44DAA22C985}"/>
          </ac:spMkLst>
        </pc:spChg>
      </pc:sldChg>
    </pc:docChg>
  </pc:docChgLst>
  <pc:docChgLst>
    <pc:chgData name="Antonella Mimmo" userId="25a5e1a7-e321-4627-b0fe-fe85337315d8" providerId="ADAL" clId="{4001C165-F114-4D49-9DDB-E17CF4FD98ED}"/>
    <pc:docChg chg="delSld modSld">
      <pc:chgData name="Antonella Mimmo" userId="25a5e1a7-e321-4627-b0fe-fe85337315d8" providerId="ADAL" clId="{4001C165-F114-4D49-9DDB-E17CF4FD98ED}" dt="2022-07-18T13:04:54.964" v="57"/>
      <pc:docMkLst>
        <pc:docMk/>
      </pc:docMkLst>
      <pc:sldChg chg="modTransition">
        <pc:chgData name="Antonella Mimmo" userId="25a5e1a7-e321-4627-b0fe-fe85337315d8" providerId="ADAL" clId="{4001C165-F114-4D49-9DDB-E17CF4FD98ED}" dt="2022-07-18T13:02:30.570" v="39"/>
        <pc:sldMkLst>
          <pc:docMk/>
          <pc:sldMk cId="3288109826" sldId="424"/>
        </pc:sldMkLst>
      </pc:sldChg>
      <pc:sldChg chg="modAnim">
        <pc:chgData name="Antonella Mimmo" userId="25a5e1a7-e321-4627-b0fe-fe85337315d8" providerId="ADAL" clId="{4001C165-F114-4D49-9DDB-E17CF4FD98ED}" dt="2022-07-18T13:03:09.348" v="43"/>
        <pc:sldMkLst>
          <pc:docMk/>
          <pc:sldMk cId="2899058364" sldId="429"/>
        </pc:sldMkLst>
      </pc:sldChg>
      <pc:sldChg chg="modSp mod">
        <pc:chgData name="Antonella Mimmo" userId="25a5e1a7-e321-4627-b0fe-fe85337315d8" providerId="ADAL" clId="{4001C165-F114-4D49-9DDB-E17CF4FD98ED}" dt="2022-07-18T12:43:47.832" v="16" actId="20577"/>
        <pc:sldMkLst>
          <pc:docMk/>
          <pc:sldMk cId="868143478" sldId="555"/>
        </pc:sldMkLst>
        <pc:spChg chg="mod">
          <ac:chgData name="Antonella Mimmo" userId="25a5e1a7-e321-4627-b0fe-fe85337315d8" providerId="ADAL" clId="{4001C165-F114-4D49-9DDB-E17CF4FD98ED}" dt="2022-07-18T12:43:47.832" v="16" actId="20577"/>
          <ac:spMkLst>
            <pc:docMk/>
            <pc:sldMk cId="868143478" sldId="555"/>
            <ac:spMk id="4" creationId="{00000000-0000-0000-0000-000000000000}"/>
          </ac:spMkLst>
        </pc:spChg>
      </pc:sldChg>
      <pc:sldChg chg="modAnim">
        <pc:chgData name="Antonella Mimmo" userId="25a5e1a7-e321-4627-b0fe-fe85337315d8" providerId="ADAL" clId="{4001C165-F114-4D49-9DDB-E17CF4FD98ED}" dt="2022-07-18T13:03:29.907" v="45"/>
        <pc:sldMkLst>
          <pc:docMk/>
          <pc:sldMk cId="745523737" sldId="594"/>
        </pc:sldMkLst>
      </pc:sldChg>
      <pc:sldChg chg="modAnim">
        <pc:chgData name="Antonella Mimmo" userId="25a5e1a7-e321-4627-b0fe-fe85337315d8" providerId="ADAL" clId="{4001C165-F114-4D49-9DDB-E17CF4FD98ED}" dt="2022-07-18T13:03:36.124" v="46"/>
        <pc:sldMkLst>
          <pc:docMk/>
          <pc:sldMk cId="2692134840" sldId="595"/>
        </pc:sldMkLst>
      </pc:sldChg>
      <pc:sldChg chg="del">
        <pc:chgData name="Antonella Mimmo" userId="25a5e1a7-e321-4627-b0fe-fe85337315d8" providerId="ADAL" clId="{4001C165-F114-4D49-9DDB-E17CF4FD98ED}" dt="2022-07-18T12:41:33.977" v="1" actId="47"/>
        <pc:sldMkLst>
          <pc:docMk/>
          <pc:sldMk cId="3094255186" sldId="596"/>
        </pc:sldMkLst>
      </pc:sldChg>
      <pc:sldChg chg="del">
        <pc:chgData name="Antonella Mimmo" userId="25a5e1a7-e321-4627-b0fe-fe85337315d8" providerId="ADAL" clId="{4001C165-F114-4D49-9DDB-E17CF4FD98ED}" dt="2022-07-18T12:41:36.747" v="3" actId="47"/>
        <pc:sldMkLst>
          <pc:docMk/>
          <pc:sldMk cId="621784504" sldId="597"/>
        </pc:sldMkLst>
      </pc:sldChg>
      <pc:sldChg chg="del">
        <pc:chgData name="Antonella Mimmo" userId="25a5e1a7-e321-4627-b0fe-fe85337315d8" providerId="ADAL" clId="{4001C165-F114-4D49-9DDB-E17CF4FD98ED}" dt="2022-07-18T12:41:37.926" v="4" actId="47"/>
        <pc:sldMkLst>
          <pc:docMk/>
          <pc:sldMk cId="3862725911" sldId="617"/>
        </pc:sldMkLst>
      </pc:sldChg>
      <pc:sldChg chg="modAnim">
        <pc:chgData name="Antonella Mimmo" userId="25a5e1a7-e321-4627-b0fe-fe85337315d8" providerId="ADAL" clId="{4001C165-F114-4D49-9DDB-E17CF4FD98ED}" dt="2022-07-18T13:04:14.580" v="52"/>
        <pc:sldMkLst>
          <pc:docMk/>
          <pc:sldMk cId="600215275" sldId="640"/>
        </pc:sldMkLst>
      </pc:sldChg>
      <pc:sldChg chg="modAnim">
        <pc:chgData name="Antonella Mimmo" userId="25a5e1a7-e321-4627-b0fe-fe85337315d8" providerId="ADAL" clId="{4001C165-F114-4D49-9DDB-E17CF4FD98ED}" dt="2022-07-18T13:04:30.276" v="54"/>
        <pc:sldMkLst>
          <pc:docMk/>
          <pc:sldMk cId="774271975" sldId="643"/>
        </pc:sldMkLst>
      </pc:sldChg>
      <pc:sldChg chg="modTransition modAnim">
        <pc:chgData name="Antonella Mimmo" userId="25a5e1a7-e321-4627-b0fe-fe85337315d8" providerId="ADAL" clId="{4001C165-F114-4D49-9DDB-E17CF4FD98ED}" dt="2022-07-18T13:03:14.980" v="44"/>
        <pc:sldMkLst>
          <pc:docMk/>
          <pc:sldMk cId="1255927103" sldId="732"/>
        </pc:sldMkLst>
      </pc:sldChg>
      <pc:sldChg chg="modAnim">
        <pc:chgData name="Antonella Mimmo" userId="25a5e1a7-e321-4627-b0fe-fe85337315d8" providerId="ADAL" clId="{4001C165-F114-4D49-9DDB-E17CF4FD98ED}" dt="2022-07-18T13:03:45.268" v="47"/>
        <pc:sldMkLst>
          <pc:docMk/>
          <pc:sldMk cId="525746902" sldId="735"/>
        </pc:sldMkLst>
      </pc:sldChg>
      <pc:sldChg chg="modAnim">
        <pc:chgData name="Antonella Mimmo" userId="25a5e1a7-e321-4627-b0fe-fe85337315d8" providerId="ADAL" clId="{4001C165-F114-4D49-9DDB-E17CF4FD98ED}" dt="2022-07-18T13:04:06.628" v="51"/>
        <pc:sldMkLst>
          <pc:docMk/>
          <pc:sldMk cId="867786938" sldId="737"/>
        </pc:sldMkLst>
      </pc:sldChg>
      <pc:sldChg chg="modAnim">
        <pc:chgData name="Antonella Mimmo" userId="25a5e1a7-e321-4627-b0fe-fe85337315d8" providerId="ADAL" clId="{4001C165-F114-4D49-9DDB-E17CF4FD98ED}" dt="2022-07-18T13:03:58.276" v="50"/>
        <pc:sldMkLst>
          <pc:docMk/>
          <pc:sldMk cId="1019330150" sldId="738"/>
        </pc:sldMkLst>
      </pc:sldChg>
      <pc:sldChg chg="modAnim">
        <pc:chgData name="Antonella Mimmo" userId="25a5e1a7-e321-4627-b0fe-fe85337315d8" providerId="ADAL" clId="{4001C165-F114-4D49-9DDB-E17CF4FD98ED}" dt="2022-07-18T13:03:51.172" v="49"/>
        <pc:sldMkLst>
          <pc:docMk/>
          <pc:sldMk cId="411151512" sldId="739"/>
        </pc:sldMkLst>
      </pc:sldChg>
      <pc:sldChg chg="modAnim">
        <pc:chgData name="Antonella Mimmo" userId="25a5e1a7-e321-4627-b0fe-fe85337315d8" providerId="ADAL" clId="{4001C165-F114-4D49-9DDB-E17CF4FD98ED}" dt="2022-07-18T13:04:21.964" v="53"/>
        <pc:sldMkLst>
          <pc:docMk/>
          <pc:sldMk cId="525812654" sldId="743"/>
        </pc:sldMkLst>
      </pc:sldChg>
      <pc:sldChg chg="modAnim">
        <pc:chgData name="Antonella Mimmo" userId="25a5e1a7-e321-4627-b0fe-fe85337315d8" providerId="ADAL" clId="{4001C165-F114-4D49-9DDB-E17CF4FD98ED}" dt="2022-07-18T13:04:54.964" v="57"/>
        <pc:sldMkLst>
          <pc:docMk/>
          <pc:sldMk cId="2015468685" sldId="745"/>
        </pc:sldMkLst>
      </pc:sldChg>
      <pc:sldChg chg="modSp mod">
        <pc:chgData name="Antonella Mimmo" userId="25a5e1a7-e321-4627-b0fe-fe85337315d8" providerId="ADAL" clId="{4001C165-F114-4D49-9DDB-E17CF4FD98ED}" dt="2022-07-18T12:44:25.426" v="38" actId="20577"/>
        <pc:sldMkLst>
          <pc:docMk/>
          <pc:sldMk cId="79142664" sldId="746"/>
        </pc:sldMkLst>
        <pc:spChg chg="mod">
          <ac:chgData name="Antonella Mimmo" userId="25a5e1a7-e321-4627-b0fe-fe85337315d8" providerId="ADAL" clId="{4001C165-F114-4D49-9DDB-E17CF4FD98ED}" dt="2022-07-18T12:44:25.426" v="38" actId="20577"/>
          <ac:spMkLst>
            <pc:docMk/>
            <pc:sldMk cId="79142664" sldId="746"/>
            <ac:spMk id="4" creationId="{00000000-0000-0000-0000-000000000000}"/>
          </ac:spMkLst>
        </pc:spChg>
      </pc:sldChg>
      <pc:sldChg chg="del">
        <pc:chgData name="Antonella Mimmo" userId="25a5e1a7-e321-4627-b0fe-fe85337315d8" providerId="ADAL" clId="{4001C165-F114-4D49-9DDB-E17CF4FD98ED}" dt="2022-07-18T12:41:11.183" v="0" actId="47"/>
        <pc:sldMkLst>
          <pc:docMk/>
          <pc:sldMk cId="2009194455" sldId="747"/>
        </pc:sldMkLst>
      </pc:sldChg>
      <pc:sldChg chg="del">
        <pc:chgData name="Antonella Mimmo" userId="25a5e1a7-e321-4627-b0fe-fe85337315d8" providerId="ADAL" clId="{4001C165-F114-4D49-9DDB-E17CF4FD98ED}" dt="2022-07-18T12:41:39.061" v="5" actId="47"/>
        <pc:sldMkLst>
          <pc:docMk/>
          <pc:sldMk cId="3487225366" sldId="748"/>
        </pc:sldMkLst>
      </pc:sldChg>
      <pc:sldChg chg="modTransition">
        <pc:chgData name="Antonella Mimmo" userId="25a5e1a7-e321-4627-b0fe-fe85337315d8" providerId="ADAL" clId="{4001C165-F114-4D49-9DDB-E17CF4FD98ED}" dt="2022-07-18T13:02:41.051" v="41"/>
        <pc:sldMkLst>
          <pc:docMk/>
          <pc:sldMk cId="3526359869" sldId="750"/>
        </pc:sldMkLst>
      </pc:sldChg>
      <pc:sldChg chg="modTransition">
        <pc:chgData name="Antonella Mimmo" userId="25a5e1a7-e321-4627-b0fe-fe85337315d8" providerId="ADAL" clId="{4001C165-F114-4D49-9DDB-E17CF4FD98ED}" dt="2022-07-18T13:02:46.916" v="42"/>
        <pc:sldMkLst>
          <pc:docMk/>
          <pc:sldMk cId="774306730" sldId="751"/>
        </pc:sldMkLst>
      </pc:sldChg>
      <pc:sldChg chg="del">
        <pc:chgData name="Antonella Mimmo" userId="25a5e1a7-e321-4627-b0fe-fe85337315d8" providerId="ADAL" clId="{4001C165-F114-4D49-9DDB-E17CF4FD98ED}" dt="2022-07-18T12:41:35.062" v="2" actId="47"/>
        <pc:sldMkLst>
          <pc:docMk/>
          <pc:sldMk cId="3853183664" sldId="752"/>
        </pc:sldMkLst>
      </pc:sldChg>
      <pc:sldChg chg="del">
        <pc:chgData name="Antonella Mimmo" userId="25a5e1a7-e321-4627-b0fe-fe85337315d8" providerId="ADAL" clId="{4001C165-F114-4D49-9DDB-E17CF4FD98ED}" dt="2022-07-18T12:41:40.289" v="6" actId="47"/>
        <pc:sldMkLst>
          <pc:docMk/>
          <pc:sldMk cId="2464234669" sldId="753"/>
        </pc:sldMkLst>
      </pc:sldChg>
      <pc:sldChg chg="del">
        <pc:chgData name="Antonella Mimmo" userId="25a5e1a7-e321-4627-b0fe-fe85337315d8" providerId="ADAL" clId="{4001C165-F114-4D49-9DDB-E17CF4FD98ED}" dt="2022-07-18T12:41:50.009" v="7" actId="47"/>
        <pc:sldMkLst>
          <pc:docMk/>
          <pc:sldMk cId="2425591195" sldId="754"/>
        </pc:sldMkLst>
      </pc:sldChg>
      <pc:sldChg chg="modAnim">
        <pc:chgData name="Antonella Mimmo" userId="25a5e1a7-e321-4627-b0fe-fe85337315d8" providerId="ADAL" clId="{4001C165-F114-4D49-9DDB-E17CF4FD98ED}" dt="2022-07-18T13:04:38.597" v="55"/>
        <pc:sldMkLst>
          <pc:docMk/>
          <pc:sldMk cId="3769353377" sldId="755"/>
        </pc:sldMkLst>
      </pc:sldChg>
      <pc:sldChg chg="modAnim">
        <pc:chgData name="Antonella Mimmo" userId="25a5e1a7-e321-4627-b0fe-fe85337315d8" providerId="ADAL" clId="{4001C165-F114-4D49-9DDB-E17CF4FD98ED}" dt="2022-07-18T13:04:47.477" v="56"/>
        <pc:sldMkLst>
          <pc:docMk/>
          <pc:sldMk cId="3025818299" sldId="756"/>
        </pc:sldMkLst>
      </pc:sldChg>
      <pc:sldChg chg="del">
        <pc:chgData name="Antonella Mimmo" userId="25a5e1a7-e321-4627-b0fe-fe85337315d8" providerId="ADAL" clId="{4001C165-F114-4D49-9DDB-E17CF4FD98ED}" dt="2022-07-18T12:42:01.439" v="8" actId="47"/>
        <pc:sldMkLst>
          <pc:docMk/>
          <pc:sldMk cId="1061195643" sldId="758"/>
        </pc:sldMkLst>
      </pc:sldChg>
    </pc:docChg>
  </pc:docChgLst>
  <pc:docChgLst>
    <pc:chgData name="Antonella Mimmo" userId="25a5e1a7-e321-4627-b0fe-fe85337315d8" providerId="ADAL" clId="{E12D3BFB-7DA2-451E-B919-1FFF98CE6455}"/>
    <pc:docChg chg="modSld">
      <pc:chgData name="Antonella Mimmo" userId="25a5e1a7-e321-4627-b0fe-fe85337315d8" providerId="ADAL" clId="{E12D3BFB-7DA2-451E-B919-1FFF98CE6455}" dt="2022-08-24T08:25:11.252" v="27" actId="20577"/>
      <pc:docMkLst>
        <pc:docMk/>
      </pc:docMkLst>
      <pc:sldChg chg="modSp mod">
        <pc:chgData name="Antonella Mimmo" userId="25a5e1a7-e321-4627-b0fe-fe85337315d8" providerId="ADAL" clId="{E12D3BFB-7DA2-451E-B919-1FFF98CE6455}" dt="2022-08-24T08:25:11.252" v="27" actId="20577"/>
        <pc:sldMkLst>
          <pc:docMk/>
          <pc:sldMk cId="867786938" sldId="737"/>
        </pc:sldMkLst>
        <pc:spChg chg="mod">
          <ac:chgData name="Antonella Mimmo" userId="25a5e1a7-e321-4627-b0fe-fe85337315d8" providerId="ADAL" clId="{E12D3BFB-7DA2-451E-B919-1FFF98CE6455}" dt="2022-08-24T08:25:11.252" v="27" actId="20577"/>
          <ac:spMkLst>
            <pc:docMk/>
            <pc:sldMk cId="867786938" sldId="737"/>
            <ac:spMk id="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16/11/2022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08981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777607" y="9408981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19770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16/11/2022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58838" y="742950"/>
            <a:ext cx="4951412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66909" y="4705350"/>
            <a:ext cx="5335270" cy="4457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777607" y="9408981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236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6184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6478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71185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b="0" i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76235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74085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54339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823926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0794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b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12143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811103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136834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21027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84176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386348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89203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6534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02338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03122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00629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C16A-D2FB-4123-8E16-F80700D9CE13}" type="datetime1">
              <a:rPr lang="fr-FR" smtClean="0"/>
              <a:t>16/11/2022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D5F36-E90D-4521-B545-25CBCB7C1B74}" type="datetime1">
              <a:rPr lang="fr-FR" smtClean="0"/>
              <a:t>16/11/2022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25911-D259-45AE-A1AF-8B916F182C9A}" type="datetime1">
              <a:rPr lang="fr-FR" smtClean="0"/>
              <a:t>16/11/2022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A7885-7E65-49E7-AD9B-4E1BF7636F39}" type="datetime1">
              <a:rPr lang="fr-FR" smtClean="0"/>
              <a:t>16/11/2022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4738D-75A9-4D9C-B974-2F83FB44269B}" type="datetime1">
              <a:rPr lang="fr-FR" smtClean="0"/>
              <a:t>16/11/2022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97F82-C7DE-493E-9CC9-2632F16EF428}" type="datetime1">
              <a:rPr lang="fr-FR" smtClean="0"/>
              <a:t>16/11/2022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1BB3E-438D-4178-AF0E-D0964FDF9041}" type="datetime1">
              <a:rPr lang="fr-FR" smtClean="0"/>
              <a:t>16/11/2022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4B9B6-B99B-4321-9B66-9464E2DC6C83}" type="datetime1">
              <a:rPr lang="fr-FR" smtClean="0"/>
              <a:t>16/11/2022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C364A-2DEA-48CD-896C-C9F59EB0F92B}" type="datetime1">
              <a:rPr lang="fr-FR" smtClean="0"/>
              <a:t>16/11/2022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F66F-9903-4E7A-8EDA-2991D3A87AFF}" type="datetime1">
              <a:rPr lang="fr-FR" smtClean="0"/>
              <a:t>16/11/2022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356BA-1BA7-4355-BF39-7822DE4EEB79}" type="datetime1">
              <a:rPr lang="fr-FR" smtClean="0"/>
              <a:t>16/11/2022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478FA-5E77-4C81-AC82-8CB7EDCE39A7}" type="datetime1">
              <a:rPr lang="fr-FR" smtClean="0"/>
              <a:t>16/11/2022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dissolv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ctrTitle"/>
          </p:nvPr>
        </p:nvSpPr>
        <p:spPr>
          <a:xfrm>
            <a:off x="323528" y="2188329"/>
            <a:ext cx="8496944" cy="1470025"/>
          </a:xfrm>
        </p:spPr>
        <p:txBody>
          <a:bodyPr>
            <a:noAutofit/>
          </a:bodyPr>
          <a:lstStyle/>
          <a:p>
            <a:r>
              <a:rPr lang="fr-BE" sz="6500" b="1" i="1" dirty="0"/>
              <a:t>Le chômage temporaire </a:t>
            </a:r>
            <a:br>
              <a:rPr lang="fr-BE" sz="6500" b="1" i="1" dirty="0"/>
            </a:br>
            <a:r>
              <a:rPr lang="fr-BE" b="1" i="1" dirty="0"/>
              <a:t>(niv.1)  </a:t>
            </a:r>
            <a:endParaRPr lang="fr-BE" dirty="0"/>
          </a:p>
        </p:txBody>
      </p:sp>
      <p:sp>
        <p:nvSpPr>
          <p:cNvPr id="5" name="ZoneTexte 4"/>
          <p:cNvSpPr txBox="1"/>
          <p:nvPr/>
        </p:nvSpPr>
        <p:spPr>
          <a:xfrm>
            <a:off x="611560" y="5987018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FLT – Version du 14.11.2022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</a:t>
            </a:fld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0229820-39FA-4897-AF28-AA3F5E2FB3E6}"/>
              </a:ext>
            </a:extLst>
          </p:cNvPr>
          <p:cNvSpPr txBox="1"/>
          <p:nvPr/>
        </p:nvSpPr>
        <p:spPr>
          <a:xfrm>
            <a:off x="624136" y="4116626"/>
            <a:ext cx="806266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800" b="1" i="1" dirty="0">
                <a:solidFill>
                  <a:schemeClr val="accent2">
                    <a:lumMod val="75000"/>
                  </a:schemeClr>
                </a:solidFill>
              </a:rPr>
              <a:t>Art. 106 à 108bis </a:t>
            </a:r>
            <a:r>
              <a:rPr lang="fr-BE" sz="3800" b="1" i="1" dirty="0"/>
              <a:t>de l’</a:t>
            </a:r>
            <a:r>
              <a:rPr lang="fr-BE" sz="3800" b="1" i="1" dirty="0">
                <a:solidFill>
                  <a:schemeClr val="accent2">
                    <a:lumMod val="75000"/>
                  </a:schemeClr>
                </a:solidFill>
              </a:rPr>
              <a:t>AR</a:t>
            </a:r>
            <a:r>
              <a:rPr lang="fr-BE" sz="3800" b="1" i="1" dirty="0"/>
              <a:t> du 25.11.1991</a:t>
            </a:r>
          </a:p>
        </p:txBody>
      </p:sp>
    </p:spTree>
    <p:extLst>
      <p:ext uri="{BB962C8B-B14F-4D97-AF65-F5344CB8AC3E}">
        <p14:creationId xmlns:p14="http://schemas.microsoft.com/office/powerpoint/2010/main" val="328810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sz="4000" b="1" dirty="0">
                <a:solidFill>
                  <a:srgbClr val="C00000"/>
                </a:solidFill>
              </a:rPr>
              <a:t>Table des matières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209331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sz="2600" dirty="0"/>
              <a:t>1. Définition	</a:t>
            </a:r>
            <a:r>
              <a:rPr lang="fr-BE" sz="2400" dirty="0"/>
              <a:t>						</a:t>
            </a:r>
            <a:r>
              <a:rPr lang="fr-BE" sz="1800" dirty="0"/>
              <a:t>pg. 4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800" dirty="0"/>
              <a:t>2. Préfixe chômage temporaire</a:t>
            </a:r>
            <a:r>
              <a:rPr lang="fr-BE" sz="2400" dirty="0"/>
              <a:t>				</a:t>
            </a:r>
            <a:r>
              <a:rPr lang="fr-BE" sz="1800" dirty="0"/>
              <a:t>pg. 5</a:t>
            </a:r>
            <a:endParaRPr lang="fr-BE" sz="2400" dirty="0"/>
          </a:p>
          <a:p>
            <a:pPr marL="0" indent="0">
              <a:spcBef>
                <a:spcPts val="600"/>
              </a:spcBef>
              <a:buNone/>
            </a:pPr>
            <a:r>
              <a:rPr lang="fr-BE" sz="2600" dirty="0"/>
              <a:t>3. Motifs de suspension du contrat</a:t>
            </a:r>
            <a:r>
              <a:rPr lang="fr-BE" sz="2400" dirty="0"/>
              <a:t>			</a:t>
            </a:r>
            <a:r>
              <a:rPr lang="fr-BE" sz="1800" dirty="0"/>
              <a:t>pg. 7</a:t>
            </a:r>
            <a:endParaRPr lang="fr-BE" sz="2400" dirty="0"/>
          </a:p>
          <a:p>
            <a:pPr marL="0" indent="0">
              <a:spcBef>
                <a:spcPts val="600"/>
              </a:spcBef>
              <a:buNone/>
            </a:pPr>
            <a:r>
              <a:rPr lang="fr-BE" sz="2600" dirty="0"/>
              <a:t>4. D.A chômage temporaire</a:t>
            </a:r>
            <a:r>
              <a:rPr lang="fr-BE" sz="2400" dirty="0"/>
              <a:t>				</a:t>
            </a:r>
            <a:r>
              <a:rPr lang="fr-BE" sz="1800" dirty="0" err="1"/>
              <a:t>pg</a:t>
            </a:r>
            <a:r>
              <a:rPr lang="fr-BE" sz="1800" dirty="0"/>
              <a:t>. 8</a:t>
            </a:r>
            <a:endParaRPr lang="fr-BE" sz="2400" dirty="0"/>
          </a:p>
          <a:p>
            <a:pPr marL="0" indent="0">
              <a:spcBef>
                <a:spcPts val="600"/>
              </a:spcBef>
              <a:buNone/>
            </a:pPr>
            <a:r>
              <a:rPr lang="fr-BE" sz="2600" dirty="0"/>
              <a:t>5. Constitution du dossier</a:t>
            </a:r>
            <a:r>
              <a:rPr lang="fr-BE" sz="2400" dirty="0"/>
              <a:t>					</a:t>
            </a:r>
            <a:r>
              <a:rPr lang="fr-BE" sz="1800" dirty="0"/>
              <a:t>pg. 11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BE" sz="2400" dirty="0"/>
              <a:t>	</a:t>
            </a:r>
            <a:r>
              <a:rPr lang="fr-BE" sz="2200" dirty="0"/>
              <a:t>5.1. Documents et flux nécessaires</a:t>
            </a:r>
            <a:r>
              <a:rPr lang="fr-BE" sz="2000" dirty="0"/>
              <a:t>			</a:t>
            </a:r>
            <a:r>
              <a:rPr lang="fr-BE" sz="1800" dirty="0"/>
              <a:t>pg. 12</a:t>
            </a:r>
            <a:endParaRPr lang="fr-BE" sz="2000" dirty="0"/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</a:t>
            </a:r>
            <a:r>
              <a:rPr lang="fr-BE" sz="2200" dirty="0"/>
              <a:t>5.2. Délais d’introduction</a:t>
            </a:r>
            <a:r>
              <a:rPr lang="fr-BE" sz="2000" dirty="0"/>
              <a:t>				</a:t>
            </a:r>
            <a:r>
              <a:rPr lang="fr-BE" sz="1800" dirty="0"/>
              <a:t>pg. 13</a:t>
            </a:r>
            <a:endParaRPr lang="fr-BE" sz="2000" dirty="0"/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</a:t>
            </a:r>
            <a:r>
              <a:rPr lang="fr-BE" sz="2200" dirty="0"/>
              <a:t>5.3. Type C9</a:t>
            </a:r>
            <a:r>
              <a:rPr lang="fr-BE" sz="2000" dirty="0"/>
              <a:t>						</a:t>
            </a:r>
            <a:r>
              <a:rPr lang="fr-BE" sz="1800" dirty="0"/>
              <a:t>pg. 14</a:t>
            </a:r>
            <a:endParaRPr lang="fr-BE" sz="2400" dirty="0"/>
          </a:p>
          <a:p>
            <a:pPr marL="0" indent="0">
              <a:spcBef>
                <a:spcPts val="600"/>
              </a:spcBef>
              <a:buNone/>
            </a:pPr>
            <a:endParaRPr lang="fr-BE" sz="2000" dirty="0"/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</a:t>
            </a:r>
            <a:endParaRPr lang="fr-BE" sz="2400" dirty="0"/>
          </a:p>
          <a:p>
            <a:pPr marL="0" indent="0">
              <a:spcBef>
                <a:spcPts val="600"/>
              </a:spcBef>
              <a:buNone/>
            </a:pPr>
            <a:endParaRPr lang="fr-BE" sz="2400" dirty="0"/>
          </a:p>
          <a:p>
            <a:pPr marL="0" indent="0">
              <a:spcBef>
                <a:spcPts val="600"/>
              </a:spcBef>
              <a:buNone/>
            </a:pPr>
            <a:endParaRPr lang="fr-BE" sz="18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814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sz="4000" b="1" dirty="0">
                <a:solidFill>
                  <a:srgbClr val="C00000"/>
                </a:solidFill>
              </a:rPr>
              <a:t>Table des matières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137323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sz="2600" dirty="0"/>
              <a:t>6. Indemnisation</a:t>
            </a:r>
            <a:r>
              <a:rPr lang="fr-BE" sz="2400" dirty="0"/>
              <a:t>						</a:t>
            </a:r>
            <a:r>
              <a:rPr lang="fr-BE" sz="1800" dirty="0"/>
              <a:t>pg. 15</a:t>
            </a:r>
            <a:endParaRPr lang="fr-BE" sz="2400" dirty="0"/>
          </a:p>
          <a:p>
            <a:pPr marL="0" indent="0">
              <a:spcBef>
                <a:spcPts val="600"/>
              </a:spcBef>
              <a:buNone/>
            </a:pPr>
            <a:r>
              <a:rPr lang="fr-BE" sz="2400" dirty="0"/>
              <a:t>	</a:t>
            </a:r>
            <a:r>
              <a:rPr lang="fr-BE" sz="2200" dirty="0"/>
              <a:t>6.1. Montant de l’allocation</a:t>
            </a:r>
            <a:r>
              <a:rPr lang="fr-BE" sz="2000" dirty="0"/>
              <a:t>				</a:t>
            </a:r>
            <a:r>
              <a:rPr lang="fr-BE" sz="1800" dirty="0"/>
              <a:t>pg. 16</a:t>
            </a:r>
            <a:endParaRPr lang="fr-BE" sz="2000" dirty="0"/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</a:t>
            </a:r>
            <a:r>
              <a:rPr lang="fr-BE" sz="2200" dirty="0"/>
              <a:t>6.2. Documents et flux de paiement</a:t>
            </a:r>
            <a:r>
              <a:rPr lang="fr-BE" sz="2000" dirty="0"/>
              <a:t>			</a:t>
            </a:r>
            <a:r>
              <a:rPr lang="fr-BE" sz="1800" dirty="0"/>
              <a:t>pg. 17</a:t>
            </a:r>
            <a:endParaRPr lang="fr-BE" sz="2000" dirty="0"/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</a:t>
            </a:r>
            <a:r>
              <a:rPr lang="fr-BE" sz="2200" dirty="0"/>
              <a:t>6.3. Communication et notification</a:t>
            </a:r>
            <a:r>
              <a:rPr lang="fr-BE" sz="2000" dirty="0"/>
              <a:t>			</a:t>
            </a:r>
            <a:r>
              <a:rPr lang="fr-BE" sz="1800" dirty="0"/>
              <a:t>pg. 18</a:t>
            </a:r>
            <a:endParaRPr lang="fr-BE" sz="2000" dirty="0"/>
          </a:p>
          <a:p>
            <a:pPr marL="0" indent="0">
              <a:spcBef>
                <a:spcPts val="600"/>
              </a:spcBef>
              <a:buNone/>
            </a:pPr>
            <a:r>
              <a:rPr lang="fr-BE" sz="2000" dirty="0"/>
              <a:t>	</a:t>
            </a:r>
            <a:r>
              <a:rPr lang="fr-BE" sz="2200" dirty="0"/>
              <a:t>6.4. Nombre d’allocations</a:t>
            </a:r>
            <a:r>
              <a:rPr lang="fr-BE" sz="2000" dirty="0"/>
              <a:t>				</a:t>
            </a:r>
            <a:r>
              <a:rPr lang="fr-BE" sz="1800" dirty="0"/>
              <a:t>pg. 19</a:t>
            </a:r>
            <a:endParaRPr lang="fr-BE" sz="2400" dirty="0"/>
          </a:p>
          <a:p>
            <a:pPr marL="0" indent="0">
              <a:spcBef>
                <a:spcPts val="600"/>
              </a:spcBef>
              <a:buNone/>
            </a:pPr>
            <a:r>
              <a:rPr lang="fr-BE" sz="2600" dirty="0"/>
              <a:t>7. Quelques tâches en lien avec le CT	</a:t>
            </a:r>
            <a:r>
              <a:rPr lang="fr-BE" sz="2400" dirty="0"/>
              <a:t>		</a:t>
            </a:r>
            <a:r>
              <a:rPr lang="fr-BE" sz="1800" dirty="0"/>
              <a:t>pg. </a:t>
            </a:r>
            <a:r>
              <a:rPr lang="fr-BE" sz="1800"/>
              <a:t>22</a:t>
            </a:r>
            <a:endParaRPr lang="fr-BE" sz="2400" dirty="0"/>
          </a:p>
          <a:p>
            <a:pPr marL="0" indent="0">
              <a:spcBef>
                <a:spcPts val="600"/>
              </a:spcBef>
              <a:buNone/>
            </a:pPr>
            <a:r>
              <a:rPr lang="fr-BE" sz="2400" dirty="0"/>
              <a:t>	</a:t>
            </a:r>
            <a:endParaRPr lang="fr-BE" sz="18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9142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1. Définition </a:t>
            </a:r>
            <a:endParaRPr lang="en-US" sz="4800" b="1" i="1" dirty="0">
              <a:solidFill>
                <a:srgbClr val="C0000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buNone/>
            </a:pPr>
            <a:endParaRPr lang="fr-BE" sz="3600" dirty="0"/>
          </a:p>
          <a:p>
            <a:pPr marL="0" indent="0">
              <a:spcBef>
                <a:spcPts val="0"/>
              </a:spcBef>
              <a:buNone/>
            </a:pPr>
            <a:r>
              <a:rPr lang="fr-BE" sz="3600" dirty="0"/>
              <a:t>Le </a:t>
            </a:r>
            <a:r>
              <a:rPr lang="fr-BE" sz="3600" b="1" dirty="0">
                <a:solidFill>
                  <a:schemeClr val="accent2">
                    <a:lumMod val="75000"/>
                  </a:schemeClr>
                </a:solidFill>
              </a:rPr>
              <a:t>chômeur temporaire </a:t>
            </a:r>
            <a:r>
              <a:rPr lang="fr-BE" sz="3600" dirty="0"/>
              <a:t>est un travailleur dont l’exécution du contrat de travail qui le lie à un employeur est temporairement suspendue.</a:t>
            </a:r>
            <a:r>
              <a:rPr lang="fr-BE" sz="3600" b="1" dirty="0">
                <a:cs typeface="Times New Roman" pitchFamily="18" charset="0"/>
              </a:rPr>
              <a:t> </a:t>
            </a:r>
            <a:r>
              <a:rPr lang="fr-BE" sz="2400" b="1" dirty="0">
                <a:cs typeface="Times New Roman" pitchFamily="18" charset="0"/>
              </a:rPr>
              <a:t>(Art. 27, 2°)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99058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656CC3-B9E8-40F3-9FBA-25BA0EBA9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 Préfixe chômage temporaire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82E364-CB65-498E-8DB7-7DF0D5380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BE" sz="3500" b="1" u="sng" dirty="0">
                <a:latin typeface="+mj-lt"/>
              </a:rPr>
              <a:t>Droit au CT si préfixe</a:t>
            </a:r>
            <a:r>
              <a:rPr lang="fr-BE" sz="3500" b="1" dirty="0">
                <a:latin typeface="+mj-lt"/>
              </a:rPr>
              <a:t>:</a:t>
            </a:r>
          </a:p>
          <a:p>
            <a:pPr lvl="0">
              <a:spcBef>
                <a:spcPts val="600"/>
              </a:spcBef>
              <a:buFont typeface="Wingdings" panose="05000000000000000000" pitchFamily="2" charset="2"/>
              <a:buChar char=""/>
              <a:tabLst>
                <a:tab pos="1863090" algn="l"/>
              </a:tabLst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Calibri" panose="020F0502020204030204" pitchFamily="34" charset="0"/>
              </a:rPr>
              <a:t>02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fr-BE" dirty="0">
                <a:latin typeface="+mj-lt"/>
                <a:ea typeface="Calibri" panose="020F0502020204030204" pitchFamily="34" charset="0"/>
              </a:rPr>
              <a:t>= Chômage temporaire pour une occupation temps plein ou assimilée temps plein.</a:t>
            </a:r>
          </a:p>
          <a:p>
            <a:pPr lvl="0">
              <a:spcBef>
                <a:spcPts val="600"/>
              </a:spcBef>
              <a:buFont typeface="Wingdings" panose="05000000000000000000" pitchFamily="2" charset="2"/>
              <a:buChar char=""/>
              <a:tabLst>
                <a:tab pos="1863090" algn="l"/>
              </a:tabLst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Calibri" panose="020F0502020204030204" pitchFamily="34" charset="0"/>
              </a:rPr>
              <a:t>04</a:t>
            </a:r>
            <a:r>
              <a:rPr lang="fr-BE" dirty="0">
                <a:solidFill>
                  <a:srgbClr val="C00000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fr-BE" dirty="0">
                <a:latin typeface="+mj-lt"/>
                <a:ea typeface="Calibri" panose="020F0502020204030204" pitchFamily="34" charset="0"/>
              </a:rPr>
              <a:t>= Chômage temporaire pour une occupation à temps partiel volontaire (</a:t>
            </a:r>
            <a:r>
              <a:rPr lang="fr-BE" b="1" dirty="0">
                <a:latin typeface="+mj-lt"/>
                <a:ea typeface="Calibri" panose="020F0502020204030204" pitchFamily="34" charset="0"/>
              </a:rPr>
              <a:t>TTPV</a:t>
            </a:r>
            <a:r>
              <a:rPr lang="fr-BE" dirty="0">
                <a:latin typeface="+mj-lt"/>
                <a:ea typeface="Calibri" panose="020F0502020204030204" pitchFamily="34" charset="0"/>
              </a:rPr>
              <a:t>).</a:t>
            </a:r>
          </a:p>
          <a:p>
            <a:pPr lvl="0">
              <a:spcBef>
                <a:spcPts val="600"/>
              </a:spcBef>
              <a:buFont typeface="Wingdings" panose="05000000000000000000" pitchFamily="2" charset="2"/>
              <a:buChar char=""/>
              <a:tabLst>
                <a:tab pos="1863090" algn="l"/>
              </a:tabLst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Calibri" panose="020F0502020204030204" pitchFamily="34" charset="0"/>
              </a:rPr>
              <a:t>06</a:t>
            </a:r>
            <a:r>
              <a:rPr lang="fr-BE" dirty="0">
                <a:latin typeface="+mj-lt"/>
                <a:ea typeface="Calibri" panose="020F0502020204030204" pitchFamily="34" charset="0"/>
              </a:rPr>
              <a:t> = Chômage temporaire pour une occupation à temps partiel avec maintien des droits (</a:t>
            </a:r>
            <a:r>
              <a:rPr lang="fr-BE" b="1" dirty="0">
                <a:latin typeface="+mj-lt"/>
                <a:ea typeface="Calibri" panose="020F0502020204030204" pitchFamily="34" charset="0"/>
              </a:rPr>
              <a:t>TTPMD</a:t>
            </a:r>
            <a:r>
              <a:rPr lang="fr-BE" dirty="0">
                <a:latin typeface="+mj-lt"/>
                <a:ea typeface="Calibri" panose="020F0502020204030204" pitchFamily="34" charset="0"/>
              </a:rPr>
              <a:t>) </a:t>
            </a:r>
            <a:r>
              <a:rPr lang="fr-BE" b="1" i="1" u="sng" dirty="0">
                <a:latin typeface="+mj-lt"/>
                <a:ea typeface="Calibri" panose="020F0502020204030204" pitchFamily="34" charset="0"/>
              </a:rPr>
              <a:t>sans</a:t>
            </a:r>
            <a:r>
              <a:rPr lang="fr-BE" dirty="0">
                <a:latin typeface="+mj-lt"/>
                <a:ea typeface="Calibri" panose="020F0502020204030204" pitchFamily="34" charset="0"/>
              </a:rPr>
              <a:t> allocation de garantie de revenu (</a:t>
            </a:r>
            <a:r>
              <a:rPr lang="fr-BE" b="1" dirty="0">
                <a:latin typeface="+mj-lt"/>
                <a:ea typeface="Calibri" panose="020F0502020204030204" pitchFamily="34" charset="0"/>
              </a:rPr>
              <a:t>AGR</a:t>
            </a:r>
            <a:r>
              <a:rPr lang="fr-BE" dirty="0">
                <a:latin typeface="+mj-lt"/>
                <a:ea typeface="Calibri" panose="020F0502020204030204" pitchFamily="34" charset="0"/>
              </a:rPr>
              <a:t>).</a:t>
            </a:r>
          </a:p>
          <a:p>
            <a:pPr marL="0" indent="0">
              <a:buNone/>
            </a:pPr>
            <a:endParaRPr lang="fr-BE" b="1" u="sng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0D2F2C-1A29-46C5-B92B-534069CEC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55927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90D945-5DE6-484B-9222-A47F937AD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2. Préfixe chômage temporaire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8511DC-BB4F-458A-B22E-6B4CDC5E5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None/>
              <a:tabLst>
                <a:tab pos="1863090" algn="l"/>
              </a:tabLst>
              <a:defRPr/>
            </a:pPr>
            <a:r>
              <a:rPr kumimoji="0" lang="fr-BE" b="1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Calibri" panose="020F0502020204030204" pitchFamily="34" charset="0"/>
                <a:cs typeface="+mn-cs"/>
              </a:rPr>
              <a:t>Droit au CT si préfixe: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None/>
              <a:tabLst>
                <a:tab pos="1863090" algn="l"/>
              </a:tabLst>
              <a:defRPr/>
            </a:pPr>
            <a:endParaRPr kumimoji="0" lang="fr-BE" b="1" i="0" u="sng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Calibri" panose="020F0502020204030204" pitchFamily="34" charset="0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"/>
              <a:tabLst>
                <a:tab pos="1863090" algn="l"/>
              </a:tabLst>
              <a:defRPr/>
            </a:pPr>
            <a:r>
              <a:rPr kumimoji="0" lang="fr-BE" sz="30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</a:rPr>
              <a:t>57</a:t>
            </a:r>
            <a:r>
              <a:rPr kumimoji="0" lang="fr-BE" sz="30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</a:rPr>
              <a:t> ou </a:t>
            </a:r>
            <a:r>
              <a:rPr kumimoji="0" lang="fr-BE" sz="30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</a:rPr>
              <a:t>05</a:t>
            </a:r>
            <a:r>
              <a:rPr kumimoji="0" lang="fr-BE" sz="30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</a:rPr>
              <a:t> </a:t>
            </a:r>
            <a:r>
              <a:rPr kumimoji="0" lang="fr-BE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 panose="020F0502020204030204" pitchFamily="34" charset="0"/>
                <a:cs typeface="+mn-cs"/>
              </a:rPr>
              <a:t>= Travail à temps partiel avec maintien des droits (</a:t>
            </a:r>
            <a:r>
              <a:rPr kumimoji="0" lang="fr-BE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 panose="020F0502020204030204" pitchFamily="34" charset="0"/>
                <a:cs typeface="+mn-cs"/>
              </a:rPr>
              <a:t>TTPMD</a:t>
            </a:r>
            <a:r>
              <a:rPr kumimoji="0" lang="fr-BE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 panose="020F0502020204030204" pitchFamily="34" charset="0"/>
                <a:cs typeface="+mn-cs"/>
              </a:rPr>
              <a:t>) </a:t>
            </a:r>
            <a:r>
              <a:rPr kumimoji="0" lang="fr-BE" sz="30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 panose="020F0502020204030204" pitchFamily="34" charset="0"/>
                <a:cs typeface="+mn-cs"/>
              </a:rPr>
              <a:t>avec</a:t>
            </a:r>
            <a:r>
              <a:rPr kumimoji="0" lang="fr-BE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 panose="020F0502020204030204" pitchFamily="34" charset="0"/>
                <a:cs typeface="+mn-cs"/>
              </a:rPr>
              <a:t> allocation de garantie de revenu (</a:t>
            </a:r>
            <a:r>
              <a:rPr kumimoji="0" lang="fr-BE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 panose="020F0502020204030204" pitchFamily="34" charset="0"/>
                <a:cs typeface="+mn-cs"/>
              </a:rPr>
              <a:t>AGR</a:t>
            </a:r>
            <a:r>
              <a:rPr kumimoji="0" lang="fr-BE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 panose="020F0502020204030204" pitchFamily="34" charset="0"/>
                <a:cs typeface="+mn-cs"/>
              </a:rPr>
              <a:t>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"/>
              <a:tabLst>
                <a:tab pos="1863090" algn="l"/>
              </a:tabLst>
              <a:defRPr/>
            </a:pPr>
            <a:r>
              <a:rPr kumimoji="0" lang="fr-BE" sz="3000" b="1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ea typeface="Calibri" panose="020F0502020204030204" pitchFamily="34" charset="0"/>
                <a:cs typeface="+mn-cs"/>
              </a:rPr>
              <a:t>58</a:t>
            </a:r>
            <a:r>
              <a:rPr kumimoji="0" lang="fr-BE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 panose="020F0502020204030204" pitchFamily="34" charset="0"/>
                <a:cs typeface="+mn-cs"/>
              </a:rPr>
              <a:t> = Travail à temps partiel volontaire (</a:t>
            </a:r>
            <a:r>
              <a:rPr kumimoji="0" lang="fr-BE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 panose="020F0502020204030204" pitchFamily="34" charset="0"/>
                <a:cs typeface="+mn-cs"/>
              </a:rPr>
              <a:t>TTPV</a:t>
            </a:r>
            <a:r>
              <a:rPr kumimoji="0" lang="fr-BE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 panose="020F0502020204030204" pitchFamily="34" charset="0"/>
                <a:cs typeface="+mn-cs"/>
              </a:rPr>
              <a:t>) </a:t>
            </a:r>
            <a:r>
              <a:rPr kumimoji="0" lang="fr-BE" sz="30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 panose="020F0502020204030204" pitchFamily="34" charset="0"/>
                <a:cs typeface="+mn-cs"/>
              </a:rPr>
              <a:t>avec</a:t>
            </a:r>
            <a:r>
              <a:rPr kumimoji="0" lang="fr-BE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 panose="020F0502020204030204" pitchFamily="34" charset="0"/>
                <a:cs typeface="+mn-cs"/>
              </a:rPr>
              <a:t> allocation de garantie de revenu (</a:t>
            </a:r>
            <a:r>
              <a:rPr kumimoji="0" lang="fr-BE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 panose="020F0502020204030204" pitchFamily="34" charset="0"/>
                <a:cs typeface="+mn-cs"/>
              </a:rPr>
              <a:t>AGR</a:t>
            </a:r>
            <a:r>
              <a:rPr kumimoji="0" lang="fr-BE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 panose="020F0502020204030204" pitchFamily="34" charset="0"/>
                <a:cs typeface="+mn-cs"/>
              </a:rPr>
              <a:t>)</a:t>
            </a:r>
            <a:r>
              <a:rPr kumimoji="0" lang="fr-BE" sz="3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 panose="020F0502020204030204" pitchFamily="34" charset="0"/>
                <a:cs typeface="+mn-cs"/>
              </a:rPr>
              <a:t>.</a:t>
            </a:r>
            <a:endParaRPr kumimoji="0" lang="fr-BE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Calibri" panose="020F0502020204030204" pitchFamily="34" charset="0"/>
              <a:cs typeface="+mn-cs"/>
            </a:endParaRPr>
          </a:p>
          <a:p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E04B3C-4652-4D99-A1C1-D6C586D6A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6359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8EABFB-956A-4D00-BE62-0E7EF1DDC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3. Motifs de suspension du contrat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72A2C91-1290-44E9-A672-CD1CC6F52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 dirty="0"/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BF7B4330-1AF3-4B05-9C82-163E0C4656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350039"/>
              </p:ext>
            </p:extLst>
          </p:nvPr>
        </p:nvGraphicFramePr>
        <p:xfrm>
          <a:off x="287524" y="1233591"/>
          <a:ext cx="8568951" cy="524651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72308">
                  <a:extLst>
                    <a:ext uri="{9D8B030D-6E8A-4147-A177-3AD203B41FA5}">
                      <a16:colId xmlns:a16="http://schemas.microsoft.com/office/drawing/2014/main" val="1989655124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302664115"/>
                    </a:ext>
                  </a:extLst>
                </a:gridCol>
                <a:gridCol w="2700299">
                  <a:extLst>
                    <a:ext uri="{9D8B030D-6E8A-4147-A177-3AD203B41FA5}">
                      <a16:colId xmlns:a16="http://schemas.microsoft.com/office/drawing/2014/main" val="1586777237"/>
                    </a:ext>
                  </a:extLst>
                </a:gridCol>
              </a:tblGrid>
              <a:tr h="426023">
                <a:tc>
                  <a:txBody>
                    <a:bodyPr/>
                    <a:lstStyle/>
                    <a:p>
                      <a:pPr algn="ctr"/>
                      <a:r>
                        <a:rPr lang="fr-BE" sz="2000" dirty="0"/>
                        <a:t>Ouvriers uniquement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dirty="0"/>
                        <a:t>Ouvriers &amp; employés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000" dirty="0"/>
                        <a:t>Employés uniquement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542271"/>
                  </a:ext>
                </a:extLst>
              </a:tr>
              <a:tr h="688192">
                <a:tc>
                  <a:txBody>
                    <a:bodyPr/>
                    <a:lstStyle/>
                    <a:p>
                      <a:r>
                        <a:rPr lang="fr-BE" sz="1900" dirty="0"/>
                        <a:t>Manque de travail pour causes économiques </a:t>
                      </a:r>
                    </a:p>
                    <a:p>
                      <a:r>
                        <a:rPr lang="fr-BE" dirty="0"/>
                        <a:t>(</a:t>
                      </a:r>
                      <a:r>
                        <a:rPr lang="fr-B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E</a:t>
                      </a:r>
                      <a:r>
                        <a:rPr lang="fr-BE" dirty="0"/>
                        <a:t> </a:t>
                      </a:r>
                      <a:r>
                        <a:rPr lang="fr-BE" sz="1900" b="1" dirty="0"/>
                        <a:t>5.1</a:t>
                      </a:r>
                      <a:r>
                        <a:rPr lang="fr-B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900" dirty="0"/>
                        <a:t>Force majeure </a:t>
                      </a:r>
                      <a:r>
                        <a:rPr lang="fr-BE" dirty="0"/>
                        <a:t>(</a:t>
                      </a:r>
                      <a:r>
                        <a:rPr lang="fr-B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F</a:t>
                      </a:r>
                      <a:r>
                        <a:rPr lang="fr-BE" dirty="0"/>
                        <a:t> </a:t>
                      </a:r>
                      <a:r>
                        <a:rPr lang="fr-BE" sz="1900" b="1" dirty="0"/>
                        <a:t>5.4</a:t>
                      </a:r>
                      <a:r>
                        <a:rPr lang="fr-B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900" dirty="0"/>
                        <a:t>Suspension employé pour manque de travail </a:t>
                      </a:r>
                      <a:r>
                        <a:rPr lang="fr-BE" dirty="0"/>
                        <a:t>(</a:t>
                      </a:r>
                      <a:r>
                        <a:rPr lang="fr-B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SE</a:t>
                      </a:r>
                      <a:r>
                        <a:rPr lang="fr-BE" dirty="0"/>
                        <a:t> </a:t>
                      </a:r>
                      <a:r>
                        <a:rPr lang="fr-BE" sz="1900" b="1" dirty="0"/>
                        <a:t>5.11</a:t>
                      </a:r>
                      <a:r>
                        <a:rPr lang="fr-BE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208006"/>
                  </a:ext>
                </a:extLst>
              </a:tr>
              <a:tr h="688192">
                <a:tc>
                  <a:txBody>
                    <a:bodyPr/>
                    <a:lstStyle/>
                    <a:p>
                      <a:r>
                        <a:rPr lang="fr-BE" sz="1900" dirty="0"/>
                        <a:t>Intempéries</a:t>
                      </a:r>
                      <a:r>
                        <a:rPr lang="fr-BE" dirty="0"/>
                        <a:t>  (</a:t>
                      </a:r>
                      <a:r>
                        <a:rPr lang="fr-B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I</a:t>
                      </a:r>
                      <a:r>
                        <a:rPr lang="fr-BE" dirty="0"/>
                        <a:t> </a:t>
                      </a:r>
                      <a:r>
                        <a:rPr lang="fr-BE" sz="1900" b="1" dirty="0"/>
                        <a:t>5.2</a:t>
                      </a:r>
                      <a:r>
                        <a:rPr lang="fr-B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900" dirty="0"/>
                        <a:t>Force majeure médicale </a:t>
                      </a:r>
                    </a:p>
                    <a:p>
                      <a:r>
                        <a:rPr lang="fr-BE" dirty="0"/>
                        <a:t>(</a:t>
                      </a:r>
                      <a:r>
                        <a:rPr lang="fr-B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FM</a:t>
                      </a:r>
                      <a:r>
                        <a:rPr lang="fr-BE" dirty="0"/>
                        <a:t> </a:t>
                      </a:r>
                      <a:r>
                        <a:rPr lang="fr-BE" sz="1900" b="1" dirty="0"/>
                        <a:t>5.5</a:t>
                      </a:r>
                      <a:r>
                        <a:rPr lang="fr-B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6010246"/>
                  </a:ext>
                </a:extLst>
              </a:tr>
              <a:tr h="688192">
                <a:tc>
                  <a:txBody>
                    <a:bodyPr/>
                    <a:lstStyle/>
                    <a:p>
                      <a:r>
                        <a:rPr lang="fr-BE" sz="1900" dirty="0"/>
                        <a:t>Accident technique </a:t>
                      </a:r>
                      <a:r>
                        <a:rPr lang="fr-BE" dirty="0"/>
                        <a:t>(</a:t>
                      </a:r>
                      <a:r>
                        <a:rPr lang="fr-B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T</a:t>
                      </a:r>
                      <a:r>
                        <a:rPr lang="fr-BE" dirty="0"/>
                        <a:t> </a:t>
                      </a:r>
                      <a:r>
                        <a:rPr lang="fr-BE" sz="1900" b="1" dirty="0"/>
                        <a:t>5.3</a:t>
                      </a:r>
                      <a:r>
                        <a:rPr lang="fr-B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900" dirty="0"/>
                        <a:t>Fermeture collective pour vacances annuelles </a:t>
                      </a:r>
                      <a:r>
                        <a:rPr lang="fr-BE" dirty="0"/>
                        <a:t>(</a:t>
                      </a:r>
                      <a:r>
                        <a:rPr lang="fr-B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V</a:t>
                      </a:r>
                      <a:r>
                        <a:rPr lang="fr-BE" dirty="0"/>
                        <a:t> </a:t>
                      </a:r>
                      <a:r>
                        <a:rPr lang="fr-BE" sz="1900" b="1" dirty="0"/>
                        <a:t>5.6</a:t>
                      </a:r>
                      <a:r>
                        <a:rPr lang="fr-B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654522"/>
                  </a:ext>
                </a:extLst>
              </a:tr>
              <a:tr h="983131"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900" dirty="0"/>
                        <a:t>Fermeture d’entreprise pour vacances complémentaire </a:t>
                      </a:r>
                      <a:r>
                        <a:rPr lang="fr-BE" dirty="0"/>
                        <a:t>(</a:t>
                      </a:r>
                      <a:r>
                        <a:rPr lang="fr-B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VS</a:t>
                      </a:r>
                      <a:r>
                        <a:rPr lang="fr-BE" dirty="0"/>
                        <a:t> </a:t>
                      </a:r>
                      <a:r>
                        <a:rPr lang="fr-BE" sz="1900" b="1" dirty="0"/>
                        <a:t>5.7</a:t>
                      </a:r>
                      <a:r>
                        <a:rPr lang="fr-B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9188984"/>
                  </a:ext>
                </a:extLst>
              </a:tr>
              <a:tr h="398714"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900" dirty="0"/>
                        <a:t>Repos compensatoire </a:t>
                      </a:r>
                      <a:r>
                        <a:rPr lang="fr-BE" dirty="0"/>
                        <a:t>(</a:t>
                      </a:r>
                      <a:r>
                        <a:rPr lang="fr-B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R</a:t>
                      </a:r>
                      <a:r>
                        <a:rPr lang="fr-BE" dirty="0"/>
                        <a:t> </a:t>
                      </a:r>
                      <a:r>
                        <a:rPr lang="fr-BE" sz="1900" b="1" dirty="0"/>
                        <a:t>5.8</a:t>
                      </a:r>
                      <a:r>
                        <a:rPr lang="fr-B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119652"/>
                  </a:ext>
                </a:extLst>
              </a:tr>
              <a:tr h="398714"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900" dirty="0"/>
                        <a:t>Grève ou lockout </a:t>
                      </a:r>
                      <a:r>
                        <a:rPr lang="fr-BE" dirty="0"/>
                        <a:t>(</a:t>
                      </a:r>
                      <a:r>
                        <a:rPr lang="fr-B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G</a:t>
                      </a:r>
                      <a:r>
                        <a:rPr lang="fr-BE" dirty="0"/>
                        <a:t> </a:t>
                      </a:r>
                      <a:r>
                        <a:rPr lang="fr-BE" sz="1900" b="1" dirty="0"/>
                        <a:t>5.9</a:t>
                      </a:r>
                      <a:r>
                        <a:rPr lang="fr-B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83101"/>
                  </a:ext>
                </a:extLst>
              </a:tr>
              <a:tr h="688192"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900" dirty="0"/>
                        <a:t>Licenciement travailleur protégé </a:t>
                      </a:r>
                      <a:r>
                        <a:rPr lang="fr-BE" dirty="0"/>
                        <a:t>(</a:t>
                      </a:r>
                      <a:r>
                        <a:rPr lang="fr-BE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D</a:t>
                      </a:r>
                      <a:r>
                        <a:rPr lang="fr-BE" dirty="0"/>
                        <a:t> </a:t>
                      </a:r>
                      <a:r>
                        <a:rPr lang="fr-BE" sz="1900" b="1" dirty="0"/>
                        <a:t>5.10</a:t>
                      </a:r>
                      <a:r>
                        <a:rPr lang="fr-B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417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4306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BE" sz="4000" b="1" i="1" dirty="0"/>
              <a:t>4. D.A</a:t>
            </a:r>
            <a:br>
              <a:rPr lang="fr-BE" sz="4000" b="1" i="1" dirty="0"/>
            </a:br>
            <a:r>
              <a:rPr lang="fr-BE" sz="4000" b="1" i="1" dirty="0"/>
              <a:t>chômage temporaire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700808"/>
            <a:ext cx="5760640" cy="4176463"/>
          </a:xfrm>
          <a:prstGeom prst="rect">
            <a:avLst/>
          </a:prstGeom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6575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4.1. Admissibilité CT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FR" b="1" u="sng" dirty="0"/>
              <a:t>Règle générale</a:t>
            </a:r>
            <a:r>
              <a:rPr lang="fr-FR" b="1" dirty="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FR" dirty="0"/>
              <a:t>Le travailleur qui devient chômeur temporaire est admis au droit aux allocations de chômage temporaire avec dispense de stage </a:t>
            </a:r>
            <a:r>
              <a:rPr lang="fr-FR" sz="2400" i="1" dirty="0">
                <a:solidFill>
                  <a:schemeClr val="accent2">
                    <a:lumMod val="75000"/>
                  </a:schemeClr>
                </a:solidFill>
              </a:rPr>
              <a:t>(art. 42 bis) </a:t>
            </a:r>
            <a:r>
              <a:rPr lang="fr-FR" dirty="0"/>
              <a:t>et ce, pour tous les motifs de suspension  du contrat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FR" sz="3000" b="1" i="1" dirty="0">
                <a:solidFill>
                  <a:schemeClr val="accent2">
                    <a:lumMod val="75000"/>
                  </a:schemeClr>
                </a:solidFill>
              </a:rPr>
              <a:t>Depuis le 01.07.2022, aucune admissibilité à prouver en cas de chômage temporaire pour raisons économiques ou suspension employé</a:t>
            </a:r>
          </a:p>
          <a:p>
            <a:pPr marL="0" indent="0">
              <a:spcBef>
                <a:spcPts val="0"/>
              </a:spcBef>
              <a:buNone/>
            </a:pP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987150-9447-4A23-9D17-7F521EA07120}"/>
              </a:ext>
            </a:extLst>
          </p:cNvPr>
          <p:cNvSpPr/>
          <p:nvPr/>
        </p:nvSpPr>
        <p:spPr>
          <a:xfrm>
            <a:off x="457200" y="4509120"/>
            <a:ext cx="8075240" cy="1617043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4552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fr-BE" sz="4000" b="1" i="1" dirty="0"/>
              <a:t>4.2. DA obligatoire en CT </a:t>
            </a:r>
            <a:endParaRPr lang="en-GB" sz="4000" b="1" i="1" dirty="0"/>
          </a:p>
        </p:txBody>
      </p:sp>
      <p:sp>
        <p:nvSpPr>
          <p:cNvPr id="20483" name="Rectangle 1027"/>
          <p:cNvSpPr>
            <a:spLocks noGrp="1" noChangeArrowheads="1"/>
          </p:cNvSpPr>
          <p:nvPr>
            <p:ph idx="1"/>
          </p:nvPr>
        </p:nvSpPr>
        <p:spPr>
          <a:xfrm>
            <a:off x="457200" y="1268760"/>
            <a:ext cx="8229600" cy="5452715"/>
          </a:xfrm>
        </p:spPr>
        <p:txBody>
          <a:bodyPr>
            <a:noAutofit/>
          </a:bodyPr>
          <a:lstStyle/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r>
              <a:rPr lang="fr-BE" sz="3000" b="1" u="sng" dirty="0"/>
              <a:t>DA au 1</a:t>
            </a:r>
            <a:r>
              <a:rPr lang="fr-BE" sz="3000" b="1" u="sng" baseline="30000" dirty="0"/>
              <a:t>ier</a:t>
            </a:r>
            <a:r>
              <a:rPr lang="fr-BE" sz="3000" b="1" u="sng" dirty="0"/>
              <a:t> jour de CT si</a:t>
            </a:r>
            <a:r>
              <a:rPr lang="fr-BE" sz="3000" b="1" dirty="0"/>
              <a:t> </a:t>
            </a:r>
            <a:r>
              <a:rPr lang="fr-BE" sz="3000" dirty="0"/>
              <a:t>:</a:t>
            </a:r>
          </a:p>
          <a:p>
            <a:pPr eaLnBrk="1" hangingPunct="1">
              <a:spcBef>
                <a:spcPts val="0"/>
              </a:spcBef>
              <a:buFont typeface="Wingdings" pitchFamily="2" charset="2"/>
              <a:buNone/>
            </a:pPr>
            <a:endParaRPr lang="fr-BE" sz="400" dirty="0"/>
          </a:p>
          <a:p>
            <a:pPr marL="514350" indent="-514350" eaLnBrk="1" hangingPunct="1">
              <a:spcBef>
                <a:spcPts val="0"/>
              </a:spcBef>
              <a:buClrTx/>
              <a:buSzPct val="100000"/>
              <a:buFont typeface="+mj-lt"/>
              <a:buAutoNum type="alphaUcPeriod"/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fr-BE" sz="3000" b="1" baseline="30000" dirty="0">
                <a:solidFill>
                  <a:schemeClr val="accent2">
                    <a:lumMod val="75000"/>
                  </a:schemeClr>
                </a:solidFill>
              </a:rPr>
              <a:t>ère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DA en CT </a:t>
            </a:r>
            <a:r>
              <a:rPr lang="fr-BE" sz="3000" dirty="0"/>
              <a:t>depuis le 30.09.2005.</a:t>
            </a:r>
            <a:endParaRPr lang="fr-BE" sz="3000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spcBef>
                <a:spcPts val="0"/>
              </a:spcBef>
              <a:buSzPct val="100000"/>
              <a:buFont typeface="+mj-lt"/>
              <a:buAutoNum type="alphaUcPeriod" startAt="2"/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Changement d’employeur </a:t>
            </a:r>
            <a:r>
              <a:rPr lang="fr-BE" sz="3000" dirty="0"/>
              <a:t>depuis le dernier jour de CT indemnisé.</a:t>
            </a:r>
          </a:p>
          <a:p>
            <a:pPr marL="514350" indent="-514350">
              <a:spcBef>
                <a:spcPts val="0"/>
              </a:spcBef>
              <a:buSzPct val="100000"/>
              <a:buFont typeface="+mj-lt"/>
              <a:buAutoNum type="alphaUcPeriod" startAt="3"/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Modification du Q et/ou du S </a:t>
            </a:r>
            <a:r>
              <a:rPr lang="fr-BE" sz="3000" dirty="0"/>
              <a:t>depuis le dernier jour de CT indemnisé (sans modification du préfixe).</a:t>
            </a:r>
          </a:p>
          <a:p>
            <a:pPr marL="514350" indent="-514350">
              <a:spcBef>
                <a:spcPts val="0"/>
              </a:spcBef>
              <a:buSzPct val="100000"/>
              <a:buFont typeface="+mj-lt"/>
              <a:buAutoNum type="alphaUcPeriod" startAt="4"/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Modification du préfixe</a:t>
            </a:r>
            <a:r>
              <a:rPr lang="fr-BE" sz="3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BE" sz="3000" dirty="0"/>
              <a:t>suite à une modification du facteur Q et/ou du salaire.</a:t>
            </a:r>
          </a:p>
          <a:p>
            <a:pPr marL="514350" indent="-514350">
              <a:spcBef>
                <a:spcPts val="0"/>
              </a:spcBef>
              <a:buSzPct val="100000"/>
              <a:buFont typeface="+mj-lt"/>
              <a:buAutoNum type="alphaUcPeriod" startAt="5"/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Si au moins 36 mois calendrier </a:t>
            </a:r>
            <a:r>
              <a:rPr lang="fr-BE" sz="3000" dirty="0"/>
              <a:t>depuis le DJI en CT.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2134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BE" sz="4000" b="1" i="1" dirty="0"/>
              <a:t>5. Constitution du dossier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11</a:t>
            </a:fld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8520EB5-183D-47F9-BAA6-5EF9D2F1A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571625"/>
            <a:ext cx="457200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99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5.1. Documents et flux nécessaires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303837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ClrTx/>
              <a:buNone/>
            </a:pPr>
            <a:r>
              <a:rPr lang="fr-BE" u="sng" dirty="0"/>
              <a:t>Type de script</a:t>
            </a:r>
            <a:r>
              <a:rPr lang="fr-BE" dirty="0"/>
              <a:t>:</a:t>
            </a:r>
          </a:p>
          <a:p>
            <a:pPr marL="1257300" lvl="2" indent="-457200">
              <a:spcBef>
                <a:spcPts val="0"/>
              </a:spcBef>
              <a:buFont typeface="Wingdings" panose="05000000000000000000" pitchFamily="2" charset="2"/>
              <a:buChar char="è"/>
            </a:pPr>
            <a:r>
              <a:rPr lang="fr-BE" sz="3000" dirty="0">
                <a:sym typeface="Wingdings" panose="05000000000000000000" pitchFamily="2" charset="2"/>
              </a:rPr>
              <a:t>Script 2.0</a:t>
            </a:r>
            <a:endParaRPr lang="fr-BE" sz="3000" dirty="0"/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fr-BE" u="sng" dirty="0"/>
              <a:t>Constitution du dossier :</a:t>
            </a:r>
          </a:p>
          <a:p>
            <a:pPr>
              <a:spcBef>
                <a:spcPts val="0"/>
              </a:spcBef>
              <a:buClrTx/>
              <a:buFont typeface="Wingdings" pitchFamily="2" charset="2"/>
              <a:buChar char="§"/>
            </a:pPr>
            <a:r>
              <a:rPr lang="fr-BE" sz="3000" b="1" dirty="0"/>
              <a:t>DRS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wech 502 (ou 505)</a:t>
            </a:r>
            <a:r>
              <a:rPr lang="fr-BE" sz="3000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>
              <a:spcBef>
                <a:spcPts val="0"/>
              </a:spcBef>
              <a:buClrTx/>
              <a:buFont typeface="Wingdings" pitchFamily="2" charset="2"/>
              <a:buChar char="§"/>
            </a:pPr>
            <a:r>
              <a:rPr lang="fr-BE" sz="3000" b="1" dirty="0"/>
              <a:t>C3.2 travailleur </a:t>
            </a:r>
            <a:r>
              <a:rPr lang="fr-BE" sz="3000" dirty="0"/>
              <a:t>(pas de C3.2 travailleur-corona).</a:t>
            </a:r>
          </a:p>
          <a:p>
            <a:pPr>
              <a:spcBef>
                <a:spcPts val="0"/>
              </a:spcBef>
              <a:buClrTx/>
              <a:buFont typeface="Wingdings" pitchFamily="2" charset="2"/>
              <a:buChar char="§"/>
            </a:pPr>
            <a:r>
              <a:rPr lang="fr-BE" sz="3000" dirty="0"/>
              <a:t>C1 si l’interruption depuis le DJI en CT est &gt; à 1 an</a:t>
            </a: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sz="3000" dirty="0"/>
              <a:t>Si nécessaire C1A, C1C, C8 transfert, etc</a:t>
            </a:r>
            <a:r>
              <a:rPr lang="fr-BE" sz="2600" dirty="0"/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fr-BE" sz="2600" dirty="0"/>
          </a:p>
          <a:p>
            <a:pPr marL="0" indent="0">
              <a:spcBef>
                <a:spcPts val="0"/>
              </a:spcBef>
              <a:buNone/>
            </a:pPr>
            <a:r>
              <a:rPr lang="fr-BE" sz="2800" i="1" u="sng" dirty="0"/>
              <a:t>Particularité pour la levée art. d’indemnisation 19CRIS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2800" dirty="0"/>
              <a:t>C1 introduit sur type C9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</a:rPr>
              <a:t>82A</a:t>
            </a:r>
          </a:p>
          <a:p>
            <a:pPr>
              <a:spcBef>
                <a:spcPts val="0"/>
              </a:spcBef>
              <a:buClrTx/>
              <a:buFont typeface="Wingdings" pitchFamily="2" charset="2"/>
              <a:buChar char="§"/>
            </a:pPr>
            <a:endParaRPr lang="fr-BE" sz="1200" dirty="0"/>
          </a:p>
          <a:p>
            <a:pPr marL="0" indent="0">
              <a:spcBef>
                <a:spcPts val="0"/>
              </a:spcBef>
              <a:buClrTx/>
              <a:buNone/>
            </a:pPr>
            <a:endParaRPr lang="fr-BE" sz="600" i="1" u="sng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B1BEB5-45A3-4895-AC57-C4421201D2F0}"/>
              </a:ext>
            </a:extLst>
          </p:cNvPr>
          <p:cNvSpPr/>
          <p:nvPr/>
        </p:nvSpPr>
        <p:spPr>
          <a:xfrm>
            <a:off x="251520" y="5013176"/>
            <a:ext cx="8568952" cy="11430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25746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5.2. Délai d’introduction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209331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ClrTx/>
              <a:buNone/>
            </a:pPr>
            <a:r>
              <a:rPr lang="fr-BE" dirty="0"/>
              <a:t>Le dossier chômage temporaire doit parvenir au BC compétent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au plus tard à la fin du 2</a:t>
            </a:r>
            <a:r>
              <a:rPr lang="fr-BE" b="1" baseline="30000" dirty="0">
                <a:solidFill>
                  <a:schemeClr val="accent2">
                    <a:lumMod val="75000"/>
                  </a:schemeClr>
                </a:solidFill>
              </a:rPr>
              <a:t>ème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 mois suivant le mois de la DA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 marL="0" indent="0">
              <a:spcBef>
                <a:spcPts val="600"/>
              </a:spcBef>
              <a:buClrTx/>
              <a:buNone/>
            </a:pPr>
            <a:endParaRPr lang="fr-BE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spcBef>
                <a:spcPts val="600"/>
              </a:spcBef>
              <a:buClrTx/>
              <a:buNone/>
            </a:pPr>
            <a:r>
              <a:rPr lang="fr-BE" sz="3000" dirty="0"/>
              <a:t>Possibilité d’obtenir une prolongation du délai </a:t>
            </a:r>
            <a:r>
              <a:rPr lang="fr-BE" sz="3000" b="1" dirty="0"/>
              <a:t>d’un mois supplémentaire</a:t>
            </a:r>
            <a:r>
              <a:rPr lang="fr-BE" sz="3000" dirty="0"/>
              <a:t> si introduction d’une demande de l’application de </a:t>
            </a:r>
            <a:r>
              <a:rPr lang="fr-BE" sz="3000" b="1" dirty="0"/>
              <a:t>l’art.92§5 </a:t>
            </a:r>
            <a:r>
              <a:rPr lang="fr-BE" sz="3000" dirty="0"/>
              <a:t>de l’AM du 26.11.1991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15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5.3. Type C9 et codification</a:t>
            </a:r>
            <a:endParaRPr lang="en-US" sz="4000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51520" y="1600200"/>
            <a:ext cx="8435280" cy="4983162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endParaRPr lang="fr-BE" sz="1200" b="1" dirty="0"/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800</a:t>
            </a:r>
            <a:r>
              <a:rPr lang="fr-BE" dirty="0"/>
              <a:t> : Toute 1</a:t>
            </a:r>
            <a:r>
              <a:rPr lang="fr-BE" baseline="30000" dirty="0"/>
              <a:t>ière</a:t>
            </a:r>
            <a:r>
              <a:rPr lang="fr-BE" dirty="0"/>
              <a:t> DA en CT.</a:t>
            </a: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820</a:t>
            </a:r>
            <a:r>
              <a:rPr lang="fr-BE" dirty="0"/>
              <a:t> : Révision du code ou autre DA obligatoire.</a:t>
            </a: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890</a:t>
            </a:r>
            <a:r>
              <a:rPr lang="fr-BE" dirty="0">
                <a:solidFill>
                  <a:srgbClr val="C00000"/>
                </a:solidFill>
              </a:rPr>
              <a:t> </a:t>
            </a:r>
            <a:r>
              <a:rPr lang="fr-BE" dirty="0"/>
              <a:t>: Autres introduction pour CT.</a:t>
            </a:r>
          </a:p>
          <a:p>
            <a:pPr>
              <a:spcBef>
                <a:spcPts val="0"/>
              </a:spcBef>
              <a:buFont typeface="Wingdings" pitchFamily="2" charset="2"/>
              <a:buChar char="§"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82A</a:t>
            </a:r>
            <a:r>
              <a:rPr lang="fr-BE" dirty="0"/>
              <a:t> : C1 pour levée art. d’</a:t>
            </a:r>
            <a:r>
              <a:rPr lang="fr-BE" dirty="0" err="1"/>
              <a:t>indem</a:t>
            </a:r>
            <a:r>
              <a:rPr lang="fr-BE" dirty="0"/>
              <a:t> « 19CRIS »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fr-BE" b="1" dirty="0"/>
              <a:t>Codification en CT:</a:t>
            </a:r>
          </a:p>
          <a:p>
            <a:pPr marL="400050" lvl="1" indent="0">
              <a:lnSpc>
                <a:spcPct val="150000"/>
              </a:lnSpc>
              <a:spcBef>
                <a:spcPts val="0"/>
              </a:spcBef>
              <a:buNone/>
            </a:pPr>
            <a:endParaRPr lang="fr-BE" b="1" dirty="0"/>
          </a:p>
          <a:p>
            <a:pPr marL="1714500" lvl="4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fr-BE" sz="2600" dirty="0"/>
              <a:t>Préfixe                   </a:t>
            </a:r>
            <a:r>
              <a:rPr lang="fr-BE" sz="2600" dirty="0" err="1"/>
              <a:t>Sit.familiale</a:t>
            </a:r>
            <a:endParaRPr lang="fr-BE" sz="2600" dirty="0"/>
          </a:p>
          <a:p>
            <a:pPr marL="2628900" lvl="6" indent="0">
              <a:lnSpc>
                <a:spcPct val="150000"/>
              </a:lnSpc>
              <a:spcBef>
                <a:spcPts val="0"/>
              </a:spcBef>
              <a:buNone/>
            </a:pPr>
            <a:endParaRPr lang="fr-BE" sz="2600" dirty="0"/>
          </a:p>
          <a:p>
            <a:pPr marL="2628900" lvl="6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fr-BE" sz="2600" dirty="0"/>
              <a:t> </a:t>
            </a:r>
            <a:r>
              <a:rPr lang="fr-BE" sz="2600" dirty="0">
                <a:solidFill>
                  <a:schemeClr val="accent3">
                    <a:lumMod val="75000"/>
                  </a:schemeClr>
                </a:solidFill>
              </a:rPr>
              <a:t>code chiffré</a:t>
            </a:r>
            <a:r>
              <a:rPr lang="fr-BE" sz="2600" dirty="0"/>
              <a:t>      </a:t>
            </a:r>
            <a:r>
              <a:rPr lang="fr-BE" sz="2600" dirty="0">
                <a:solidFill>
                  <a:schemeClr val="accent2">
                    <a:lumMod val="75000"/>
                  </a:schemeClr>
                </a:solidFill>
              </a:rPr>
              <a:t>         suffixe 0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14</a:t>
            </a:fld>
            <a:endParaRPr lang="fr-FR" dirty="0"/>
          </a:p>
        </p:txBody>
      </p: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C1422C4D-C711-4081-BCEA-8F09F22C4604}"/>
              </a:ext>
            </a:extLst>
          </p:cNvPr>
          <p:cNvCxnSpPr/>
          <p:nvPr/>
        </p:nvCxnSpPr>
        <p:spPr>
          <a:xfrm flipH="1">
            <a:off x="3021752" y="4610824"/>
            <a:ext cx="360040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2B3F2D11-1205-49D3-9E15-8C78D1EBB39B}"/>
              </a:ext>
            </a:extLst>
          </p:cNvPr>
          <p:cNvCxnSpPr/>
          <p:nvPr/>
        </p:nvCxnSpPr>
        <p:spPr>
          <a:xfrm flipH="1">
            <a:off x="3851920" y="4653136"/>
            <a:ext cx="216024" cy="1152128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05477AA1-6F62-45B1-95DD-68EB527C7FD2}"/>
              </a:ext>
            </a:extLst>
          </p:cNvPr>
          <p:cNvCxnSpPr>
            <a:cxnSpLocks/>
          </p:cNvCxnSpPr>
          <p:nvPr/>
        </p:nvCxnSpPr>
        <p:spPr>
          <a:xfrm>
            <a:off x="4572000" y="4653136"/>
            <a:ext cx="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8FFEE772-17C3-4E02-B729-AE5B279C8C5D}"/>
              </a:ext>
            </a:extLst>
          </p:cNvPr>
          <p:cNvCxnSpPr>
            <a:cxnSpLocks/>
          </p:cNvCxnSpPr>
          <p:nvPr/>
        </p:nvCxnSpPr>
        <p:spPr>
          <a:xfrm>
            <a:off x="4860032" y="4653136"/>
            <a:ext cx="720080" cy="115212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F666A0B3-ADC8-4DDB-8208-6AFA8049E418}"/>
              </a:ext>
            </a:extLst>
          </p:cNvPr>
          <p:cNvSpPr txBox="1"/>
          <p:nvPr/>
        </p:nvSpPr>
        <p:spPr>
          <a:xfrm>
            <a:off x="3316649" y="4091781"/>
            <a:ext cx="79208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000" b="1" dirty="0"/>
              <a:t>02/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3878815-B9A8-47E5-B0C3-9AC3FC46D9D8}"/>
              </a:ext>
            </a:extLst>
          </p:cNvPr>
          <p:cNvSpPr txBox="1"/>
          <p:nvPr/>
        </p:nvSpPr>
        <p:spPr>
          <a:xfrm>
            <a:off x="3892148" y="4101204"/>
            <a:ext cx="79208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000" b="1" dirty="0">
                <a:solidFill>
                  <a:schemeClr val="accent3">
                    <a:lumMod val="75000"/>
                  </a:schemeClr>
                </a:solidFill>
              </a:rPr>
              <a:t>78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327188D1-EF58-4061-9416-DD874DE01370}"/>
              </a:ext>
            </a:extLst>
          </p:cNvPr>
          <p:cNvSpPr txBox="1"/>
          <p:nvPr/>
        </p:nvSpPr>
        <p:spPr>
          <a:xfrm>
            <a:off x="4325320" y="4104069"/>
            <a:ext cx="79208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000" b="1" dirty="0"/>
              <a:t>N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5E0588D-04A1-4FF0-A02B-224363BAEB9C}"/>
              </a:ext>
            </a:extLst>
          </p:cNvPr>
          <p:cNvSpPr txBox="1"/>
          <p:nvPr/>
        </p:nvSpPr>
        <p:spPr>
          <a:xfrm>
            <a:off x="4587823" y="4099138"/>
            <a:ext cx="79208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019330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/>
              <a:t>6. Indemnisation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15</a:t>
            </a:fld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4ACFE97-DBC5-470C-A327-3378AED68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1694038"/>
            <a:ext cx="5422471" cy="466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786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6.1. Montant de l’allocation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417638"/>
            <a:ext cx="8363272" cy="516572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2900" dirty="0"/>
              <a:t>Depuis le </a:t>
            </a:r>
            <a:r>
              <a:rPr lang="fr-BE" sz="2900" b="1" dirty="0">
                <a:solidFill>
                  <a:schemeClr val="accent2">
                    <a:lumMod val="75000"/>
                  </a:schemeClr>
                </a:solidFill>
              </a:rPr>
              <a:t>01.01.2020</a:t>
            </a:r>
            <a:r>
              <a:rPr lang="fr-BE" sz="2900" dirty="0"/>
              <a:t>, plus de différence de taux journalier en CT quelque soit la situation familiale</a:t>
            </a:r>
            <a:r>
              <a:rPr lang="fr-BE" sz="2800" dirty="0"/>
              <a:t>: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è"/>
            </a:pPr>
            <a:r>
              <a:rPr lang="fr-BE" sz="2600" dirty="0">
                <a:sym typeface="Wingdings" panose="05000000000000000000" pitchFamily="2" charset="2"/>
              </a:rPr>
              <a:t>Taux = </a:t>
            </a:r>
            <a:r>
              <a:rPr lang="fr-BE" sz="2600" b="1" dirty="0">
                <a:sym typeface="Wingdings" panose="05000000000000000000" pitchFamily="2" charset="2"/>
              </a:rPr>
              <a:t>60,17</a:t>
            </a:r>
            <a:r>
              <a:rPr lang="fr-BE" sz="2600" dirty="0">
                <a:sym typeface="Wingdings" panose="05000000000000000000" pitchFamily="2" charset="2"/>
              </a:rPr>
              <a:t>€/allocation </a:t>
            </a:r>
            <a:r>
              <a:rPr lang="fr-BE" sz="2600" b="1" dirty="0">
                <a:sym typeface="Wingdings" panose="05000000000000000000" pitchFamily="2" charset="2"/>
              </a:rPr>
              <a:t>min</a:t>
            </a:r>
            <a:r>
              <a:rPr lang="fr-BE" sz="2600" dirty="0">
                <a:sym typeface="Wingdings" panose="05000000000000000000" pitchFamily="2" charset="2"/>
              </a:rPr>
              <a:t>. à </a:t>
            </a:r>
            <a:r>
              <a:rPr lang="fr-BE" sz="2600" b="1" dirty="0">
                <a:sym typeface="Wingdings" panose="05000000000000000000" pitchFamily="2" charset="2"/>
              </a:rPr>
              <a:t>78,41</a:t>
            </a:r>
            <a:r>
              <a:rPr lang="fr-BE" sz="2600" dirty="0">
                <a:sym typeface="Wingdings" panose="05000000000000000000" pitchFamily="2" charset="2"/>
              </a:rPr>
              <a:t>€/jour </a:t>
            </a:r>
            <a:r>
              <a:rPr lang="fr-BE" sz="2600" b="1" dirty="0">
                <a:sym typeface="Wingdings" panose="05000000000000000000" pitchFamily="2" charset="2"/>
              </a:rPr>
              <a:t>max</a:t>
            </a:r>
            <a:r>
              <a:rPr lang="fr-BE" sz="2600" dirty="0">
                <a:sym typeface="Wingdings" panose="05000000000000000000" pitchFamily="2" charset="2"/>
              </a:rPr>
              <a:t>. pour les 02/ et 06/ </a:t>
            </a:r>
            <a:r>
              <a:rPr lang="fr-BE" sz="2200" dirty="0">
                <a:sym typeface="Wingdings" panose="05000000000000000000" pitchFamily="2" charset="2"/>
              </a:rPr>
              <a:t>(barème du 01.11.2022)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è"/>
            </a:pPr>
            <a:r>
              <a:rPr lang="fr-BE" sz="2600" dirty="0"/>
              <a:t>Taux = </a:t>
            </a:r>
            <a:r>
              <a:rPr lang="fr-BE" sz="2600" b="1" dirty="0"/>
              <a:t>30,09</a:t>
            </a:r>
            <a:r>
              <a:rPr lang="fr-BE" sz="2600" dirty="0"/>
              <a:t>€/demi-allocation </a:t>
            </a:r>
            <a:r>
              <a:rPr lang="fr-BE" sz="2600" b="1" dirty="0"/>
              <a:t>min</a:t>
            </a:r>
            <a:r>
              <a:rPr lang="fr-BE" sz="2600" dirty="0"/>
              <a:t>. à </a:t>
            </a:r>
            <a:r>
              <a:rPr lang="fr-BE" sz="2600" b="1" dirty="0"/>
              <a:t>39,214</a:t>
            </a:r>
            <a:r>
              <a:rPr lang="fr-BE" sz="2600" dirty="0"/>
              <a:t>€/demi-allocation </a:t>
            </a:r>
            <a:r>
              <a:rPr lang="fr-BE" sz="2600" b="1" dirty="0"/>
              <a:t>max</a:t>
            </a:r>
            <a:r>
              <a:rPr lang="fr-BE" sz="2600" dirty="0"/>
              <a:t>. pour les 04/ </a:t>
            </a:r>
            <a:r>
              <a:rPr lang="fr-BE" sz="2200" dirty="0">
                <a:sym typeface="Wingdings" panose="05000000000000000000" pitchFamily="2" charset="2"/>
              </a:rPr>
              <a:t>(barème du 01.11.2022)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2900" dirty="0"/>
              <a:t>Le montant des allocations de chômage temporaire correspond à </a:t>
            </a:r>
            <a:r>
              <a:rPr lang="fr-BE" sz="2900" b="1" dirty="0">
                <a:solidFill>
                  <a:schemeClr val="accent2">
                    <a:lumMod val="75000"/>
                  </a:schemeClr>
                </a:solidFill>
              </a:rPr>
              <a:t>65 % </a:t>
            </a:r>
            <a:r>
              <a:rPr lang="fr-BE" sz="2900" dirty="0"/>
              <a:t>du salaire brut plafonné à 3.136,46 € brut par mois (barème </a:t>
            </a:r>
            <a:r>
              <a:rPr lang="fr-BE" sz="2900"/>
              <a:t>du 01.11.2022</a:t>
            </a:r>
            <a:r>
              <a:rPr lang="fr-BE" sz="2900" dirty="0"/>
              <a:t>).</a:t>
            </a:r>
          </a:p>
          <a:p>
            <a:pPr lvl="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900" dirty="0">
                <a:solidFill>
                  <a:prstClr val="black"/>
                </a:solidFill>
              </a:rPr>
              <a:t>Un </a:t>
            </a:r>
            <a:r>
              <a:rPr lang="fr-BE" sz="2900" b="1" dirty="0">
                <a:solidFill>
                  <a:schemeClr val="accent2">
                    <a:lumMod val="75000"/>
                  </a:schemeClr>
                </a:solidFill>
              </a:rPr>
              <a:t>précompte professionnel de 26,75% </a:t>
            </a:r>
            <a:r>
              <a:rPr lang="fr-BE" sz="2900" dirty="0">
                <a:solidFill>
                  <a:prstClr val="black"/>
                </a:solidFill>
              </a:rPr>
              <a:t>est retenu sur le paiement des  allocations de CT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fr-BE" sz="3000" dirty="0"/>
          </a:p>
          <a:p>
            <a:pPr marL="0" indent="0">
              <a:spcBef>
                <a:spcPts val="0"/>
              </a:spcBef>
              <a:buNone/>
            </a:pP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7786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sz="4000" b="1" i="1" dirty="0"/>
              <a:t>6.2. Documents et flux de paiement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FR" b="1" u="sng" dirty="0"/>
              <a:t>Habituellement</a:t>
            </a:r>
            <a:r>
              <a:rPr lang="fr-FR" b="1" dirty="0"/>
              <a:t> :</a:t>
            </a:r>
          </a:p>
          <a:p>
            <a:pPr marL="0" indent="0">
              <a:spcBef>
                <a:spcPts val="0"/>
              </a:spcBef>
              <a:buNone/>
            </a:pPr>
            <a:endParaRPr lang="fr-FR" b="1" dirty="0"/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BE" sz="3000" b="1" dirty="0"/>
              <a:t> C3.2A </a:t>
            </a:r>
            <a:r>
              <a:rPr lang="fr-BE" sz="3000" u="sng" dirty="0"/>
              <a:t>ou</a:t>
            </a:r>
            <a:r>
              <a:rPr lang="fr-BE" sz="3000" b="1" dirty="0"/>
              <a:t> C3.2A fse </a:t>
            </a:r>
            <a:r>
              <a:rPr lang="fr-BE" sz="3000" i="1" dirty="0"/>
              <a:t>(construction).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BE" sz="3000" b="1" dirty="0"/>
              <a:t> DRS </a:t>
            </a:r>
            <a:r>
              <a:rPr lang="fr-BE" sz="3400" b="1" dirty="0">
                <a:solidFill>
                  <a:schemeClr val="accent2">
                    <a:lumMod val="75000"/>
                  </a:schemeClr>
                </a:solidFill>
              </a:rPr>
              <a:t>wech 505</a:t>
            </a:r>
            <a:r>
              <a:rPr lang="fr-BE" sz="3000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fr-FR" b="1" dirty="0"/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FR" b="1" u="sng" dirty="0"/>
              <a:t>Mesures Covid (jusqu’au 31.12.2022)</a:t>
            </a:r>
            <a:r>
              <a:rPr lang="fr-FR" b="1" dirty="0"/>
              <a:t> : </a:t>
            </a:r>
          </a:p>
          <a:p>
            <a:pPr marL="0" indent="0">
              <a:spcBef>
                <a:spcPts val="0"/>
              </a:spcBef>
              <a:buNone/>
            </a:pPr>
            <a:endParaRPr lang="fr-FR" b="1" dirty="0"/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BE" b="1" dirty="0"/>
              <a:t> </a:t>
            </a:r>
            <a:r>
              <a:rPr lang="fr-BE" sz="3000" b="1" dirty="0"/>
              <a:t>DRS </a:t>
            </a:r>
            <a:r>
              <a:rPr lang="fr-BE" sz="3400" b="1" dirty="0">
                <a:solidFill>
                  <a:schemeClr val="accent2">
                    <a:lumMod val="75000"/>
                  </a:schemeClr>
                </a:solidFill>
              </a:rPr>
              <a:t>wech 505</a:t>
            </a:r>
            <a:r>
              <a:rPr lang="fr-BE" sz="3400" dirty="0"/>
              <a:t>.</a:t>
            </a:r>
          </a:p>
          <a:p>
            <a:pPr marL="0" lvl="1" indent="0">
              <a:spcBef>
                <a:spcPts val="0"/>
              </a:spcBef>
              <a:buNone/>
            </a:pPr>
            <a:endParaRPr lang="fr-BE" sz="2400" b="1" u="sng" dirty="0">
              <a:sym typeface="Wingdings" panose="05000000000000000000" pitchFamily="2" charset="2"/>
            </a:endParaRPr>
          </a:p>
          <a:p>
            <a:pPr marL="0" indent="0">
              <a:spcBef>
                <a:spcPts val="0"/>
              </a:spcBef>
              <a:buNone/>
            </a:pPr>
            <a:endParaRPr lang="fr-FR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00215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sz="4000" b="1" i="1" dirty="0"/>
              <a:t>6.3. Communication et de notification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FR" sz="2900" dirty="0"/>
              <a:t>Pour certaines formes de CT, </a:t>
            </a:r>
            <a:r>
              <a:rPr lang="fr-FR" sz="2900" b="1" dirty="0"/>
              <a:t>l’employeur est tenu </a:t>
            </a:r>
            <a:r>
              <a:rPr lang="fr-FR" sz="2800" dirty="0"/>
              <a:t>: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FR" sz="2600" dirty="0"/>
              <a:t>De </a:t>
            </a:r>
            <a:r>
              <a:rPr lang="fr-FR" sz="2600" b="1" dirty="0">
                <a:solidFill>
                  <a:schemeClr val="accent2">
                    <a:lumMod val="75000"/>
                  </a:schemeClr>
                </a:solidFill>
              </a:rPr>
              <a:t>notifier</a:t>
            </a:r>
            <a:r>
              <a:rPr lang="fr-FR" sz="2600" dirty="0"/>
              <a:t> au BC la </a:t>
            </a:r>
            <a:r>
              <a:rPr lang="fr-FR" sz="2600" b="1" dirty="0"/>
              <a:t>période</a:t>
            </a:r>
            <a:r>
              <a:rPr lang="fr-FR" sz="2600" dirty="0"/>
              <a:t> durant laquelle le CT pourrait s’appliquer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fr-FR" sz="2600" dirty="0"/>
              <a:t>De </a:t>
            </a:r>
            <a:r>
              <a:rPr lang="fr-FR" sz="2600" b="1" dirty="0">
                <a:solidFill>
                  <a:schemeClr val="accent2">
                    <a:lumMod val="75000"/>
                  </a:schemeClr>
                </a:solidFill>
              </a:rPr>
              <a:t>communiquer mensuellement </a:t>
            </a:r>
            <a:r>
              <a:rPr lang="fr-FR" sz="2600" dirty="0"/>
              <a:t>au BC le </a:t>
            </a:r>
            <a:r>
              <a:rPr lang="fr-FR" sz="2600" b="1" dirty="0"/>
              <a:t>1</a:t>
            </a:r>
            <a:r>
              <a:rPr lang="fr-FR" sz="2600" b="1" baseline="30000" dirty="0"/>
              <a:t>er</a:t>
            </a:r>
            <a:r>
              <a:rPr lang="fr-FR" sz="2600" b="1" dirty="0"/>
              <a:t> jour chômé dans le mois</a:t>
            </a:r>
          </a:p>
          <a:p>
            <a:pPr marL="342900" lvl="1" indent="-342900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FR" sz="2400" dirty="0"/>
              <a:t>Aperçu des obligations pour les </a:t>
            </a:r>
            <a:r>
              <a:rPr lang="fr-FR" sz="2400" b="1" dirty="0">
                <a:solidFill>
                  <a:schemeClr val="accent2">
                    <a:lumMod val="75000"/>
                  </a:schemeClr>
                </a:solidFill>
              </a:rPr>
              <a:t>CT « E », « SE », « I » et « F »</a:t>
            </a:r>
          </a:p>
          <a:p>
            <a:pPr marL="0" lvl="1" indent="0">
              <a:spcBef>
                <a:spcPts val="0"/>
              </a:spcBef>
              <a:buNone/>
            </a:pPr>
            <a:endParaRPr lang="fr-FR" sz="2400" b="1" dirty="0">
              <a:solidFill>
                <a:srgbClr val="C00000"/>
              </a:solidFill>
            </a:endParaRPr>
          </a:p>
          <a:p>
            <a:pPr marL="0" lvl="1" indent="0">
              <a:spcBef>
                <a:spcPts val="0"/>
              </a:spcBef>
              <a:buNone/>
            </a:pPr>
            <a:endParaRPr lang="fr-FR" sz="2400" b="1" dirty="0">
              <a:solidFill>
                <a:srgbClr val="C00000"/>
              </a:solidFill>
            </a:endParaRPr>
          </a:p>
          <a:p>
            <a:pPr marL="0" lvl="1" indent="0">
              <a:spcBef>
                <a:spcPts val="0"/>
              </a:spcBef>
              <a:buNone/>
            </a:pPr>
            <a:endParaRPr lang="fr-FR" sz="2400" b="1" dirty="0">
              <a:solidFill>
                <a:srgbClr val="C00000"/>
              </a:solidFill>
            </a:endParaRPr>
          </a:p>
          <a:p>
            <a:pPr marL="0" lvl="1" indent="0">
              <a:spcBef>
                <a:spcPts val="0"/>
              </a:spcBef>
              <a:buNone/>
            </a:pPr>
            <a:endParaRPr lang="fr-FR" sz="2400" b="1" dirty="0">
              <a:solidFill>
                <a:srgbClr val="C00000"/>
              </a:solidFill>
            </a:endParaRPr>
          </a:p>
          <a:p>
            <a:pPr marL="0" lvl="1" indent="0">
              <a:spcBef>
                <a:spcPts val="0"/>
              </a:spcBef>
              <a:buNone/>
            </a:pPr>
            <a:endParaRPr lang="fr-FR" sz="2400" b="1" dirty="0">
              <a:solidFill>
                <a:srgbClr val="C00000"/>
              </a:solidFill>
            </a:endParaRPr>
          </a:p>
          <a:p>
            <a:pPr marL="0" lvl="1" indent="0">
              <a:spcBef>
                <a:spcPts val="0"/>
              </a:spcBef>
              <a:buNone/>
            </a:pPr>
            <a:endParaRPr lang="fr-FR" sz="2400" b="1" dirty="0">
              <a:solidFill>
                <a:srgbClr val="C00000"/>
              </a:solidFill>
            </a:endParaRPr>
          </a:p>
          <a:p>
            <a:pPr marL="0" lvl="1" indent="0">
              <a:spcBef>
                <a:spcPts val="0"/>
              </a:spcBef>
              <a:buNone/>
            </a:pPr>
            <a:endParaRPr lang="fr-FR" sz="2400" b="1" strike="sngStrike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18</a:t>
            </a:fld>
            <a:endParaRPr lang="fr-FR" dirty="0"/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0309315B-0F97-4510-840E-74BFA8B28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157106"/>
              </p:ext>
            </p:extLst>
          </p:nvPr>
        </p:nvGraphicFramePr>
        <p:xfrm>
          <a:off x="179512" y="4082875"/>
          <a:ext cx="8712968" cy="221563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81212">
                  <a:extLst>
                    <a:ext uri="{9D8B030D-6E8A-4147-A177-3AD203B41FA5}">
                      <a16:colId xmlns:a16="http://schemas.microsoft.com/office/drawing/2014/main" val="4248901191"/>
                    </a:ext>
                  </a:extLst>
                </a:gridCol>
                <a:gridCol w="3097455">
                  <a:extLst>
                    <a:ext uri="{9D8B030D-6E8A-4147-A177-3AD203B41FA5}">
                      <a16:colId xmlns:a16="http://schemas.microsoft.com/office/drawing/2014/main" val="593370794"/>
                    </a:ext>
                  </a:extLst>
                </a:gridCol>
                <a:gridCol w="3034301">
                  <a:extLst>
                    <a:ext uri="{9D8B030D-6E8A-4147-A177-3AD203B41FA5}">
                      <a16:colId xmlns:a16="http://schemas.microsoft.com/office/drawing/2014/main" val="3969659221"/>
                    </a:ext>
                  </a:extLst>
                </a:gridCol>
              </a:tblGrid>
              <a:tr h="467736"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solidFill>
                            <a:schemeClr val="tx1"/>
                          </a:solidFill>
                        </a:rPr>
                        <a:t>Nature 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Hors mesures Covid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Mesures Covid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136884"/>
                  </a:ext>
                </a:extLst>
              </a:tr>
              <a:tr h="467736">
                <a:tc>
                  <a:txBody>
                    <a:bodyPr/>
                    <a:lstStyle/>
                    <a:p>
                      <a:r>
                        <a:rPr lang="fr-BE" b="1" dirty="0"/>
                        <a:t>Force majeure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Notification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Notification obligatoire à partir du 01.07.2022</a:t>
                      </a:r>
                      <a:endParaRPr lang="fr-BE" baseline="30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089151"/>
                  </a:ext>
                </a:extLst>
              </a:tr>
              <a:tr h="467736">
                <a:tc>
                  <a:txBody>
                    <a:bodyPr/>
                    <a:lstStyle/>
                    <a:p>
                      <a:r>
                        <a:rPr lang="fr-BE" b="1" dirty="0"/>
                        <a:t>Économique/Suspension employé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Notification et 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Notification et Communication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959346"/>
                  </a:ext>
                </a:extLst>
              </a:tr>
              <a:tr h="467736">
                <a:tc>
                  <a:txBody>
                    <a:bodyPr/>
                    <a:lstStyle/>
                    <a:p>
                      <a:r>
                        <a:rPr lang="fr-BE" b="1" dirty="0"/>
                        <a:t>Intempérie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Communication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30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5812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6.4. Nombre d’allocations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fr-BE" dirty="0"/>
              <a:t>Nombre d’allocations en CT préfixe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02/</a:t>
            </a:r>
            <a:r>
              <a:rPr lang="fr-BE" dirty="0"/>
              <a:t> et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06/</a:t>
            </a:r>
          </a:p>
          <a:p>
            <a:pPr algn="ctr">
              <a:spcBef>
                <a:spcPts val="0"/>
              </a:spcBef>
              <a:buFont typeface="Wingdings" pitchFamily="2" charset="2"/>
              <a:buNone/>
            </a:pPr>
            <a:endParaRPr lang="fr-BE" sz="3600" b="1" dirty="0"/>
          </a:p>
          <a:p>
            <a:pPr algn="ctr">
              <a:spcBef>
                <a:spcPts val="0"/>
              </a:spcBef>
              <a:buFont typeface="Wingdings" pitchFamily="2" charset="2"/>
              <a:buNone/>
            </a:pPr>
            <a:r>
              <a:rPr lang="fr-BE" sz="4400" b="1" dirty="0">
                <a:solidFill>
                  <a:schemeClr val="accent2">
                    <a:lumMod val="75000"/>
                  </a:schemeClr>
                </a:solidFill>
              </a:rPr>
              <a:t>P x 6/Q</a:t>
            </a: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endParaRPr lang="fr-BE" sz="3000" dirty="0"/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fr-BE" sz="3000" b="1" dirty="0"/>
              <a:t>P</a:t>
            </a:r>
            <a:r>
              <a:rPr lang="fr-BE" sz="3000" dirty="0"/>
              <a:t> = nombre d’heures de chômage temporaire</a:t>
            </a: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fr-BE" sz="3000" b="1" dirty="0"/>
              <a:t>Q </a:t>
            </a:r>
            <a:r>
              <a:rPr lang="fr-BE" sz="3000" dirty="0"/>
              <a:t>= nombre d’heures contractuelles de travail</a:t>
            </a: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endParaRPr lang="fr-BE" sz="1000" dirty="0"/>
          </a:p>
          <a:p>
            <a:pPr>
              <a:spcBef>
                <a:spcPts val="0"/>
              </a:spcBef>
              <a:buFont typeface="Wingdings" pitchFamily="2" charset="2"/>
              <a:buNone/>
            </a:pPr>
            <a:endParaRPr lang="fr-BE" sz="1000" dirty="0"/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fr-BE" sz="2800" dirty="0"/>
              <a:t>Arrondi = 	unité inf. si &lt; 0,25</a:t>
            </a: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fr-BE" sz="2800" dirty="0"/>
              <a:t>		       	0,5 si ≥ 0,25 et &lt; 0,75</a:t>
            </a: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fr-BE" sz="2800" dirty="0"/>
              <a:t>		      	unité sup. si ≥ 0,75	</a:t>
            </a:r>
            <a:endParaRPr lang="fr-FR" sz="2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19</a:t>
            </a:fld>
            <a:endParaRPr lang="fr-F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FCA518-CB57-48FF-B92B-B42CF51D661B}"/>
              </a:ext>
            </a:extLst>
          </p:cNvPr>
          <p:cNvSpPr/>
          <p:nvPr/>
        </p:nvSpPr>
        <p:spPr>
          <a:xfrm>
            <a:off x="3059832" y="2420888"/>
            <a:ext cx="3240360" cy="11430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74271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6.4. Nombre d’allocations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fr-BE" dirty="0"/>
              <a:t>Nombre </a:t>
            </a:r>
            <a:r>
              <a:rPr lang="fr-BE" dirty="0" err="1"/>
              <a:t>dallocations</a:t>
            </a:r>
            <a:r>
              <a:rPr lang="fr-BE" dirty="0"/>
              <a:t> en CT préfixe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04/</a:t>
            </a:r>
            <a:r>
              <a:rPr lang="fr-BE" dirty="0"/>
              <a:t> et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58/</a:t>
            </a:r>
          </a:p>
          <a:p>
            <a:pPr algn="ctr">
              <a:spcBef>
                <a:spcPts val="0"/>
              </a:spcBef>
              <a:buFont typeface="Wingdings" pitchFamily="2" charset="2"/>
              <a:buNone/>
            </a:pPr>
            <a:endParaRPr lang="fr-BE" sz="3600" b="1" dirty="0"/>
          </a:p>
          <a:p>
            <a:pPr algn="ctr">
              <a:spcBef>
                <a:spcPts val="0"/>
              </a:spcBef>
              <a:buFont typeface="Wingdings" pitchFamily="2" charset="2"/>
              <a:buNone/>
            </a:pPr>
            <a:r>
              <a:rPr lang="fr-BE" sz="4400" b="1" dirty="0">
                <a:solidFill>
                  <a:schemeClr val="accent2">
                    <a:lumMod val="75000"/>
                  </a:schemeClr>
                </a:solidFill>
              </a:rPr>
              <a:t>P x 12/S</a:t>
            </a: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endParaRPr lang="fr-BE" sz="3000" dirty="0"/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fr-BE" sz="3000" b="1" dirty="0"/>
              <a:t>P</a:t>
            </a:r>
            <a:r>
              <a:rPr lang="fr-BE" sz="3000" dirty="0"/>
              <a:t> = nombre d’heures de chômage temporaire</a:t>
            </a: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fr-BE" sz="3000" b="1" dirty="0"/>
              <a:t>S </a:t>
            </a:r>
            <a:r>
              <a:rPr lang="fr-BE" sz="3000" dirty="0"/>
              <a:t>= nombre d’heures pour le travailleur de référence à temps plein</a:t>
            </a: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endParaRPr lang="fr-BE" sz="1000" dirty="0"/>
          </a:p>
          <a:p>
            <a:pPr>
              <a:spcBef>
                <a:spcPts val="0"/>
              </a:spcBef>
              <a:buFont typeface="Wingdings" pitchFamily="2" charset="2"/>
              <a:buNone/>
            </a:pPr>
            <a:endParaRPr lang="fr-BE" sz="1000" dirty="0"/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fr-BE" sz="2800" dirty="0"/>
              <a:t>Arrondi = 	unité inf. si &lt; 0,50</a:t>
            </a: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fr-BE" sz="2800" dirty="0"/>
              <a:t>		      	unité sup. si ≥ 0,50	</a:t>
            </a:r>
            <a:endParaRPr lang="fr-FR" sz="2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FCA518-CB57-48FF-B92B-B42CF51D661B}"/>
              </a:ext>
            </a:extLst>
          </p:cNvPr>
          <p:cNvSpPr/>
          <p:nvPr/>
        </p:nvSpPr>
        <p:spPr>
          <a:xfrm>
            <a:off x="3059832" y="2420888"/>
            <a:ext cx="3240360" cy="11430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9353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6.4. Nombre d’allocations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fr-BE" dirty="0"/>
              <a:t>Nombre d’allocations en CT préfixe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57/</a:t>
            </a:r>
            <a:r>
              <a:rPr lang="fr-BE" dirty="0"/>
              <a:t> et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05/</a:t>
            </a:r>
          </a:p>
          <a:p>
            <a:pPr algn="ctr">
              <a:spcBef>
                <a:spcPts val="0"/>
              </a:spcBef>
              <a:buFont typeface="Wingdings" pitchFamily="2" charset="2"/>
              <a:buNone/>
            </a:pPr>
            <a:endParaRPr lang="fr-BE" sz="3600" b="1" dirty="0"/>
          </a:p>
          <a:p>
            <a:pPr algn="ctr">
              <a:spcBef>
                <a:spcPts val="0"/>
              </a:spcBef>
              <a:buFont typeface="Wingdings" pitchFamily="2" charset="2"/>
              <a:buNone/>
            </a:pPr>
            <a:r>
              <a:rPr lang="fr-BE" sz="4400" b="1" dirty="0">
                <a:solidFill>
                  <a:schemeClr val="accent2">
                    <a:lumMod val="75000"/>
                  </a:schemeClr>
                </a:solidFill>
              </a:rPr>
              <a:t>P x 6/S</a:t>
            </a: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endParaRPr lang="fr-BE" sz="3000" dirty="0"/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fr-BE" sz="3000" b="1" dirty="0"/>
              <a:t>P</a:t>
            </a:r>
            <a:r>
              <a:rPr lang="fr-BE" sz="3000" dirty="0"/>
              <a:t> = nombre d’heures de chômage temporaire</a:t>
            </a: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fr-BE" sz="3000" b="1" dirty="0">
                <a:solidFill>
                  <a:prstClr val="black"/>
                </a:solidFill>
              </a:rPr>
              <a:t>S</a:t>
            </a:r>
            <a:r>
              <a:rPr lang="fr-BE" sz="3000" dirty="0">
                <a:solidFill>
                  <a:prstClr val="black"/>
                </a:solidFill>
              </a:rPr>
              <a:t> = nombre d’heures pour le travailleur de référence à temps plein</a:t>
            </a:r>
            <a:endParaRPr lang="fr-BE" sz="1000" dirty="0"/>
          </a:p>
          <a:p>
            <a:pPr>
              <a:spcBef>
                <a:spcPts val="0"/>
              </a:spcBef>
              <a:buFont typeface="Wingdings" pitchFamily="2" charset="2"/>
              <a:buNone/>
            </a:pPr>
            <a:endParaRPr lang="fr-BE" sz="1000" dirty="0"/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fr-BE" sz="2800" dirty="0"/>
              <a:t>Arrondi = 	unité inf. si &lt; 0,25</a:t>
            </a: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fr-BE" sz="2800" dirty="0"/>
              <a:t>		       	0,5 si ≥ 0,25 et &lt; 0,75</a:t>
            </a:r>
          </a:p>
          <a:p>
            <a:pPr>
              <a:spcBef>
                <a:spcPts val="0"/>
              </a:spcBef>
              <a:buFont typeface="Wingdings" pitchFamily="2" charset="2"/>
              <a:buNone/>
            </a:pPr>
            <a:r>
              <a:rPr lang="fr-BE" sz="2800" dirty="0"/>
              <a:t>		      	unité sup. si ≥ 0,75	</a:t>
            </a:r>
            <a:endParaRPr lang="fr-FR" sz="2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FCA518-CB57-48FF-B92B-B42CF51D661B}"/>
              </a:ext>
            </a:extLst>
          </p:cNvPr>
          <p:cNvSpPr/>
          <p:nvPr/>
        </p:nvSpPr>
        <p:spPr>
          <a:xfrm>
            <a:off x="3059832" y="2420888"/>
            <a:ext cx="3240360" cy="11430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5818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7. Quelques tâches en lien avec le CT</a:t>
            </a:r>
            <a:endParaRPr lang="en-US" sz="4000" b="1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</a:rPr>
              <a:t>« Confirmation sign. Edossier »: </a:t>
            </a:r>
            <a:r>
              <a:rPr lang="fr-BE" sz="2800" dirty="0"/>
              <a:t>Confirmation par l’affilié de ses données dans l’E-dossier (avec ou sans modification)</a:t>
            </a:r>
            <a:endParaRPr lang="fr-BE" sz="2800" b="1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</a:rPr>
              <a:t>« Nouveaux documents disponibles »: </a:t>
            </a:r>
            <a:r>
              <a:rPr lang="fr-BE" sz="2800" dirty="0"/>
              <a:t>Envoi par l’affilié de documents C3.2-travailleur ou C3.2-travailleur-Corona via l’E-dossier</a:t>
            </a:r>
            <a:endParaRPr lang="fr-FR" sz="2400" b="1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FR" sz="2800" b="1" dirty="0">
                <a:solidFill>
                  <a:schemeClr val="accent2">
                    <a:lumMod val="75000"/>
                  </a:schemeClr>
                </a:solidFill>
              </a:rPr>
              <a:t>« Contradiction dans le flux »:</a:t>
            </a:r>
            <a:r>
              <a:rPr lang="fr-FR" sz="28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sz="2800" dirty="0"/>
              <a:t>Réception Wech 505 et au moins un élément discordant avec le S07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fr-FR" sz="2800" b="1" dirty="0">
                <a:solidFill>
                  <a:schemeClr val="accent2">
                    <a:lumMod val="75000"/>
                  </a:schemeClr>
                </a:solidFill>
              </a:rPr>
              <a:t>« Flux </a:t>
            </a:r>
            <a:r>
              <a:rPr lang="fr-FR" sz="2800" b="1" dirty="0" err="1">
                <a:solidFill>
                  <a:schemeClr val="accent2">
                    <a:lumMod val="75000"/>
                  </a:schemeClr>
                </a:solidFill>
              </a:rPr>
              <a:t>indem</a:t>
            </a:r>
            <a:r>
              <a:rPr lang="fr-FR" sz="2800" b="1" dirty="0">
                <a:solidFill>
                  <a:schemeClr val="accent2">
                    <a:lumMod val="75000"/>
                  </a:schemeClr>
                </a:solidFill>
              </a:rPr>
              <a:t> sans admissibilité »:</a:t>
            </a:r>
            <a:r>
              <a:rPr lang="fr-FR" sz="28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FR" sz="2800" dirty="0"/>
              <a:t>Réception Wech 505 et pas de préfixe CT en S04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fr-FR" sz="2800" dirty="0">
                <a:sym typeface="Wingdings" panose="05000000000000000000" pitchFamily="2" charset="2"/>
              </a:rPr>
              <a:t> </a:t>
            </a:r>
            <a:r>
              <a:rPr lang="fr-FR" sz="2800" b="1" dirty="0">
                <a:sym typeface="Wingdings" panose="05000000000000000000" pitchFamily="2" charset="2"/>
              </a:rPr>
              <a:t>CONSTITUTION DES DOSSIERS CT !</a:t>
            </a:r>
            <a:endParaRPr lang="fr-FR" sz="28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1546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5D32BFEA545C4385104AB5091D3485" ma:contentTypeVersion="4" ma:contentTypeDescription="Crée un document." ma:contentTypeScope="" ma:versionID="0bb1294de808c5098690370d06029b9e">
  <xsd:schema xmlns:xsd="http://www.w3.org/2001/XMLSchema" xmlns:xs="http://www.w3.org/2001/XMLSchema" xmlns:p="http://schemas.microsoft.com/office/2006/metadata/properties" xmlns:ns2="447dc5be-6c5f-4788-b00f-a02e84403ceb" xmlns:ns3="41daa35d-0841-4078-8e3c-042c746e8d98" targetNamespace="http://schemas.microsoft.com/office/2006/metadata/properties" ma:root="true" ma:fieldsID="76ec0f4aec764fe0c01f4239d0947e3c" ns2:_="" ns3:_="">
    <xsd:import namespace="447dc5be-6c5f-4788-b00f-a02e84403ceb"/>
    <xsd:import namespace="41daa35d-0841-4078-8e3c-042c746e8d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7dc5be-6c5f-4788-b00f-a02e84403c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daa35d-0841-4078-8e3c-042c746e8d9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4A8B07C7-EFDF-4112-8E90-016EF931F64F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7d2a3af0-b854-4018-b3fb-98bf2b75e19a"/>
    <ds:schemaRef ds:uri="bdec1399-7c99-4025-bfb6-e1e799e6630a"/>
    <ds:schemaRef ds:uri="1e832426-6819-49af-b751-404cdfce1567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7C03CDE-BBE3-4F6F-AD7E-F39D66C6B4E2}"/>
</file>

<file path=customXml/itemProps3.xml><?xml version="1.0" encoding="utf-8"?>
<ds:datastoreItem xmlns:ds="http://schemas.openxmlformats.org/officeDocument/2006/customXml" ds:itemID="{FC4C8FB4-D0A8-4998-BB37-F436BC4355DD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ED03C51F-DEF4-410C-9FE1-A85C1457C96B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22634</TotalTime>
  <Words>1353</Words>
  <Application>Microsoft Office PowerPoint</Application>
  <PresentationFormat>Affichage à l'écran (4:3)</PresentationFormat>
  <Paragraphs>215</Paragraphs>
  <Slides>22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Arial</vt:lpstr>
      <vt:lpstr>Calibri</vt:lpstr>
      <vt:lpstr>Wingdings</vt:lpstr>
      <vt:lpstr>Thème Office</vt:lpstr>
      <vt:lpstr>Le chômage temporaire  (niv.1)  </vt:lpstr>
      <vt:lpstr>Table des matières</vt:lpstr>
      <vt:lpstr>Table des matières</vt:lpstr>
      <vt:lpstr>1. Définition </vt:lpstr>
      <vt:lpstr>2. Préfixe chômage temporaire </vt:lpstr>
      <vt:lpstr>2. Préfixe chômage temporaire</vt:lpstr>
      <vt:lpstr>3. Motifs de suspension du contrat</vt:lpstr>
      <vt:lpstr>4. D.A chômage temporaire</vt:lpstr>
      <vt:lpstr>4.1. Admissibilité CT</vt:lpstr>
      <vt:lpstr>4.2. DA obligatoire en CT </vt:lpstr>
      <vt:lpstr>5. Constitution du dossier</vt:lpstr>
      <vt:lpstr>5.1. Documents et flux nécessaires</vt:lpstr>
      <vt:lpstr>5.2. Délai d’introduction</vt:lpstr>
      <vt:lpstr>5.3. Type C9 et codification</vt:lpstr>
      <vt:lpstr>6. Indemnisation</vt:lpstr>
      <vt:lpstr>6.1. Montant de l’allocation</vt:lpstr>
      <vt:lpstr>6.2. Documents et flux de paiement</vt:lpstr>
      <vt:lpstr>6.3. Communication et de notification</vt:lpstr>
      <vt:lpstr>6.4. Nombre d’allocations</vt:lpstr>
      <vt:lpstr>6.4. Nombre d’allocations</vt:lpstr>
      <vt:lpstr>6.4. Nombre d’allocations</vt:lpstr>
      <vt:lpstr>7. Quelques tâches en lien avec le CT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FCJ-M03-Chômage temporaire (niv. 1)-FLT</dc:title>
  <dc:creator>u69lcr</dc:creator>
  <cp:lastModifiedBy>Antonella Mimmo</cp:lastModifiedBy>
  <cp:revision>1155</cp:revision>
  <cp:lastPrinted>2014-03-26T14:02:55Z</cp:lastPrinted>
  <dcterms:created xsi:type="dcterms:W3CDTF">2010-09-22T12:12:06Z</dcterms:created>
  <dcterms:modified xsi:type="dcterms:W3CDTF">2022-11-16T07:13:08Z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0x010100735D32BFEA545C4385104AB5091D3485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</vt:lpwstr>
  </property>
  <property fmtid="{D5CDD505-2E9C-101B-9397-08002B2CF9AE}" pid="7" name="Thème">
    <vt:lpwstr>37;#Chômage temporaire|7b2624e8-8dec-460e-9e20-29cc90b874f4</vt:lpwstr>
  </property>
  <property fmtid="{D5CDD505-2E9C-101B-9397-08002B2CF9AE}" pid="8" name="_dlc_DocIdItemGuid">
    <vt:lpwstr>54b52714-7e96-4f3c-808e-5cfdef43db73</vt:lpwstr>
  </property>
  <property fmtid="{D5CDD505-2E9C-101B-9397-08002B2CF9AE}" pid="9" name="AuthorIds_UIVersion_2048">
    <vt:lpwstr>19</vt:lpwstr>
  </property>
  <property fmtid="{D5CDD505-2E9C-101B-9397-08002B2CF9AE}" pid="10" name="AuthorIds_UIVersion_2560">
    <vt:lpwstr>19</vt:lpwstr>
  </property>
</Properties>
</file>