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5"/>
  </p:sldMasterIdLst>
  <p:notesMasterIdLst>
    <p:notesMasterId r:id="rId38"/>
  </p:notesMasterIdLst>
  <p:handoutMasterIdLst>
    <p:handoutMasterId r:id="rId39"/>
  </p:handoutMasterIdLst>
  <p:sldIdLst>
    <p:sldId id="284" r:id="rId6"/>
    <p:sldId id="515" r:id="rId7"/>
    <p:sldId id="355" r:id="rId8"/>
    <p:sldId id="516" r:id="rId9"/>
    <p:sldId id="570" r:id="rId10"/>
    <p:sldId id="581" r:id="rId11"/>
    <p:sldId id="582" r:id="rId12"/>
    <p:sldId id="354" r:id="rId13"/>
    <p:sldId id="353" r:id="rId14"/>
    <p:sldId id="357" r:id="rId15"/>
    <p:sldId id="405" r:id="rId16"/>
    <p:sldId id="364" r:id="rId17"/>
    <p:sldId id="523" r:id="rId18"/>
    <p:sldId id="545" r:id="rId19"/>
    <p:sldId id="547" r:id="rId20"/>
    <p:sldId id="548" r:id="rId21"/>
    <p:sldId id="551" r:id="rId22"/>
    <p:sldId id="574" r:id="rId23"/>
    <p:sldId id="365" r:id="rId24"/>
    <p:sldId id="553" r:id="rId25"/>
    <p:sldId id="492" r:id="rId26"/>
    <p:sldId id="491" r:id="rId27"/>
    <p:sldId id="494" r:id="rId28"/>
    <p:sldId id="555" r:id="rId29"/>
    <p:sldId id="558" r:id="rId30"/>
    <p:sldId id="560" r:id="rId31"/>
    <p:sldId id="576" r:id="rId32"/>
    <p:sldId id="564" r:id="rId33"/>
    <p:sldId id="571" r:id="rId34"/>
    <p:sldId id="568" r:id="rId35"/>
    <p:sldId id="578" r:id="rId36"/>
    <p:sldId id="580" r:id="rId37"/>
  </p:sldIdLst>
  <p:sldSz cx="9144000" cy="6858000" type="screen4x3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ederic Dupont" initials="FD" lastIdx="0" clrIdx="0">
    <p:extLst>
      <p:ext uri="{19B8F6BF-5375-455C-9EA6-DF929625EA0E}">
        <p15:presenceInfo xmlns:p15="http://schemas.microsoft.com/office/powerpoint/2012/main" userId="S-1-5-21-969678584-1814248037-6498272-479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FFDD"/>
    <a:srgbClr val="FF9933"/>
    <a:srgbClr val="008000"/>
    <a:srgbClr val="00FF00"/>
    <a:srgbClr val="003399"/>
    <a:srgbClr val="6699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06" autoAdjust="0"/>
    <p:restoredTop sz="94434" autoAdjust="0"/>
  </p:normalViewPr>
  <p:slideViewPr>
    <p:cSldViewPr>
      <p:cViewPr varScale="1">
        <p:scale>
          <a:sx n="91" d="100"/>
          <a:sy n="91" d="100"/>
        </p:scale>
        <p:origin x="83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20" Type="http://schemas.openxmlformats.org/officeDocument/2006/relationships/slide" Target="slides/slide1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3" Type="http://schemas.openxmlformats.org/officeDocument/2006/relationships/theme" Target="theme/theme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ella Mimmo" userId="25a5e1a7-e321-4627-b0fe-fe85337315d8" providerId="ADAL" clId="{8545A78D-9366-4383-9F10-8A6663E33D84}"/>
    <pc:docChg chg="undo custSel addSld delSld modSld sldOrd">
      <pc:chgData name="Antonella Mimmo" userId="25a5e1a7-e321-4627-b0fe-fe85337315d8" providerId="ADAL" clId="{8545A78D-9366-4383-9F10-8A6663E33D84}" dt="2021-07-14T06:13:55.942" v="2615"/>
      <pc:docMkLst>
        <pc:docMk/>
      </pc:docMkLst>
      <pc:sldChg chg="modSp ord">
        <pc:chgData name="Antonella Mimmo" userId="25a5e1a7-e321-4627-b0fe-fe85337315d8" providerId="ADAL" clId="{8545A78D-9366-4383-9F10-8A6663E33D84}" dt="2021-07-13T09:55:38.328" v="1633"/>
        <pc:sldMkLst>
          <pc:docMk/>
          <pc:sldMk cId="1793338860" sldId="264"/>
        </pc:sldMkLst>
        <pc:spChg chg="mod">
          <ac:chgData name="Antonella Mimmo" userId="25a5e1a7-e321-4627-b0fe-fe85337315d8" providerId="ADAL" clId="{8545A78D-9366-4383-9F10-8A6663E33D84}" dt="2021-07-13T09:47:50.167" v="1617" actId="20577"/>
          <ac:spMkLst>
            <pc:docMk/>
            <pc:sldMk cId="1793338860" sldId="264"/>
            <ac:spMk id="4096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9:54:16.041" v="1631" actId="20577"/>
          <ac:spMkLst>
            <pc:docMk/>
            <pc:sldMk cId="1793338860" sldId="264"/>
            <ac:spMk id="40963" creationId="{00000000-0000-0000-0000-000000000000}"/>
          </ac:spMkLst>
        </pc:spChg>
        <pc:graphicFrameChg chg="modGraphic">
          <ac:chgData name="Antonella Mimmo" userId="25a5e1a7-e321-4627-b0fe-fe85337315d8" providerId="ADAL" clId="{8545A78D-9366-4383-9F10-8A6663E33D84}" dt="2021-07-13T09:48:37.700" v="1627" actId="20577"/>
          <ac:graphicFrameMkLst>
            <pc:docMk/>
            <pc:sldMk cId="1793338860" sldId="264"/>
            <ac:graphicFrameMk id="12" creationId="{00000000-0000-0000-0000-000000000000}"/>
          </ac:graphicFrameMkLst>
        </pc:graphicFrameChg>
      </pc:sldChg>
      <pc:sldChg chg="addSp modSp">
        <pc:chgData name="Antonella Mimmo" userId="25a5e1a7-e321-4627-b0fe-fe85337315d8" providerId="ADAL" clId="{8545A78D-9366-4383-9F10-8A6663E33D84}" dt="2021-07-13T07:22:06.967" v="234" actId="20577"/>
        <pc:sldMkLst>
          <pc:docMk/>
          <pc:sldMk cId="0" sldId="284"/>
        </pc:sldMkLst>
        <pc:spChg chg="add mod">
          <ac:chgData name="Antonella Mimmo" userId="25a5e1a7-e321-4627-b0fe-fe85337315d8" providerId="ADAL" clId="{8545A78D-9366-4383-9F10-8A6663E33D84}" dt="2021-07-13T07:22:06.967" v="234" actId="20577"/>
          <ac:spMkLst>
            <pc:docMk/>
            <pc:sldMk cId="0" sldId="284"/>
            <ac:spMk id="4" creationId="{C40B00D9-D8AC-4102-91AB-686639EC75CF}"/>
          </ac:spMkLst>
        </pc:spChg>
      </pc:sldChg>
      <pc:sldChg chg="modSp">
        <pc:chgData name="Antonella Mimmo" userId="25a5e1a7-e321-4627-b0fe-fe85337315d8" providerId="ADAL" clId="{8545A78D-9366-4383-9F10-8A6663E33D84}" dt="2021-07-13T06:57:46.286" v="76" actId="20577"/>
        <pc:sldMkLst>
          <pc:docMk/>
          <pc:sldMk cId="0" sldId="354"/>
        </pc:sldMkLst>
        <pc:spChg chg="mod">
          <ac:chgData name="Antonella Mimmo" userId="25a5e1a7-e321-4627-b0fe-fe85337315d8" providerId="ADAL" clId="{8545A78D-9366-4383-9F10-8A6663E33D84}" dt="2021-07-13T06:57:46.286" v="76" actId="20577"/>
          <ac:spMkLst>
            <pc:docMk/>
            <pc:sldMk cId="0" sldId="354"/>
            <ac:spMk id="3" creationId="{00000000-0000-0000-0000-000000000000}"/>
          </ac:spMkLst>
        </pc:spChg>
      </pc:sldChg>
      <pc:sldChg chg="addSp delSp modSp delAnim modAnim">
        <pc:chgData name="Antonella Mimmo" userId="25a5e1a7-e321-4627-b0fe-fe85337315d8" providerId="ADAL" clId="{8545A78D-9366-4383-9F10-8A6663E33D84}" dt="2021-07-14T06:13:55.942" v="2615"/>
        <pc:sldMkLst>
          <pc:docMk/>
          <pc:sldMk cId="0" sldId="355"/>
        </pc:sldMkLst>
        <pc:spChg chg="mod">
          <ac:chgData name="Antonella Mimmo" userId="25a5e1a7-e321-4627-b0fe-fe85337315d8" providerId="ADAL" clId="{8545A78D-9366-4383-9F10-8A6663E33D84}" dt="2021-07-13T07:23:14.957" v="236" actId="6549"/>
          <ac:spMkLst>
            <pc:docMk/>
            <pc:sldMk cId="0" sldId="355"/>
            <ac:spMk id="3" creationId="{00000000-0000-0000-0000-000000000000}"/>
          </ac:spMkLst>
        </pc:spChg>
        <pc:spChg chg="add del mod">
          <ac:chgData name="Antonella Mimmo" userId="25a5e1a7-e321-4627-b0fe-fe85337315d8" providerId="ADAL" clId="{8545A78D-9366-4383-9F10-8A6663E33D84}" dt="2021-07-13T07:28:52.846" v="418" actId="478"/>
          <ac:spMkLst>
            <pc:docMk/>
            <pc:sldMk cId="0" sldId="355"/>
            <ac:spMk id="4" creationId="{361D9913-3F63-4E36-9E52-1BBAE73082C2}"/>
          </ac:spMkLst>
        </pc:spChg>
        <pc:spChg chg="del mod">
          <ac:chgData name="Antonella Mimmo" userId="25a5e1a7-e321-4627-b0fe-fe85337315d8" providerId="ADAL" clId="{8545A78D-9366-4383-9F10-8A6663E33D84}" dt="2021-07-13T07:29:08.938" v="423" actId="478"/>
          <ac:spMkLst>
            <pc:docMk/>
            <pc:sldMk cId="0" sldId="355"/>
            <ac:spMk id="5" creationId="{E1C13887-7A54-4623-8DAA-3D8A0C705952}"/>
          </ac:spMkLst>
        </pc:spChg>
        <pc:spChg chg="add del mod">
          <ac:chgData name="Antonella Mimmo" userId="25a5e1a7-e321-4627-b0fe-fe85337315d8" providerId="ADAL" clId="{8545A78D-9366-4383-9F10-8A6663E33D84}" dt="2021-07-13T07:28:47.818" v="416" actId="478"/>
          <ac:spMkLst>
            <pc:docMk/>
            <pc:sldMk cId="0" sldId="355"/>
            <ac:spMk id="7" creationId="{E9652A89-76E9-4D07-AE17-300F19D5596A}"/>
          </ac:spMkLst>
        </pc:spChg>
        <pc:spChg chg="del mod">
          <ac:chgData name="Antonella Mimmo" userId="25a5e1a7-e321-4627-b0fe-fe85337315d8" providerId="ADAL" clId="{8545A78D-9366-4383-9F10-8A6663E33D84}" dt="2021-07-13T07:29:13.145" v="424" actId="478"/>
          <ac:spMkLst>
            <pc:docMk/>
            <pc:sldMk cId="0" sldId="355"/>
            <ac:spMk id="8" creationId="{FDD9718C-5148-4B26-A135-AC7AB74253A1}"/>
          </ac:spMkLst>
        </pc:spChg>
        <pc:spChg chg="mod">
          <ac:chgData name="Antonella Mimmo" userId="25a5e1a7-e321-4627-b0fe-fe85337315d8" providerId="ADAL" clId="{8545A78D-9366-4383-9F10-8A6663E33D84}" dt="2021-07-13T07:29:03.253" v="421" actId="6549"/>
          <ac:spMkLst>
            <pc:docMk/>
            <pc:sldMk cId="0" sldId="355"/>
            <ac:spMk id="9" creationId="{C5E8DD1B-C0DA-46EF-896A-AEF5113FF12E}"/>
          </ac:spMkLst>
        </pc:spChg>
        <pc:spChg chg="del">
          <ac:chgData name="Antonella Mimmo" userId="25a5e1a7-e321-4627-b0fe-fe85337315d8" providerId="ADAL" clId="{8545A78D-9366-4383-9F10-8A6663E33D84}" dt="2021-07-13T07:28:58.774" v="420" actId="478"/>
          <ac:spMkLst>
            <pc:docMk/>
            <pc:sldMk cId="0" sldId="355"/>
            <ac:spMk id="10" creationId="{3A822606-47BB-43DB-BFB6-A7D463E2CD28}"/>
          </ac:spMkLst>
        </pc:spChg>
        <pc:spChg chg="del">
          <ac:chgData name="Antonella Mimmo" userId="25a5e1a7-e321-4627-b0fe-fe85337315d8" providerId="ADAL" clId="{8545A78D-9366-4383-9F10-8A6663E33D84}" dt="2021-07-13T07:29:15.868" v="425" actId="478"/>
          <ac:spMkLst>
            <pc:docMk/>
            <pc:sldMk cId="0" sldId="355"/>
            <ac:spMk id="11" creationId="{63C93A91-12CA-4CEE-8A3E-3EE344DAFAC1}"/>
          </ac:spMkLst>
        </pc:spChg>
        <pc:spChg chg="del">
          <ac:chgData name="Antonella Mimmo" userId="25a5e1a7-e321-4627-b0fe-fe85337315d8" providerId="ADAL" clId="{8545A78D-9366-4383-9F10-8A6663E33D84}" dt="2021-07-13T07:29:19.308" v="426" actId="478"/>
          <ac:spMkLst>
            <pc:docMk/>
            <pc:sldMk cId="0" sldId="355"/>
            <ac:spMk id="12" creationId="{722D5936-F710-48C0-A89A-93C798A033F0}"/>
          </ac:spMkLst>
        </pc:spChg>
        <pc:spChg chg="del">
          <ac:chgData name="Antonella Mimmo" userId="25a5e1a7-e321-4627-b0fe-fe85337315d8" providerId="ADAL" clId="{8545A78D-9366-4383-9F10-8A6663E33D84}" dt="2021-07-13T07:29:23.170" v="427" actId="478"/>
          <ac:spMkLst>
            <pc:docMk/>
            <pc:sldMk cId="0" sldId="355"/>
            <ac:spMk id="13" creationId="{12EDA85D-8290-4661-AB97-08B9E9510242}"/>
          </ac:spMkLst>
        </pc:spChg>
        <pc:spChg chg="del">
          <ac:chgData name="Antonella Mimmo" userId="25a5e1a7-e321-4627-b0fe-fe85337315d8" providerId="ADAL" clId="{8545A78D-9366-4383-9F10-8A6663E33D84}" dt="2021-07-13T07:29:27.114" v="428" actId="478"/>
          <ac:spMkLst>
            <pc:docMk/>
            <pc:sldMk cId="0" sldId="355"/>
            <ac:spMk id="14" creationId="{429C49CD-5B3F-49FA-96B1-CC26BCC64F39}"/>
          </ac:spMkLst>
        </pc:spChg>
        <pc:graphicFrameChg chg="add mod modGraphic">
          <ac:chgData name="Antonella Mimmo" userId="25a5e1a7-e321-4627-b0fe-fe85337315d8" providerId="ADAL" clId="{8545A78D-9366-4383-9F10-8A6663E33D84}" dt="2021-07-13T07:30:48.161" v="447" actId="207"/>
          <ac:graphicFrameMkLst>
            <pc:docMk/>
            <pc:sldMk cId="0" sldId="355"/>
            <ac:graphicFrameMk id="15" creationId="{5E310524-F84C-49F6-B3D1-40D0EB707412}"/>
          </ac:graphicFrameMkLst>
        </pc:graphicFrameChg>
      </pc:sldChg>
      <pc:sldChg chg="modSp ord">
        <pc:chgData name="Antonella Mimmo" userId="25a5e1a7-e321-4627-b0fe-fe85337315d8" providerId="ADAL" clId="{8545A78D-9366-4383-9F10-8A6663E33D84}" dt="2021-07-13T09:55:28.690" v="1632"/>
        <pc:sldMkLst>
          <pc:docMk/>
          <pc:sldMk cId="1184614380" sldId="486"/>
        </pc:sldMkLst>
        <pc:spChg chg="mod">
          <ac:chgData name="Antonella Mimmo" userId="25a5e1a7-e321-4627-b0fe-fe85337315d8" providerId="ADAL" clId="{8545A78D-9366-4383-9F10-8A6663E33D84}" dt="2021-07-13T09:47:54.167" v="1618" actId="20577"/>
          <ac:spMkLst>
            <pc:docMk/>
            <pc:sldMk cId="1184614380" sldId="486"/>
            <ac:spMk id="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9:43:47.647" v="1588" actId="20577"/>
          <ac:spMkLst>
            <pc:docMk/>
            <pc:sldMk cId="1184614380" sldId="486"/>
            <ac:spMk id="3" creationId="{00000000-0000-0000-0000-000000000000}"/>
          </ac:spMkLst>
        </pc:spChg>
      </pc:sldChg>
      <pc:sldChg chg="modSp modAnim">
        <pc:chgData name="Antonella Mimmo" userId="25a5e1a7-e321-4627-b0fe-fe85337315d8" providerId="ADAL" clId="{8545A78D-9366-4383-9F10-8A6663E33D84}" dt="2021-07-13T07:15:00.632" v="150" actId="207"/>
        <pc:sldMkLst>
          <pc:docMk/>
          <pc:sldMk cId="3699831464" sldId="491"/>
        </pc:sldMkLst>
        <pc:spChg chg="mod">
          <ac:chgData name="Antonella Mimmo" userId="25a5e1a7-e321-4627-b0fe-fe85337315d8" providerId="ADAL" clId="{8545A78D-9366-4383-9F10-8A6663E33D84}" dt="2021-07-13T07:14:48.409" v="149" actId="255"/>
          <ac:spMkLst>
            <pc:docMk/>
            <pc:sldMk cId="3699831464" sldId="491"/>
            <ac:spMk id="3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7:15:00.632" v="150" actId="207"/>
          <ac:spMkLst>
            <pc:docMk/>
            <pc:sldMk cId="3699831464" sldId="491"/>
            <ac:spMk id="6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07:15:06.320" v="151" actId="207"/>
        <pc:sldMkLst>
          <pc:docMk/>
          <pc:sldMk cId="451344593" sldId="492"/>
        </pc:sldMkLst>
        <pc:spChg chg="mod">
          <ac:chgData name="Antonella Mimmo" userId="25a5e1a7-e321-4627-b0fe-fe85337315d8" providerId="ADAL" clId="{8545A78D-9366-4383-9F10-8A6663E33D84}" dt="2021-07-13T07:15:06.320" v="151" actId="207"/>
          <ac:spMkLst>
            <pc:docMk/>
            <pc:sldMk cId="451344593" sldId="492"/>
            <ac:spMk id="6" creationId="{00000000-0000-0000-0000-000000000000}"/>
          </ac:spMkLst>
        </pc:spChg>
      </pc:sldChg>
      <pc:sldChg chg="addSp delSp modSp delAnim modAnim">
        <pc:chgData name="Antonella Mimmo" userId="25a5e1a7-e321-4627-b0fe-fe85337315d8" providerId="ADAL" clId="{8545A78D-9366-4383-9F10-8A6663E33D84}" dt="2021-07-13T09:21:45.461" v="1488"/>
        <pc:sldMkLst>
          <pc:docMk/>
          <pc:sldMk cId="3032340254" sldId="494"/>
        </pc:sldMkLst>
        <pc:spChg chg="mod">
          <ac:chgData name="Antonella Mimmo" userId="25a5e1a7-e321-4627-b0fe-fe85337315d8" providerId="ADAL" clId="{8545A78D-9366-4383-9F10-8A6663E33D84}" dt="2021-07-13T07:15:13.334" v="152" actId="207"/>
          <ac:spMkLst>
            <pc:docMk/>
            <pc:sldMk cId="3032340254" sldId="494"/>
            <ac:spMk id="6" creationId="{00000000-0000-0000-0000-000000000000}"/>
          </ac:spMkLst>
        </pc:spChg>
        <pc:spChg chg="del">
          <ac:chgData name="Antonella Mimmo" userId="25a5e1a7-e321-4627-b0fe-fe85337315d8" providerId="ADAL" clId="{8545A78D-9366-4383-9F10-8A6663E33D84}" dt="2021-07-13T09:20:59.563" v="1480" actId="478"/>
          <ac:spMkLst>
            <pc:docMk/>
            <pc:sldMk cId="3032340254" sldId="494"/>
            <ac:spMk id="8" creationId="{A56D795F-B69C-4884-8C47-367D9541F6EA}"/>
          </ac:spMkLst>
        </pc:spChg>
        <pc:spChg chg="add mod">
          <ac:chgData name="Antonella Mimmo" userId="25a5e1a7-e321-4627-b0fe-fe85337315d8" providerId="ADAL" clId="{8545A78D-9366-4383-9F10-8A6663E33D84}" dt="2021-07-13T09:21:33.516" v="1487" actId="208"/>
          <ac:spMkLst>
            <pc:docMk/>
            <pc:sldMk cId="3032340254" sldId="494"/>
            <ac:spMk id="9" creationId="{81B9BC09-DF2E-4B98-A8DD-1A3840227AB1}"/>
          </ac:spMkLst>
        </pc:spChg>
        <pc:picChg chg="add mod">
          <ac:chgData name="Antonella Mimmo" userId="25a5e1a7-e321-4627-b0fe-fe85337315d8" providerId="ADAL" clId="{8545A78D-9366-4383-9F10-8A6663E33D84}" dt="2021-07-13T09:21:08.561" v="1483" actId="14100"/>
          <ac:picMkLst>
            <pc:docMk/>
            <pc:sldMk cId="3032340254" sldId="494"/>
            <ac:picMk id="4" creationId="{8444B5E6-D47F-4B12-AC70-7A6DECFFC776}"/>
          </ac:picMkLst>
        </pc:picChg>
        <pc:picChg chg="del">
          <ac:chgData name="Antonella Mimmo" userId="25a5e1a7-e321-4627-b0fe-fe85337315d8" providerId="ADAL" clId="{8545A78D-9366-4383-9F10-8A6663E33D84}" dt="2021-07-13T09:20:48.863" v="1477" actId="478"/>
          <ac:picMkLst>
            <pc:docMk/>
            <pc:sldMk cId="3032340254" sldId="494"/>
            <ac:picMk id="7" creationId="{5F067716-0F65-4EBC-8697-2C15EF52BC92}"/>
          </ac:picMkLst>
        </pc:picChg>
      </pc:sldChg>
      <pc:sldChg chg="modSp">
        <pc:chgData name="Antonella Mimmo" userId="25a5e1a7-e321-4627-b0fe-fe85337315d8" providerId="ADAL" clId="{8545A78D-9366-4383-9F10-8A6663E33D84}" dt="2021-07-13T09:45:55.996" v="1596" actId="20577"/>
        <pc:sldMkLst>
          <pc:docMk/>
          <pc:sldMk cId="3340783125" sldId="515"/>
        </pc:sldMkLst>
        <pc:spChg chg="mod">
          <ac:chgData name="Antonella Mimmo" userId="25a5e1a7-e321-4627-b0fe-fe85337315d8" providerId="ADAL" clId="{8545A78D-9366-4383-9F10-8A6663E33D84}" dt="2021-07-13T09:45:55.996" v="1596" actId="20577"/>
          <ac:spMkLst>
            <pc:docMk/>
            <pc:sldMk cId="3340783125" sldId="515"/>
            <ac:spMk id="15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08:12:15.359" v="642" actId="255"/>
        <pc:sldMkLst>
          <pc:docMk/>
          <pc:sldMk cId="609813894" sldId="523"/>
        </pc:sldMkLst>
        <pc:spChg chg="mod">
          <ac:chgData name="Antonella Mimmo" userId="25a5e1a7-e321-4627-b0fe-fe85337315d8" providerId="ADAL" clId="{8545A78D-9366-4383-9F10-8A6663E33D84}" dt="2021-07-13T08:12:15.359" v="642" actId="255"/>
          <ac:spMkLst>
            <pc:docMk/>
            <pc:sldMk cId="609813894" sldId="523"/>
            <ac:spMk id="6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4T06:07:34.368" v="2608" actId="14100"/>
        <pc:sldMkLst>
          <pc:docMk/>
          <pc:sldMk cId="1671290187" sldId="540"/>
        </pc:sldMkLst>
        <pc:spChg chg="mod">
          <ac:chgData name="Antonella Mimmo" userId="25a5e1a7-e321-4627-b0fe-fe85337315d8" providerId="ADAL" clId="{8545A78D-9366-4383-9F10-8A6663E33D84}" dt="2021-07-13T06:43:33.953" v="52" actId="20577"/>
          <ac:spMkLst>
            <pc:docMk/>
            <pc:sldMk cId="1671290187" sldId="540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4T06:07:34.368" v="2608" actId="14100"/>
          <ac:spMkLst>
            <pc:docMk/>
            <pc:sldMk cId="1671290187" sldId="540"/>
            <ac:spMk id="25" creationId="{FC333C14-2C68-45C1-9D65-2E62499A21DB}"/>
          </ac:spMkLst>
        </pc:spChg>
        <pc:spChg chg="mod">
          <ac:chgData name="Antonella Mimmo" userId="25a5e1a7-e321-4627-b0fe-fe85337315d8" providerId="ADAL" clId="{8545A78D-9366-4383-9F10-8A6663E33D84}" dt="2021-07-13T06:43:28.041" v="48" actId="20577"/>
          <ac:spMkLst>
            <pc:docMk/>
            <pc:sldMk cId="1671290187" sldId="540"/>
            <ac:spMk id="26" creationId="{68BAED42-511F-4BF5-B2AD-6A45D07B1985}"/>
          </ac:spMkLst>
        </pc:spChg>
        <pc:spChg chg="mod">
          <ac:chgData name="Antonella Mimmo" userId="25a5e1a7-e321-4627-b0fe-fe85337315d8" providerId="ADAL" clId="{8545A78D-9366-4383-9F10-8A6663E33D84}" dt="2021-07-13T06:43:12.784" v="42" actId="20577"/>
          <ac:spMkLst>
            <pc:docMk/>
            <pc:sldMk cId="1671290187" sldId="540"/>
            <ac:spMk id="34" creationId="{E68D779F-ECF7-45B0-BF1D-CC59CE488ABD}"/>
          </ac:spMkLst>
        </pc:spChg>
      </pc:sldChg>
      <pc:sldChg chg="modSp">
        <pc:chgData name="Antonella Mimmo" userId="25a5e1a7-e321-4627-b0fe-fe85337315d8" providerId="ADAL" clId="{8545A78D-9366-4383-9F10-8A6663E33D84}" dt="2021-07-13T06:40:39.905" v="32" actId="20577"/>
        <pc:sldMkLst>
          <pc:docMk/>
          <pc:sldMk cId="429954018" sldId="541"/>
        </pc:sldMkLst>
        <pc:spChg chg="mod">
          <ac:chgData name="Antonella Mimmo" userId="25a5e1a7-e321-4627-b0fe-fe85337315d8" providerId="ADAL" clId="{8545A78D-9366-4383-9F10-8A6663E33D84}" dt="2021-07-13T06:40:39.905" v="32" actId="20577"/>
          <ac:spMkLst>
            <pc:docMk/>
            <pc:sldMk cId="429954018" sldId="541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6:40:13.700" v="26" actId="20577"/>
          <ac:spMkLst>
            <pc:docMk/>
            <pc:sldMk cId="429954018" sldId="541"/>
            <ac:spMk id="25" creationId="{FC333C14-2C68-45C1-9D65-2E62499A21DB}"/>
          </ac:spMkLst>
        </pc:spChg>
        <pc:spChg chg="mod">
          <ac:chgData name="Antonella Mimmo" userId="25a5e1a7-e321-4627-b0fe-fe85337315d8" providerId="ADAL" clId="{8545A78D-9366-4383-9F10-8A6663E33D84}" dt="2021-07-13T06:40:35.706" v="30" actId="20577"/>
          <ac:spMkLst>
            <pc:docMk/>
            <pc:sldMk cId="429954018" sldId="541"/>
            <ac:spMk id="26" creationId="{68BAED42-511F-4BF5-B2AD-6A45D07B1985}"/>
          </ac:spMkLst>
        </pc:spChg>
        <pc:spChg chg="mod">
          <ac:chgData name="Antonella Mimmo" userId="25a5e1a7-e321-4627-b0fe-fe85337315d8" providerId="ADAL" clId="{8545A78D-9366-4383-9F10-8A6663E33D84}" dt="2021-07-13T06:40:07.863" v="25" actId="20577"/>
          <ac:spMkLst>
            <pc:docMk/>
            <pc:sldMk cId="429954018" sldId="541"/>
            <ac:spMk id="34" creationId="{E68D779F-ECF7-45B0-BF1D-CC59CE488ABD}"/>
          </ac:spMkLst>
        </pc:spChg>
      </pc:sldChg>
      <pc:sldChg chg="addSp delSp modSp">
        <pc:chgData name="Antonella Mimmo" userId="25a5e1a7-e321-4627-b0fe-fe85337315d8" providerId="ADAL" clId="{8545A78D-9366-4383-9F10-8A6663E33D84}" dt="2021-07-13T12:48:36.179" v="2541" actId="692"/>
        <pc:sldMkLst>
          <pc:docMk/>
          <pc:sldMk cId="1447885871" sldId="542"/>
        </pc:sldMkLst>
        <pc:spChg chg="add mod">
          <ac:chgData name="Antonella Mimmo" userId="25a5e1a7-e321-4627-b0fe-fe85337315d8" providerId="ADAL" clId="{8545A78D-9366-4383-9F10-8A6663E33D84}" dt="2021-07-13T12:48:36.179" v="2541" actId="692"/>
          <ac:spMkLst>
            <pc:docMk/>
            <pc:sldMk cId="1447885871" sldId="542"/>
            <ac:spMk id="3" creationId="{D7758F2A-852C-464E-9813-2E8A13C91121}"/>
          </ac:spMkLst>
        </pc:spChg>
        <pc:spChg chg="mod">
          <ac:chgData name="Antonella Mimmo" userId="25a5e1a7-e321-4627-b0fe-fe85337315d8" providerId="ADAL" clId="{8545A78D-9366-4383-9F10-8A6663E33D84}" dt="2021-07-13T07:38:05.005" v="456" actId="1076"/>
          <ac:spMkLst>
            <pc:docMk/>
            <pc:sldMk cId="1447885871" sldId="542"/>
            <ac:spMk id="7" creationId="{2E4442B9-4613-409D-8568-49E4ABC05CB9}"/>
          </ac:spMkLst>
        </pc:spChg>
        <pc:spChg chg="mod">
          <ac:chgData name="Antonella Mimmo" userId="25a5e1a7-e321-4627-b0fe-fe85337315d8" providerId="ADAL" clId="{8545A78D-9366-4383-9F10-8A6663E33D84}" dt="2021-07-13T07:40:17.912" v="478" actId="20577"/>
          <ac:spMkLst>
            <pc:docMk/>
            <pc:sldMk cId="1447885871" sldId="542"/>
            <ac:spMk id="12" creationId="{00000000-0000-0000-0000-000000000000}"/>
          </ac:spMkLst>
        </pc:spChg>
        <pc:spChg chg="add mod">
          <ac:chgData name="Antonella Mimmo" userId="25a5e1a7-e321-4627-b0fe-fe85337315d8" providerId="ADAL" clId="{8545A78D-9366-4383-9F10-8A6663E33D84}" dt="2021-07-13T08:08:26.569" v="606" actId="20577"/>
          <ac:spMkLst>
            <pc:docMk/>
            <pc:sldMk cId="1447885871" sldId="542"/>
            <ac:spMk id="13" creationId="{E164BC7F-9DBE-4D70-91B5-78B9FC0B133C}"/>
          </ac:spMkLst>
        </pc:spChg>
        <pc:spChg chg="mod">
          <ac:chgData name="Antonella Mimmo" userId="25a5e1a7-e321-4627-b0fe-fe85337315d8" providerId="ADAL" clId="{8545A78D-9366-4383-9F10-8A6663E33D84}" dt="2021-07-13T07:38:13.012" v="458" actId="1076"/>
          <ac:spMkLst>
            <pc:docMk/>
            <pc:sldMk cId="1447885871" sldId="542"/>
            <ac:spMk id="15" creationId="{57DACC64-E6DA-41A9-B758-32F3DD8123B4}"/>
          </ac:spMkLst>
        </pc:spChg>
        <pc:spChg chg="mod">
          <ac:chgData name="Antonella Mimmo" userId="25a5e1a7-e321-4627-b0fe-fe85337315d8" providerId="ADAL" clId="{8545A78D-9366-4383-9F10-8A6663E33D84}" dt="2021-07-13T07:39:06.222" v="465" actId="1076"/>
          <ac:spMkLst>
            <pc:docMk/>
            <pc:sldMk cId="1447885871" sldId="542"/>
            <ac:spMk id="21" creationId="{7FC7A85D-AD4D-48BE-B612-E46B71D2D64B}"/>
          </ac:spMkLst>
        </pc:spChg>
        <pc:spChg chg="mod">
          <ac:chgData name="Antonella Mimmo" userId="25a5e1a7-e321-4627-b0fe-fe85337315d8" providerId="ADAL" clId="{8545A78D-9366-4383-9F10-8A6663E33D84}" dt="2021-07-13T07:41:08.948" v="484" actId="1076"/>
          <ac:spMkLst>
            <pc:docMk/>
            <pc:sldMk cId="1447885871" sldId="542"/>
            <ac:spMk id="22" creationId="{EDA0539C-C31E-4811-8621-ECAC4D12C7BC}"/>
          </ac:spMkLst>
        </pc:spChg>
        <pc:spChg chg="add del mod">
          <ac:chgData name="Antonella Mimmo" userId="25a5e1a7-e321-4627-b0fe-fe85337315d8" providerId="ADAL" clId="{8545A78D-9366-4383-9F10-8A6663E33D84}" dt="2021-07-13T07:49:46.534" v="564"/>
          <ac:spMkLst>
            <pc:docMk/>
            <pc:sldMk cId="1447885871" sldId="542"/>
            <ac:spMk id="24" creationId="{4C5FFAD4-DEC8-4B3A-99B7-4F9BB65B07B9}"/>
          </ac:spMkLst>
        </pc:spChg>
        <pc:spChg chg="mod">
          <ac:chgData name="Antonella Mimmo" userId="25a5e1a7-e321-4627-b0fe-fe85337315d8" providerId="ADAL" clId="{8545A78D-9366-4383-9F10-8A6663E33D84}" dt="2021-07-13T07:56:41.268" v="592" actId="20577"/>
          <ac:spMkLst>
            <pc:docMk/>
            <pc:sldMk cId="1447885871" sldId="542"/>
            <ac:spMk id="25" creationId="{FC333C14-2C68-45C1-9D65-2E62499A21DB}"/>
          </ac:spMkLst>
        </pc:spChg>
        <pc:spChg chg="mod">
          <ac:chgData name="Antonella Mimmo" userId="25a5e1a7-e321-4627-b0fe-fe85337315d8" providerId="ADAL" clId="{8545A78D-9366-4383-9F10-8A6663E33D84}" dt="2021-07-13T08:08:02.234" v="599" actId="20577"/>
          <ac:spMkLst>
            <pc:docMk/>
            <pc:sldMk cId="1447885871" sldId="542"/>
            <ac:spMk id="26" creationId="{68BAED42-511F-4BF5-B2AD-6A45D07B1985}"/>
          </ac:spMkLst>
        </pc:spChg>
        <pc:spChg chg="mod">
          <ac:chgData name="Antonella Mimmo" userId="25a5e1a7-e321-4627-b0fe-fe85337315d8" providerId="ADAL" clId="{8545A78D-9366-4383-9F10-8A6663E33D84}" dt="2021-07-13T07:39:16.322" v="467" actId="1076"/>
          <ac:spMkLst>
            <pc:docMk/>
            <pc:sldMk cId="1447885871" sldId="542"/>
            <ac:spMk id="27" creationId="{64130B70-CCBF-4096-83F5-310E3A0D8E5A}"/>
          </ac:spMkLst>
        </pc:spChg>
        <pc:spChg chg="add mod">
          <ac:chgData name="Antonella Mimmo" userId="25a5e1a7-e321-4627-b0fe-fe85337315d8" providerId="ADAL" clId="{8545A78D-9366-4383-9F10-8A6663E33D84}" dt="2021-07-13T07:49:58.732" v="566" actId="255"/>
          <ac:spMkLst>
            <pc:docMk/>
            <pc:sldMk cId="1447885871" sldId="542"/>
            <ac:spMk id="28" creationId="{5616ACBC-E1A9-4F71-BA11-15DD35C69A8A}"/>
          </ac:spMkLst>
        </pc:spChg>
        <pc:spChg chg="mod">
          <ac:chgData name="Antonella Mimmo" userId="25a5e1a7-e321-4627-b0fe-fe85337315d8" providerId="ADAL" clId="{8545A78D-9366-4383-9F10-8A6663E33D84}" dt="2021-07-13T07:39:40.071" v="469" actId="1076"/>
          <ac:spMkLst>
            <pc:docMk/>
            <pc:sldMk cId="1447885871" sldId="542"/>
            <ac:spMk id="34" creationId="{E68D779F-ECF7-45B0-BF1D-CC59CE488ABD}"/>
          </ac:spMkLst>
        </pc:spChg>
        <pc:picChg chg="add del mod">
          <ac:chgData name="Antonella Mimmo" userId="25a5e1a7-e321-4627-b0fe-fe85337315d8" providerId="ADAL" clId="{8545A78D-9366-4383-9F10-8A6663E33D84}" dt="2021-07-13T07:47:56.866" v="542" actId="478"/>
          <ac:picMkLst>
            <pc:docMk/>
            <pc:sldMk cId="1447885871" sldId="542"/>
            <ac:picMk id="16" creationId="{B2F91B35-74E8-4496-80D6-E7EB2012228A}"/>
          </ac:picMkLst>
        </pc:picChg>
        <pc:cxnChg chg="add mod">
          <ac:chgData name="Antonella Mimmo" userId="25a5e1a7-e321-4627-b0fe-fe85337315d8" providerId="ADAL" clId="{8545A78D-9366-4383-9F10-8A6663E33D84}" dt="2021-07-13T12:48:24.274" v="2539" actId="692"/>
          <ac:cxnSpMkLst>
            <pc:docMk/>
            <pc:sldMk cId="1447885871" sldId="542"/>
            <ac:cxnSpMk id="6" creationId="{796BC8D5-169A-44B6-9CB6-14D4FD56EBAA}"/>
          </ac:cxnSpMkLst>
        </pc:cxnChg>
        <pc:cxnChg chg="mod">
          <ac:chgData name="Antonella Mimmo" userId="25a5e1a7-e321-4627-b0fe-fe85337315d8" providerId="ADAL" clId="{8545A78D-9366-4383-9F10-8A6663E33D84}" dt="2021-07-13T07:38:07.917" v="457" actId="1076"/>
          <ac:cxnSpMkLst>
            <pc:docMk/>
            <pc:sldMk cId="1447885871" sldId="542"/>
            <ac:cxnSpMk id="9" creationId="{044E5D82-6B20-4CBB-AA99-6582FC41D526}"/>
          </ac:cxnSpMkLst>
        </pc:cxnChg>
        <pc:cxnChg chg="add mod">
          <ac:chgData name="Antonella Mimmo" userId="25a5e1a7-e321-4627-b0fe-fe85337315d8" providerId="ADAL" clId="{8545A78D-9366-4383-9F10-8A6663E33D84}" dt="2021-07-13T12:48:19.529" v="2538" actId="692"/>
          <ac:cxnSpMkLst>
            <pc:docMk/>
            <pc:sldMk cId="1447885871" sldId="542"/>
            <ac:cxnSpMk id="11" creationId="{15E6FCC8-4992-4793-A8CE-CE76D995EAFF}"/>
          </ac:cxnSpMkLst>
        </pc:cxnChg>
        <pc:cxnChg chg="mod">
          <ac:chgData name="Antonella Mimmo" userId="25a5e1a7-e321-4627-b0fe-fe85337315d8" providerId="ADAL" clId="{8545A78D-9366-4383-9F10-8A6663E33D84}" dt="2021-07-13T07:38:54.758" v="463" actId="1076"/>
          <ac:cxnSpMkLst>
            <pc:docMk/>
            <pc:sldMk cId="1447885871" sldId="542"/>
            <ac:cxnSpMk id="18" creationId="{1B1379A5-EC15-4B6C-BB79-DD7FA86010E4}"/>
          </ac:cxnSpMkLst>
        </pc:cxnChg>
        <pc:cxnChg chg="mod">
          <ac:chgData name="Antonella Mimmo" userId="25a5e1a7-e321-4627-b0fe-fe85337315d8" providerId="ADAL" clId="{8545A78D-9366-4383-9F10-8A6663E33D84}" dt="2021-07-13T07:48:43.779" v="549" actId="14100"/>
          <ac:cxnSpMkLst>
            <pc:docMk/>
            <pc:sldMk cId="1447885871" sldId="542"/>
            <ac:cxnSpMk id="23" creationId="{31F120D5-32BC-47DD-BD08-96239E1A4D1D}"/>
          </ac:cxnSpMkLst>
        </pc:cxnChg>
        <pc:cxnChg chg="mod">
          <ac:chgData name="Antonella Mimmo" userId="25a5e1a7-e321-4627-b0fe-fe85337315d8" providerId="ADAL" clId="{8545A78D-9366-4383-9F10-8A6663E33D84}" dt="2021-07-13T07:53:56.638" v="567" actId="14100"/>
          <ac:cxnSpMkLst>
            <pc:docMk/>
            <pc:sldMk cId="1447885871" sldId="542"/>
            <ac:cxnSpMk id="33" creationId="{6422D28D-9C2A-4074-9336-0D04E71BD444}"/>
          </ac:cxnSpMkLst>
        </pc:cxnChg>
        <pc:cxnChg chg="mod">
          <ac:chgData name="Antonella Mimmo" userId="25a5e1a7-e321-4627-b0fe-fe85337315d8" providerId="ADAL" clId="{8545A78D-9366-4383-9F10-8A6663E33D84}" dt="2021-07-13T07:47:17.675" v="534" actId="14100"/>
          <ac:cxnSpMkLst>
            <pc:docMk/>
            <pc:sldMk cId="1447885871" sldId="542"/>
            <ac:cxnSpMk id="35" creationId="{ED302FF1-120D-4F9E-A2A0-EBD6B12F3707}"/>
          </ac:cxnSpMkLst>
        </pc:cxnChg>
        <pc:cxnChg chg="add mod">
          <ac:chgData name="Antonella Mimmo" userId="25a5e1a7-e321-4627-b0fe-fe85337315d8" providerId="ADAL" clId="{8545A78D-9366-4383-9F10-8A6663E33D84}" dt="2021-07-13T07:48:18.965" v="547" actId="1076"/>
          <ac:cxnSpMkLst>
            <pc:docMk/>
            <pc:sldMk cId="1447885871" sldId="542"/>
            <ac:cxnSpMk id="36" creationId="{796DDB63-A4D7-4581-ABEB-5F45C7842882}"/>
          </ac:cxnSpMkLst>
        </pc:cxnChg>
        <pc:cxnChg chg="mod">
          <ac:chgData name="Antonella Mimmo" userId="25a5e1a7-e321-4627-b0fe-fe85337315d8" providerId="ADAL" clId="{8545A78D-9366-4383-9F10-8A6663E33D84}" dt="2021-07-13T07:38:50.818" v="462" actId="1076"/>
          <ac:cxnSpMkLst>
            <pc:docMk/>
            <pc:sldMk cId="1447885871" sldId="542"/>
            <ac:cxnSpMk id="37" creationId="{6C1CFFE2-3C99-4ADC-8D60-43378C14D83B}"/>
          </ac:cxnSpMkLst>
        </pc:cxnChg>
        <pc:cxnChg chg="mod">
          <ac:chgData name="Antonella Mimmo" userId="25a5e1a7-e321-4627-b0fe-fe85337315d8" providerId="ADAL" clId="{8545A78D-9366-4383-9F10-8A6663E33D84}" dt="2021-07-13T07:39:09.661" v="466" actId="1076"/>
          <ac:cxnSpMkLst>
            <pc:docMk/>
            <pc:sldMk cId="1447885871" sldId="542"/>
            <ac:cxnSpMk id="38" creationId="{91840D9C-9F88-4E4E-BB95-1E2D4E27A5E8}"/>
          </ac:cxnSpMkLst>
        </pc:cxnChg>
        <pc:cxnChg chg="add mod">
          <ac:chgData name="Antonella Mimmo" userId="25a5e1a7-e321-4627-b0fe-fe85337315d8" providerId="ADAL" clId="{8545A78D-9366-4383-9F10-8A6663E33D84}" dt="2021-07-13T07:54:14.091" v="570" actId="14100"/>
          <ac:cxnSpMkLst>
            <pc:docMk/>
            <pc:sldMk cId="1447885871" sldId="542"/>
            <ac:cxnSpMk id="40" creationId="{4F3F8C56-AFF7-4FCE-96E0-855C8BF18F32}"/>
          </ac:cxnSpMkLst>
        </pc:cxnChg>
        <pc:cxnChg chg="mod">
          <ac:chgData name="Antonella Mimmo" userId="25a5e1a7-e321-4627-b0fe-fe85337315d8" providerId="ADAL" clId="{8545A78D-9366-4383-9F10-8A6663E33D84}" dt="2021-07-13T07:40:39.478" v="481" actId="1076"/>
          <ac:cxnSpMkLst>
            <pc:docMk/>
            <pc:sldMk cId="1447885871" sldId="542"/>
            <ac:cxnSpMk id="107520" creationId="{9337262D-7BD9-4AC2-B48C-61AE688BC9A8}"/>
          </ac:cxnSpMkLst>
        </pc:cxnChg>
      </pc:sldChg>
      <pc:sldChg chg="modSp del">
        <pc:chgData name="Antonella Mimmo" userId="25a5e1a7-e321-4627-b0fe-fe85337315d8" providerId="ADAL" clId="{8545A78D-9366-4383-9F10-8A6663E33D84}" dt="2021-07-13T08:10:14.222" v="638" actId="2696"/>
        <pc:sldMkLst>
          <pc:docMk/>
          <pc:sldMk cId="2941996718" sldId="544"/>
        </pc:sldMkLst>
        <pc:spChg chg="mod">
          <ac:chgData name="Antonella Mimmo" userId="25a5e1a7-e321-4627-b0fe-fe85337315d8" providerId="ADAL" clId="{8545A78D-9366-4383-9F10-8A6663E33D84}" dt="2021-07-13T06:45:20.243" v="71" actId="20577"/>
          <ac:spMkLst>
            <pc:docMk/>
            <pc:sldMk cId="2941996718" sldId="544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6:44:53.553" v="57" actId="20577"/>
          <ac:spMkLst>
            <pc:docMk/>
            <pc:sldMk cId="2941996718" sldId="544"/>
            <ac:spMk id="25" creationId="{FC333C14-2C68-45C1-9D65-2E62499A21DB}"/>
          </ac:spMkLst>
        </pc:spChg>
        <pc:spChg chg="mod">
          <ac:chgData name="Antonella Mimmo" userId="25a5e1a7-e321-4627-b0fe-fe85337315d8" providerId="ADAL" clId="{8545A78D-9366-4383-9F10-8A6663E33D84}" dt="2021-07-13T06:44:59.567" v="62" actId="20577"/>
          <ac:spMkLst>
            <pc:docMk/>
            <pc:sldMk cId="2941996718" sldId="544"/>
            <ac:spMk id="26" creationId="{68BAED42-511F-4BF5-B2AD-6A45D07B1985}"/>
          </ac:spMkLst>
        </pc:spChg>
      </pc:sldChg>
      <pc:sldChg chg="modSp">
        <pc:chgData name="Antonella Mimmo" userId="25a5e1a7-e321-4627-b0fe-fe85337315d8" providerId="ADAL" clId="{8545A78D-9366-4383-9F10-8A6663E33D84}" dt="2021-07-13T08:12:07.624" v="641" actId="255"/>
        <pc:sldMkLst>
          <pc:docMk/>
          <pc:sldMk cId="4277542607" sldId="545"/>
        </pc:sldMkLst>
        <pc:spChg chg="mod">
          <ac:chgData name="Antonella Mimmo" userId="25a5e1a7-e321-4627-b0fe-fe85337315d8" providerId="ADAL" clId="{8545A78D-9366-4383-9F10-8A6663E33D84}" dt="2021-07-13T08:12:07.624" v="641" actId="255"/>
          <ac:spMkLst>
            <pc:docMk/>
            <pc:sldMk cId="4277542607" sldId="545"/>
            <ac:spMk id="6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08:12:39.593" v="648" actId="115"/>
        <pc:sldMkLst>
          <pc:docMk/>
          <pc:sldMk cId="1741200636" sldId="547"/>
        </pc:sldMkLst>
        <pc:spChg chg="mod">
          <ac:chgData name="Antonella Mimmo" userId="25a5e1a7-e321-4627-b0fe-fe85337315d8" providerId="ADAL" clId="{8545A78D-9366-4383-9F10-8A6663E33D84}" dt="2021-07-13T08:12:39.593" v="648" actId="115"/>
          <ac:spMkLst>
            <pc:docMk/>
            <pc:sldMk cId="1741200636" sldId="547"/>
            <ac:spMk id="6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08:12:51.216" v="650" actId="255"/>
        <pc:sldMkLst>
          <pc:docMk/>
          <pc:sldMk cId="4190574043" sldId="548"/>
        </pc:sldMkLst>
        <pc:spChg chg="mod">
          <ac:chgData name="Antonella Mimmo" userId="25a5e1a7-e321-4627-b0fe-fe85337315d8" providerId="ADAL" clId="{8545A78D-9366-4383-9F10-8A6663E33D84}" dt="2021-07-13T08:12:51.216" v="650" actId="255"/>
          <ac:spMkLst>
            <pc:docMk/>
            <pc:sldMk cId="4190574043" sldId="548"/>
            <ac:spMk id="6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08:49:24.483" v="1038" actId="6549"/>
        <pc:sldMkLst>
          <pc:docMk/>
          <pc:sldMk cId="4198908786" sldId="551"/>
        </pc:sldMkLst>
        <pc:spChg chg="mod">
          <ac:chgData name="Antonella Mimmo" userId="25a5e1a7-e321-4627-b0fe-fe85337315d8" providerId="ADAL" clId="{8545A78D-9366-4383-9F10-8A6663E33D84}" dt="2021-07-13T08:49:24.483" v="1038" actId="6549"/>
          <ac:spMkLst>
            <pc:docMk/>
            <pc:sldMk cId="4198908786" sldId="551"/>
            <ac:spMk id="3" creationId="{76C6DC31-76BB-42E6-82D9-A129A0E8D74A}"/>
          </ac:spMkLst>
        </pc:spChg>
      </pc:sldChg>
      <pc:sldChg chg="modSp">
        <pc:chgData name="Antonella Mimmo" userId="25a5e1a7-e321-4627-b0fe-fe85337315d8" providerId="ADAL" clId="{8545A78D-9366-4383-9F10-8A6663E33D84}" dt="2021-07-13T08:25:47.152" v="776" actId="20577"/>
        <pc:sldMkLst>
          <pc:docMk/>
          <pc:sldMk cId="849813271" sldId="552"/>
        </pc:sldMkLst>
        <pc:spChg chg="mod">
          <ac:chgData name="Antonella Mimmo" userId="25a5e1a7-e321-4627-b0fe-fe85337315d8" providerId="ADAL" clId="{8545A78D-9366-4383-9F10-8A6663E33D84}" dt="2021-07-13T08:25:47.152" v="776" actId="20577"/>
          <ac:spMkLst>
            <pc:docMk/>
            <pc:sldMk cId="849813271" sldId="552"/>
            <ac:spMk id="3" creationId="{76C6DC31-76BB-42E6-82D9-A129A0E8D74A}"/>
          </ac:spMkLst>
        </pc:spChg>
      </pc:sldChg>
      <pc:sldChg chg="modSp">
        <pc:chgData name="Antonella Mimmo" userId="25a5e1a7-e321-4627-b0fe-fe85337315d8" providerId="ADAL" clId="{8545A78D-9366-4383-9F10-8A6663E33D84}" dt="2021-07-14T06:05:49.841" v="2606" actId="20577"/>
        <pc:sldMkLst>
          <pc:docMk/>
          <pc:sldMk cId="3040477160" sldId="553"/>
        </pc:sldMkLst>
        <pc:spChg chg="mod">
          <ac:chgData name="Antonella Mimmo" userId="25a5e1a7-e321-4627-b0fe-fe85337315d8" providerId="ADAL" clId="{8545A78D-9366-4383-9F10-8A6663E33D84}" dt="2021-07-13T09:19:02.288" v="1466" actId="20577"/>
          <ac:spMkLst>
            <pc:docMk/>
            <pc:sldMk cId="3040477160" sldId="553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4T06:05:49.841" v="2606" actId="20577"/>
          <ac:spMkLst>
            <pc:docMk/>
            <pc:sldMk cId="3040477160" sldId="553"/>
            <ac:spMk id="15" creationId="{57DACC64-E6DA-41A9-B758-32F3DD8123B4}"/>
          </ac:spMkLst>
        </pc:spChg>
        <pc:spChg chg="mod">
          <ac:chgData name="Antonella Mimmo" userId="25a5e1a7-e321-4627-b0fe-fe85337315d8" providerId="ADAL" clId="{8545A78D-9366-4383-9F10-8A6663E33D84}" dt="2021-07-13T09:18:56.155" v="1461" actId="20577"/>
          <ac:spMkLst>
            <pc:docMk/>
            <pc:sldMk cId="3040477160" sldId="553"/>
            <ac:spMk id="34" creationId="{E68D779F-ECF7-45B0-BF1D-CC59CE488ABD}"/>
          </ac:spMkLst>
        </pc:spChg>
        <pc:spChg chg="mod">
          <ac:chgData name="Antonella Mimmo" userId="25a5e1a7-e321-4627-b0fe-fe85337315d8" providerId="ADAL" clId="{8545A78D-9366-4383-9F10-8A6663E33D84}" dt="2021-07-13T13:50:39.434" v="2594" actId="20577"/>
          <ac:spMkLst>
            <pc:docMk/>
            <pc:sldMk cId="3040477160" sldId="553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4T06:10:38.626" v="2610" actId="20577"/>
        <pc:sldMkLst>
          <pc:docMk/>
          <pc:sldMk cId="1830624547" sldId="554"/>
        </pc:sldMkLst>
        <pc:spChg chg="mod">
          <ac:chgData name="Antonella Mimmo" userId="25a5e1a7-e321-4627-b0fe-fe85337315d8" providerId="ADAL" clId="{8545A78D-9366-4383-9F10-8A6663E33D84}" dt="2021-07-13T09:19:18.663" v="1476" actId="20577"/>
          <ac:spMkLst>
            <pc:docMk/>
            <pc:sldMk cId="1830624547" sldId="554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4T06:10:38.626" v="2610" actId="20577"/>
          <ac:spMkLst>
            <pc:docMk/>
            <pc:sldMk cId="1830624547" sldId="554"/>
            <ac:spMk id="15" creationId="{57DACC64-E6DA-41A9-B758-32F3DD8123B4}"/>
          </ac:spMkLst>
        </pc:spChg>
        <pc:spChg chg="mod">
          <ac:chgData name="Antonella Mimmo" userId="25a5e1a7-e321-4627-b0fe-fe85337315d8" providerId="ADAL" clId="{8545A78D-9366-4383-9F10-8A6663E33D84}" dt="2021-07-13T09:19:13.142" v="1471" actId="20577"/>
          <ac:spMkLst>
            <pc:docMk/>
            <pc:sldMk cId="1830624547" sldId="554"/>
            <ac:spMk id="34" creationId="{E68D779F-ECF7-45B0-BF1D-CC59CE488ABD}"/>
          </ac:spMkLst>
        </pc:spChg>
        <pc:spChg chg="mod">
          <ac:chgData name="Antonella Mimmo" userId="25a5e1a7-e321-4627-b0fe-fe85337315d8" providerId="ADAL" clId="{8545A78D-9366-4383-9F10-8A6663E33D84}" dt="2021-07-13T13:50:45.851" v="2596" actId="20577"/>
          <ac:spMkLst>
            <pc:docMk/>
            <pc:sldMk cId="1830624547" sldId="554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4T06:10:45.424" v="2612" actId="20577"/>
        <pc:sldMkLst>
          <pc:docMk/>
          <pc:sldMk cId="1208809433" sldId="555"/>
        </pc:sldMkLst>
        <pc:spChg chg="mod">
          <ac:chgData name="Antonella Mimmo" userId="25a5e1a7-e321-4627-b0fe-fe85337315d8" providerId="ADAL" clId="{8545A78D-9366-4383-9F10-8A6663E33D84}" dt="2021-07-13T09:28:24.731" v="1555" actId="20577"/>
          <ac:spMkLst>
            <pc:docMk/>
            <pc:sldMk cId="1208809433" sldId="555"/>
            <ac:spMk id="7" creationId="{2E4442B9-4613-409D-8568-49E4ABC05CB9}"/>
          </ac:spMkLst>
        </pc:spChg>
        <pc:spChg chg="mod">
          <ac:chgData name="Antonella Mimmo" userId="25a5e1a7-e321-4627-b0fe-fe85337315d8" providerId="ADAL" clId="{8545A78D-9366-4383-9F10-8A6663E33D84}" dt="2021-07-13T09:22:20.282" v="1499" actId="20577"/>
          <ac:spMkLst>
            <pc:docMk/>
            <pc:sldMk cId="1208809433" sldId="555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4T06:10:45.424" v="2612" actId="20577"/>
          <ac:spMkLst>
            <pc:docMk/>
            <pc:sldMk cId="1208809433" sldId="555"/>
            <ac:spMk id="15" creationId="{57DACC64-E6DA-41A9-B758-32F3DD8123B4}"/>
          </ac:spMkLst>
        </pc:spChg>
        <pc:spChg chg="mod">
          <ac:chgData name="Antonella Mimmo" userId="25a5e1a7-e321-4627-b0fe-fe85337315d8" providerId="ADAL" clId="{8545A78D-9366-4383-9F10-8A6663E33D84}" dt="2021-07-13T09:22:13.378" v="1493" actId="20577"/>
          <ac:spMkLst>
            <pc:docMk/>
            <pc:sldMk cId="1208809433" sldId="555"/>
            <ac:spMk id="34" creationId="{E68D779F-ECF7-45B0-BF1D-CC59CE488ABD}"/>
          </ac:spMkLst>
        </pc:spChg>
        <pc:spChg chg="mod">
          <ac:chgData name="Antonella Mimmo" userId="25a5e1a7-e321-4627-b0fe-fe85337315d8" providerId="ADAL" clId="{8545A78D-9366-4383-9F10-8A6663E33D84}" dt="2021-07-13T13:50:52.512" v="2598" actId="20577"/>
          <ac:spMkLst>
            <pc:docMk/>
            <pc:sldMk cId="1208809433" sldId="555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4T06:10:48.928" v="2614" actId="20577"/>
        <pc:sldMkLst>
          <pc:docMk/>
          <pc:sldMk cId="4081891910" sldId="556"/>
        </pc:sldMkLst>
        <pc:spChg chg="mod">
          <ac:chgData name="Antonella Mimmo" userId="25a5e1a7-e321-4627-b0fe-fe85337315d8" providerId="ADAL" clId="{8545A78D-9366-4383-9F10-8A6663E33D84}" dt="2021-07-13T09:28:15.954" v="1551" actId="20577"/>
          <ac:spMkLst>
            <pc:docMk/>
            <pc:sldMk cId="4081891910" sldId="556"/>
            <ac:spMk id="7" creationId="{2E4442B9-4613-409D-8568-49E4ABC05CB9}"/>
          </ac:spMkLst>
        </pc:spChg>
        <pc:spChg chg="mod">
          <ac:chgData name="Antonella Mimmo" userId="25a5e1a7-e321-4627-b0fe-fe85337315d8" providerId="ADAL" clId="{8545A78D-9366-4383-9F10-8A6663E33D84}" dt="2021-07-13T09:22:33.451" v="1509" actId="20577"/>
          <ac:spMkLst>
            <pc:docMk/>
            <pc:sldMk cId="4081891910" sldId="556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4T06:10:48.928" v="2614" actId="20577"/>
          <ac:spMkLst>
            <pc:docMk/>
            <pc:sldMk cId="4081891910" sldId="556"/>
            <ac:spMk id="15" creationId="{57DACC64-E6DA-41A9-B758-32F3DD8123B4}"/>
          </ac:spMkLst>
        </pc:spChg>
        <pc:spChg chg="mod">
          <ac:chgData name="Antonella Mimmo" userId="25a5e1a7-e321-4627-b0fe-fe85337315d8" providerId="ADAL" clId="{8545A78D-9366-4383-9F10-8A6663E33D84}" dt="2021-07-13T09:25:27.709" v="1518" actId="20577"/>
          <ac:spMkLst>
            <pc:docMk/>
            <pc:sldMk cId="4081891910" sldId="556"/>
            <ac:spMk id="19" creationId="{34E051AD-7F6D-40C5-9058-9C331D269CED}"/>
          </ac:spMkLst>
        </pc:spChg>
        <pc:spChg chg="mod">
          <ac:chgData name="Antonella Mimmo" userId="25a5e1a7-e321-4627-b0fe-fe85337315d8" providerId="ADAL" clId="{8545A78D-9366-4383-9F10-8A6663E33D84}" dt="2021-07-13T09:28:05.597" v="1547" actId="20577"/>
          <ac:spMkLst>
            <pc:docMk/>
            <pc:sldMk cId="4081891910" sldId="556"/>
            <ac:spMk id="20" creationId="{3FEEDBBD-2741-4540-9504-3599FE31E59C}"/>
          </ac:spMkLst>
        </pc:spChg>
        <pc:spChg chg="mod">
          <ac:chgData name="Antonella Mimmo" userId="25a5e1a7-e321-4627-b0fe-fe85337315d8" providerId="ADAL" clId="{8545A78D-9366-4383-9F10-8A6663E33D84}" dt="2021-07-13T09:22:27.484" v="1504" actId="20577"/>
          <ac:spMkLst>
            <pc:docMk/>
            <pc:sldMk cId="4081891910" sldId="556"/>
            <ac:spMk id="34" creationId="{E68D779F-ECF7-45B0-BF1D-CC59CE488ABD}"/>
          </ac:spMkLst>
        </pc:spChg>
        <pc:spChg chg="mod">
          <ac:chgData name="Antonella Mimmo" userId="25a5e1a7-e321-4627-b0fe-fe85337315d8" providerId="ADAL" clId="{8545A78D-9366-4383-9F10-8A6663E33D84}" dt="2021-07-13T13:50:57.155" v="2600" actId="20577"/>
          <ac:spMkLst>
            <pc:docMk/>
            <pc:sldMk cId="4081891910" sldId="556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09:56:26.576" v="1642" actId="20577"/>
        <pc:sldMkLst>
          <pc:docMk/>
          <pc:sldMk cId="1552714553" sldId="558"/>
        </pc:sldMkLst>
        <pc:spChg chg="mod">
          <ac:chgData name="Antonella Mimmo" userId="25a5e1a7-e321-4627-b0fe-fe85337315d8" providerId="ADAL" clId="{8545A78D-9366-4383-9F10-8A6663E33D84}" dt="2021-07-13T09:56:26.576" v="1642" actId="20577"/>
          <ac:spMkLst>
            <pc:docMk/>
            <pc:sldMk cId="1552714553" sldId="558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9:56:21.273" v="1638" actId="20577"/>
          <ac:spMkLst>
            <pc:docMk/>
            <pc:sldMk cId="1552714553" sldId="558"/>
            <ac:spMk id="34" creationId="{E68D779F-ECF7-45B0-BF1D-CC59CE488ABD}"/>
          </ac:spMkLst>
        </pc:spChg>
      </pc:sldChg>
      <pc:sldChg chg="modSp">
        <pc:chgData name="Antonella Mimmo" userId="25a5e1a7-e321-4627-b0fe-fe85337315d8" providerId="ADAL" clId="{8545A78D-9366-4383-9F10-8A6663E33D84}" dt="2021-07-13T09:56:59.675" v="1650" actId="20577"/>
        <pc:sldMkLst>
          <pc:docMk/>
          <pc:sldMk cId="2966971665" sldId="559"/>
        </pc:sldMkLst>
        <pc:spChg chg="mod">
          <ac:chgData name="Antonella Mimmo" userId="25a5e1a7-e321-4627-b0fe-fe85337315d8" providerId="ADAL" clId="{8545A78D-9366-4383-9F10-8A6663E33D84}" dt="2021-07-13T09:56:59.675" v="1650" actId="20577"/>
          <ac:spMkLst>
            <pc:docMk/>
            <pc:sldMk cId="2966971665" sldId="559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9:56:53.482" v="1646" actId="20577"/>
          <ac:spMkLst>
            <pc:docMk/>
            <pc:sldMk cId="2966971665" sldId="559"/>
            <ac:spMk id="34" creationId="{E68D779F-ECF7-45B0-BF1D-CC59CE488ABD}"/>
          </ac:spMkLst>
        </pc:spChg>
      </pc:sldChg>
      <pc:sldChg chg="modSp">
        <pc:chgData name="Antonella Mimmo" userId="25a5e1a7-e321-4627-b0fe-fe85337315d8" providerId="ADAL" clId="{8545A78D-9366-4383-9F10-8A6663E33D84}" dt="2021-07-13T14:17:54.638" v="2602" actId="20577"/>
        <pc:sldMkLst>
          <pc:docMk/>
          <pc:sldMk cId="2501103754" sldId="560"/>
        </pc:sldMkLst>
        <pc:spChg chg="mod">
          <ac:chgData name="Antonella Mimmo" userId="25a5e1a7-e321-4627-b0fe-fe85337315d8" providerId="ADAL" clId="{8545A78D-9366-4383-9F10-8A6663E33D84}" dt="2021-07-13T14:17:54.638" v="2602" actId="20577"/>
          <ac:spMkLst>
            <pc:docMk/>
            <pc:sldMk cId="2501103754" sldId="560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9:58:34.697" v="1655" actId="20577"/>
          <ac:spMkLst>
            <pc:docMk/>
            <pc:sldMk cId="2501103754" sldId="560"/>
            <ac:spMk id="26" creationId="{68BAED42-511F-4BF5-B2AD-6A45D07B1985}"/>
          </ac:spMkLst>
        </pc:spChg>
      </pc:sldChg>
      <pc:sldChg chg="modSp">
        <pc:chgData name="Antonella Mimmo" userId="25a5e1a7-e321-4627-b0fe-fe85337315d8" providerId="ADAL" clId="{8545A78D-9366-4383-9F10-8A6663E33D84}" dt="2021-07-13T14:18:00.734" v="2604" actId="20577"/>
        <pc:sldMkLst>
          <pc:docMk/>
          <pc:sldMk cId="3059273481" sldId="561"/>
        </pc:sldMkLst>
        <pc:spChg chg="mod">
          <ac:chgData name="Antonella Mimmo" userId="25a5e1a7-e321-4627-b0fe-fe85337315d8" providerId="ADAL" clId="{8545A78D-9366-4383-9F10-8A6663E33D84}" dt="2021-07-13T14:18:00.734" v="2604" actId="20577"/>
          <ac:spMkLst>
            <pc:docMk/>
            <pc:sldMk cId="3059273481" sldId="561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9:59:04.631" v="1661" actId="20577"/>
          <ac:spMkLst>
            <pc:docMk/>
            <pc:sldMk cId="3059273481" sldId="561"/>
            <ac:spMk id="26" creationId="{68BAED42-511F-4BF5-B2AD-6A45D07B1985}"/>
          </ac:spMkLst>
        </pc:spChg>
      </pc:sldChg>
      <pc:sldChg chg="modSp">
        <pc:chgData name="Antonella Mimmo" userId="25a5e1a7-e321-4627-b0fe-fe85337315d8" providerId="ADAL" clId="{8545A78D-9366-4383-9F10-8A6663E33D84}" dt="2021-07-13T11:55:27.874" v="2036" actId="20577"/>
        <pc:sldMkLst>
          <pc:docMk/>
          <pc:sldMk cId="2547082317" sldId="564"/>
        </pc:sldMkLst>
        <pc:spChg chg="mod">
          <ac:chgData name="Antonella Mimmo" userId="25a5e1a7-e321-4627-b0fe-fe85337315d8" providerId="ADAL" clId="{8545A78D-9366-4383-9F10-8A6663E33D84}" dt="2021-07-13T11:55:20.323" v="2031" actId="20577"/>
          <ac:spMkLst>
            <pc:docMk/>
            <pc:sldMk cId="2547082317" sldId="564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11:55:27.874" v="2036" actId="20577"/>
          <ac:spMkLst>
            <pc:docMk/>
            <pc:sldMk cId="2547082317" sldId="564"/>
            <ac:spMk id="39" creationId="{7EBFD213-0CF3-41CD-ADE6-115B6194AD44}"/>
          </ac:spMkLst>
        </pc:spChg>
        <pc:spChg chg="mod">
          <ac:chgData name="Antonella Mimmo" userId="25a5e1a7-e321-4627-b0fe-fe85337315d8" providerId="ADAL" clId="{8545A78D-9366-4383-9F10-8A6663E33D84}" dt="2021-07-13T11:55:13.407" v="2027" actId="20577"/>
          <ac:spMkLst>
            <pc:docMk/>
            <pc:sldMk cId="2547082317" sldId="564"/>
            <ac:spMk id="42" creationId="{59640ABA-CEEE-4BDF-92BF-E68C3632238D}"/>
          </ac:spMkLst>
        </pc:spChg>
        <pc:spChg chg="mod">
          <ac:chgData name="Antonella Mimmo" userId="25a5e1a7-e321-4627-b0fe-fe85337315d8" providerId="ADAL" clId="{8545A78D-9366-4383-9F10-8A6663E33D84}" dt="2021-07-13T11:55:16.594" v="2029" actId="20577"/>
          <ac:spMkLst>
            <pc:docMk/>
            <pc:sldMk cId="2547082317" sldId="564"/>
            <ac:spMk id="43" creationId="{F3AF22E3-BB14-4C80-A378-86112C006F28}"/>
          </ac:spMkLst>
        </pc:spChg>
        <pc:spChg chg="mod">
          <ac:chgData name="Antonella Mimmo" userId="25a5e1a7-e321-4627-b0fe-fe85337315d8" providerId="ADAL" clId="{8545A78D-9366-4383-9F10-8A6663E33D84}" dt="2021-07-13T10:09:09.663" v="1678" actId="20577"/>
          <ac:spMkLst>
            <pc:docMk/>
            <pc:sldMk cId="2547082317" sldId="564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12:04:22.685" v="2121" actId="20577"/>
        <pc:sldMkLst>
          <pc:docMk/>
          <pc:sldMk cId="2040253041" sldId="566"/>
        </pc:sldMkLst>
        <pc:spChg chg="mod">
          <ac:chgData name="Antonella Mimmo" userId="25a5e1a7-e321-4627-b0fe-fe85337315d8" providerId="ADAL" clId="{8545A78D-9366-4383-9F10-8A6663E33D84}" dt="2021-07-13T11:58:10.268" v="2048" actId="20577"/>
          <ac:spMkLst>
            <pc:docMk/>
            <pc:sldMk cId="2040253041" sldId="566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12:04:22.685" v="2121" actId="20577"/>
          <ac:spMkLst>
            <pc:docMk/>
            <pc:sldMk cId="2040253041" sldId="566"/>
            <ac:spMk id="33" creationId="{39D98D73-6622-4D36-8988-D49DD0082805}"/>
          </ac:spMkLst>
        </pc:spChg>
        <pc:spChg chg="mod">
          <ac:chgData name="Antonella Mimmo" userId="25a5e1a7-e321-4627-b0fe-fe85337315d8" providerId="ADAL" clId="{8545A78D-9366-4383-9F10-8A6663E33D84}" dt="2021-07-13T11:56:08.012" v="2045" actId="20577"/>
          <ac:spMkLst>
            <pc:docMk/>
            <pc:sldMk cId="2040253041" sldId="566"/>
            <ac:spMk id="39" creationId="{7EBFD213-0CF3-41CD-ADE6-115B6194AD44}"/>
          </ac:spMkLst>
        </pc:spChg>
        <pc:spChg chg="mod">
          <ac:chgData name="Antonella Mimmo" userId="25a5e1a7-e321-4627-b0fe-fe85337315d8" providerId="ADAL" clId="{8545A78D-9366-4383-9F10-8A6663E33D84}" dt="2021-07-13T11:56:02.315" v="2040" actId="20577"/>
          <ac:spMkLst>
            <pc:docMk/>
            <pc:sldMk cId="2040253041" sldId="566"/>
            <ac:spMk id="42" creationId="{59640ABA-CEEE-4BDF-92BF-E68C3632238D}"/>
          </ac:spMkLst>
        </pc:spChg>
        <pc:spChg chg="mod">
          <ac:chgData name="Antonella Mimmo" userId="25a5e1a7-e321-4627-b0fe-fe85337315d8" providerId="ADAL" clId="{8545A78D-9366-4383-9F10-8A6663E33D84}" dt="2021-07-13T11:58:06.834" v="2047" actId="20577"/>
          <ac:spMkLst>
            <pc:docMk/>
            <pc:sldMk cId="2040253041" sldId="566"/>
            <ac:spMk id="43" creationId="{F3AF22E3-BB14-4C80-A378-86112C006F28}"/>
          </ac:spMkLst>
        </pc:spChg>
        <pc:spChg chg="mod">
          <ac:chgData name="Antonella Mimmo" userId="25a5e1a7-e321-4627-b0fe-fe85337315d8" providerId="ADAL" clId="{8545A78D-9366-4383-9F10-8A6663E33D84}" dt="2021-07-13T10:09:13.403" v="1679" actId="20577"/>
          <ac:spMkLst>
            <pc:docMk/>
            <pc:sldMk cId="2040253041" sldId="566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12:08:20.949" v="2133" actId="20577"/>
        <pc:sldMkLst>
          <pc:docMk/>
          <pc:sldMk cId="15562045" sldId="568"/>
        </pc:sldMkLst>
        <pc:spChg chg="mod">
          <ac:chgData name="Antonella Mimmo" userId="25a5e1a7-e321-4627-b0fe-fe85337315d8" providerId="ADAL" clId="{8545A78D-9366-4383-9F10-8A6663E33D84}" dt="2021-07-13T12:08:20.949" v="2133" actId="20577"/>
          <ac:spMkLst>
            <pc:docMk/>
            <pc:sldMk cId="15562045" sldId="568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10:09:29.266" v="1682" actId="20577"/>
          <ac:spMkLst>
            <pc:docMk/>
            <pc:sldMk cId="15562045" sldId="568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12:09:10.656" v="2142" actId="20577"/>
        <pc:sldMkLst>
          <pc:docMk/>
          <pc:sldMk cId="1550290027" sldId="569"/>
        </pc:sldMkLst>
        <pc:spChg chg="mod">
          <ac:chgData name="Antonella Mimmo" userId="25a5e1a7-e321-4627-b0fe-fe85337315d8" providerId="ADAL" clId="{8545A78D-9366-4383-9F10-8A6663E33D84}" dt="2021-07-13T12:09:10.656" v="2142" actId="20577"/>
          <ac:spMkLst>
            <pc:docMk/>
            <pc:sldMk cId="1550290027" sldId="569"/>
            <ac:spMk id="11" creationId="{31760107-1CAD-49C9-9E99-D9469D56EB31}"/>
          </ac:spMkLst>
        </pc:spChg>
        <pc:spChg chg="mod">
          <ac:chgData name="Antonella Mimmo" userId="25a5e1a7-e321-4627-b0fe-fe85337315d8" providerId="ADAL" clId="{8545A78D-9366-4383-9F10-8A6663E33D84}" dt="2021-07-13T11:32:38.496" v="2012" actId="20577"/>
          <ac:spMkLst>
            <pc:docMk/>
            <pc:sldMk cId="1550290027" sldId="569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10:09:32.739" v="1683" actId="20577"/>
          <ac:spMkLst>
            <pc:docMk/>
            <pc:sldMk cId="1550290027" sldId="569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12:06:12.549" v="2123" actId="1076"/>
        <pc:sldMkLst>
          <pc:docMk/>
          <pc:sldMk cId="2499296061" sldId="571"/>
        </pc:sldMkLst>
        <pc:spChg chg="mod">
          <ac:chgData name="Antonella Mimmo" userId="25a5e1a7-e321-4627-b0fe-fe85337315d8" providerId="ADAL" clId="{8545A78D-9366-4383-9F10-8A6663E33D84}" dt="2021-07-13T12:06:12.549" v="2123" actId="1076"/>
          <ac:spMkLst>
            <pc:docMk/>
            <pc:sldMk cId="2499296061" sldId="571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12:01:43.945" v="2087" actId="20577"/>
          <ac:spMkLst>
            <pc:docMk/>
            <pc:sldMk cId="2499296061" sldId="571"/>
            <ac:spMk id="21" creationId="{7FC7A85D-AD4D-48BE-B612-E46B71D2D64B}"/>
          </ac:spMkLst>
        </pc:spChg>
        <pc:spChg chg="mod">
          <ac:chgData name="Antonella Mimmo" userId="25a5e1a7-e321-4627-b0fe-fe85337315d8" providerId="ADAL" clId="{8545A78D-9366-4383-9F10-8A6663E33D84}" dt="2021-07-13T12:01:40.583" v="2085" actId="20577"/>
          <ac:spMkLst>
            <pc:docMk/>
            <pc:sldMk cId="2499296061" sldId="571"/>
            <ac:spMk id="30" creationId="{92E22DB7-A930-452F-A5BD-3BB76C314760}"/>
          </ac:spMkLst>
        </pc:spChg>
        <pc:spChg chg="mod">
          <ac:chgData name="Antonella Mimmo" userId="25a5e1a7-e321-4627-b0fe-fe85337315d8" providerId="ADAL" clId="{8545A78D-9366-4383-9F10-8A6663E33D84}" dt="2021-07-13T12:00:04.372" v="2064" actId="20577"/>
          <ac:spMkLst>
            <pc:docMk/>
            <pc:sldMk cId="2499296061" sldId="571"/>
            <ac:spMk id="34" creationId="{E68D779F-ECF7-45B0-BF1D-CC59CE488ABD}"/>
          </ac:spMkLst>
        </pc:spChg>
        <pc:spChg chg="mod">
          <ac:chgData name="Antonella Mimmo" userId="25a5e1a7-e321-4627-b0fe-fe85337315d8" providerId="ADAL" clId="{8545A78D-9366-4383-9F10-8A6663E33D84}" dt="2021-07-13T10:09:17.350" v="1680" actId="20577"/>
          <ac:spMkLst>
            <pc:docMk/>
            <pc:sldMk cId="2499296061" sldId="571"/>
            <ac:spMk id="107522" creationId="{00000000-0000-0000-0000-000000000000}"/>
          </ac:spMkLst>
        </pc:spChg>
        <pc:cxnChg chg="mod">
          <ac:chgData name="Antonella Mimmo" userId="25a5e1a7-e321-4627-b0fe-fe85337315d8" providerId="ADAL" clId="{8545A78D-9366-4383-9F10-8A6663E33D84}" dt="2021-07-13T12:06:08.034" v="2122" actId="1076"/>
          <ac:cxnSpMkLst>
            <pc:docMk/>
            <pc:sldMk cId="2499296061" sldId="571"/>
            <ac:cxnSpMk id="107520" creationId="{9337262D-7BD9-4AC2-B48C-61AE688BC9A8}"/>
          </ac:cxnSpMkLst>
        </pc:cxnChg>
      </pc:sldChg>
      <pc:sldChg chg="modSp">
        <pc:chgData name="Antonella Mimmo" userId="25a5e1a7-e321-4627-b0fe-fe85337315d8" providerId="ADAL" clId="{8545A78D-9366-4383-9F10-8A6663E33D84}" dt="2021-07-13T12:07:08.073" v="2131" actId="20577"/>
        <pc:sldMkLst>
          <pc:docMk/>
          <pc:sldMk cId="2863359533" sldId="572"/>
        </pc:sldMkLst>
        <pc:spChg chg="mod">
          <ac:chgData name="Antonella Mimmo" userId="25a5e1a7-e321-4627-b0fe-fe85337315d8" providerId="ADAL" clId="{8545A78D-9366-4383-9F10-8A6663E33D84}" dt="2021-07-13T12:06:29.566" v="2125" actId="1076"/>
          <ac:spMkLst>
            <pc:docMk/>
            <pc:sldMk cId="2863359533" sldId="572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12:07:08.073" v="2131" actId="20577"/>
          <ac:spMkLst>
            <pc:docMk/>
            <pc:sldMk cId="2863359533" sldId="572"/>
            <ac:spMk id="20" creationId="{DEA4B3F3-7706-4887-8212-42ADC3ADEE98}"/>
          </ac:spMkLst>
        </pc:spChg>
        <pc:spChg chg="mod">
          <ac:chgData name="Antonella Mimmo" userId="25a5e1a7-e321-4627-b0fe-fe85337315d8" providerId="ADAL" clId="{8545A78D-9366-4383-9F10-8A6663E33D84}" dt="2021-07-13T12:02:38.432" v="2116" actId="20577"/>
          <ac:spMkLst>
            <pc:docMk/>
            <pc:sldMk cId="2863359533" sldId="572"/>
            <ac:spMk id="21" creationId="{7FC7A85D-AD4D-48BE-B612-E46B71D2D64B}"/>
          </ac:spMkLst>
        </pc:spChg>
        <pc:spChg chg="mod">
          <ac:chgData name="Antonella Mimmo" userId="25a5e1a7-e321-4627-b0fe-fe85337315d8" providerId="ADAL" clId="{8545A78D-9366-4383-9F10-8A6663E33D84}" dt="2021-07-13T12:02:14.266" v="2097" actId="20577"/>
          <ac:spMkLst>
            <pc:docMk/>
            <pc:sldMk cId="2863359533" sldId="572"/>
            <ac:spMk id="30" creationId="{92E22DB7-A930-452F-A5BD-3BB76C314760}"/>
          </ac:spMkLst>
        </pc:spChg>
        <pc:spChg chg="mod">
          <ac:chgData name="Antonella Mimmo" userId="25a5e1a7-e321-4627-b0fe-fe85337315d8" providerId="ADAL" clId="{8545A78D-9366-4383-9F10-8A6663E33D84}" dt="2021-07-13T12:02:21.808" v="2101" actId="20577"/>
          <ac:spMkLst>
            <pc:docMk/>
            <pc:sldMk cId="2863359533" sldId="572"/>
            <ac:spMk id="34" creationId="{E68D779F-ECF7-45B0-BF1D-CC59CE488ABD}"/>
          </ac:spMkLst>
        </pc:spChg>
        <pc:spChg chg="mod">
          <ac:chgData name="Antonella Mimmo" userId="25a5e1a7-e321-4627-b0fe-fe85337315d8" providerId="ADAL" clId="{8545A78D-9366-4383-9F10-8A6663E33D84}" dt="2021-07-13T10:09:25.153" v="1681" actId="20577"/>
          <ac:spMkLst>
            <pc:docMk/>
            <pc:sldMk cId="2863359533" sldId="572"/>
            <ac:spMk id="107522" creationId="{00000000-0000-0000-0000-000000000000}"/>
          </ac:spMkLst>
        </pc:spChg>
        <pc:cxnChg chg="mod">
          <ac:chgData name="Antonella Mimmo" userId="25a5e1a7-e321-4627-b0fe-fe85337315d8" providerId="ADAL" clId="{8545A78D-9366-4383-9F10-8A6663E33D84}" dt="2021-07-13T12:06:24.959" v="2124" actId="1076"/>
          <ac:cxnSpMkLst>
            <pc:docMk/>
            <pc:sldMk cId="2863359533" sldId="572"/>
            <ac:cxnSpMk id="107520" creationId="{9337262D-7BD9-4AC2-B48C-61AE688BC9A8}"/>
          </ac:cxnSpMkLst>
        </pc:cxnChg>
      </pc:sldChg>
      <pc:sldChg chg="addSp delSp modSp delAnim modAnim">
        <pc:chgData name="Antonella Mimmo" userId="25a5e1a7-e321-4627-b0fe-fe85337315d8" providerId="ADAL" clId="{8545A78D-9366-4383-9F10-8A6663E33D84}" dt="2021-07-13T12:49:31.977" v="2546" actId="692"/>
        <pc:sldMkLst>
          <pc:docMk/>
          <pc:sldMk cId="2596589947" sldId="573"/>
        </pc:sldMkLst>
        <pc:spChg chg="mod">
          <ac:chgData name="Antonella Mimmo" userId="25a5e1a7-e321-4627-b0fe-fe85337315d8" providerId="ADAL" clId="{8545A78D-9366-4383-9F10-8A6663E33D84}" dt="2021-07-13T12:49:26.266" v="2545" actId="692"/>
          <ac:spMkLst>
            <pc:docMk/>
            <pc:sldMk cId="2596589947" sldId="573"/>
            <ac:spMk id="3" creationId="{D7758F2A-852C-464E-9813-2E8A13C91121}"/>
          </ac:spMkLst>
        </pc:spChg>
        <pc:spChg chg="mod">
          <ac:chgData name="Antonella Mimmo" userId="25a5e1a7-e321-4627-b0fe-fe85337315d8" providerId="ADAL" clId="{8545A78D-9366-4383-9F10-8A6663E33D84}" dt="2021-07-13T07:55:29.098" v="583" actId="20577"/>
          <ac:spMkLst>
            <pc:docMk/>
            <pc:sldMk cId="2596589947" sldId="573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08:09:06.427" v="623" actId="20577"/>
          <ac:spMkLst>
            <pc:docMk/>
            <pc:sldMk cId="2596589947" sldId="573"/>
            <ac:spMk id="13" creationId="{E164BC7F-9DBE-4D70-91B5-78B9FC0B133C}"/>
          </ac:spMkLst>
        </pc:spChg>
        <pc:spChg chg="mod">
          <ac:chgData name="Antonella Mimmo" userId="25a5e1a7-e321-4627-b0fe-fe85337315d8" providerId="ADAL" clId="{8545A78D-9366-4383-9F10-8A6663E33D84}" dt="2021-07-13T08:08:42.176" v="611" actId="20577"/>
          <ac:spMkLst>
            <pc:docMk/>
            <pc:sldMk cId="2596589947" sldId="573"/>
            <ac:spMk id="25" creationId="{FC333C14-2C68-45C1-9D65-2E62499A21DB}"/>
          </ac:spMkLst>
        </pc:spChg>
        <pc:spChg chg="mod">
          <ac:chgData name="Antonella Mimmo" userId="25a5e1a7-e321-4627-b0fe-fe85337315d8" providerId="ADAL" clId="{8545A78D-9366-4383-9F10-8A6663E33D84}" dt="2021-07-13T08:08:47.351" v="616" actId="20577"/>
          <ac:spMkLst>
            <pc:docMk/>
            <pc:sldMk cId="2596589947" sldId="573"/>
            <ac:spMk id="26" creationId="{68BAED42-511F-4BF5-B2AD-6A45D07B1985}"/>
          </ac:spMkLst>
        </pc:spChg>
        <pc:spChg chg="add mod">
          <ac:chgData name="Antonella Mimmo" userId="25a5e1a7-e321-4627-b0fe-fe85337315d8" providerId="ADAL" clId="{8545A78D-9366-4383-9F10-8A6663E33D84}" dt="2021-07-13T08:09:46.266" v="637" actId="20577"/>
          <ac:spMkLst>
            <pc:docMk/>
            <pc:sldMk cId="2596589947" sldId="573"/>
            <ac:spMk id="31" creationId="{B468A5C2-C47C-4D29-B90F-8BE4429E2203}"/>
          </ac:spMkLst>
        </pc:spChg>
        <pc:spChg chg="mod">
          <ac:chgData name="Antonella Mimmo" userId="25a5e1a7-e321-4627-b0fe-fe85337315d8" providerId="ADAL" clId="{8545A78D-9366-4383-9F10-8A6663E33D84}" dt="2021-07-13T07:55:07.890" v="581" actId="20577"/>
          <ac:spMkLst>
            <pc:docMk/>
            <pc:sldMk cId="2596589947" sldId="573"/>
            <ac:spMk id="107522" creationId="{00000000-0000-0000-0000-000000000000}"/>
          </ac:spMkLst>
        </pc:spChg>
        <pc:spChg chg="del mod">
          <ac:chgData name="Antonella Mimmo" userId="25a5e1a7-e321-4627-b0fe-fe85337315d8" providerId="ADAL" clId="{8545A78D-9366-4383-9F10-8A6663E33D84}" dt="2021-07-13T07:55:42.415" v="587"/>
          <ac:spMkLst>
            <pc:docMk/>
            <pc:sldMk cId="2596589947" sldId="573"/>
            <ac:spMk id="107525" creationId="{89A9F4C6-8EDD-4ACB-B3C9-80E3838CC351}"/>
          </ac:spMkLst>
        </pc:spChg>
        <pc:cxnChg chg="mod">
          <ac:chgData name="Antonella Mimmo" userId="25a5e1a7-e321-4627-b0fe-fe85337315d8" providerId="ADAL" clId="{8545A78D-9366-4383-9F10-8A6663E33D84}" dt="2021-07-13T12:49:16.205" v="2543" actId="692"/>
          <ac:cxnSpMkLst>
            <pc:docMk/>
            <pc:sldMk cId="2596589947" sldId="573"/>
            <ac:cxnSpMk id="6" creationId="{796BC8D5-169A-44B6-9CB6-14D4FD56EBAA}"/>
          </ac:cxnSpMkLst>
        </pc:cxnChg>
        <pc:cxnChg chg="mod">
          <ac:chgData name="Antonella Mimmo" userId="25a5e1a7-e321-4627-b0fe-fe85337315d8" providerId="ADAL" clId="{8545A78D-9366-4383-9F10-8A6663E33D84}" dt="2021-07-13T12:49:31.977" v="2546" actId="692"/>
          <ac:cxnSpMkLst>
            <pc:docMk/>
            <pc:sldMk cId="2596589947" sldId="573"/>
            <ac:cxnSpMk id="11" creationId="{15E6FCC8-4992-4793-A8CE-CE76D995EAFF}"/>
          </ac:cxnSpMkLst>
        </pc:cxnChg>
      </pc:sldChg>
      <pc:sldChg chg="modSp add">
        <pc:chgData name="Antonella Mimmo" userId="25a5e1a7-e321-4627-b0fe-fe85337315d8" providerId="ADAL" clId="{8545A78D-9366-4383-9F10-8A6663E33D84}" dt="2021-07-13T12:53:48.011" v="2549" actId="14100"/>
        <pc:sldMkLst>
          <pc:docMk/>
          <pc:sldMk cId="294681412" sldId="574"/>
        </pc:sldMkLst>
        <pc:spChg chg="mod">
          <ac:chgData name="Antonella Mimmo" userId="25a5e1a7-e321-4627-b0fe-fe85337315d8" providerId="ADAL" clId="{8545A78D-9366-4383-9F10-8A6663E33D84}" dt="2021-07-13T08:42:39.377" v="790" actId="121"/>
          <ac:spMkLst>
            <pc:docMk/>
            <pc:sldMk cId="294681412" sldId="574"/>
            <ac:spMk id="2" creationId="{288BA942-C32F-4958-9A66-F4FF726208F8}"/>
          </ac:spMkLst>
        </pc:spChg>
        <pc:spChg chg="mod">
          <ac:chgData name="Antonella Mimmo" userId="25a5e1a7-e321-4627-b0fe-fe85337315d8" providerId="ADAL" clId="{8545A78D-9366-4383-9F10-8A6663E33D84}" dt="2021-07-13T12:53:48.011" v="2549" actId="14100"/>
          <ac:spMkLst>
            <pc:docMk/>
            <pc:sldMk cId="294681412" sldId="574"/>
            <ac:spMk id="3" creationId="{BD2E1788-8380-4BCC-83CC-D74AC0F65F42}"/>
          </ac:spMkLst>
        </pc:spChg>
      </pc:sldChg>
      <pc:sldChg chg="modSp modAnim">
        <pc:chgData name="Antonella Mimmo" userId="25a5e1a7-e321-4627-b0fe-fe85337315d8" providerId="ADAL" clId="{8545A78D-9366-4383-9F10-8A6663E33D84}" dt="2021-07-13T12:55:46.387" v="2570" actId="2710"/>
        <pc:sldMkLst>
          <pc:docMk/>
          <pc:sldMk cId="3513522030" sldId="575"/>
        </pc:sldMkLst>
        <pc:spChg chg="mod">
          <ac:chgData name="Antonella Mimmo" userId="25a5e1a7-e321-4627-b0fe-fe85337315d8" providerId="ADAL" clId="{8545A78D-9366-4383-9F10-8A6663E33D84}" dt="2021-07-13T08:49:54.856" v="1053" actId="20577"/>
          <ac:spMkLst>
            <pc:docMk/>
            <pc:sldMk cId="3513522030" sldId="575"/>
            <ac:spMk id="2" creationId="{288BA942-C32F-4958-9A66-F4FF726208F8}"/>
          </ac:spMkLst>
        </pc:spChg>
        <pc:spChg chg="mod">
          <ac:chgData name="Antonella Mimmo" userId="25a5e1a7-e321-4627-b0fe-fe85337315d8" providerId="ADAL" clId="{8545A78D-9366-4383-9F10-8A6663E33D84}" dt="2021-07-13T12:55:46.387" v="2570" actId="2710"/>
          <ac:spMkLst>
            <pc:docMk/>
            <pc:sldMk cId="3513522030" sldId="575"/>
            <ac:spMk id="3" creationId="{BD2E1788-8380-4BCC-83CC-D74AC0F65F42}"/>
          </ac:spMkLst>
        </pc:spChg>
      </pc:sldChg>
      <pc:sldChg chg="addSp modSp">
        <pc:chgData name="Antonella Mimmo" userId="25a5e1a7-e321-4627-b0fe-fe85337315d8" providerId="ADAL" clId="{8545A78D-9366-4383-9F10-8A6663E33D84}" dt="2021-07-13T13:00:07.831" v="2581" actId="20577"/>
        <pc:sldMkLst>
          <pc:docMk/>
          <pc:sldMk cId="161087591" sldId="576"/>
        </pc:sldMkLst>
        <pc:spChg chg="mod">
          <ac:chgData name="Antonella Mimmo" userId="25a5e1a7-e321-4627-b0fe-fe85337315d8" providerId="ADAL" clId="{8545A78D-9366-4383-9F10-8A6663E33D84}" dt="2021-07-13T13:00:07.831" v="2581" actId="20577"/>
          <ac:spMkLst>
            <pc:docMk/>
            <pc:sldMk cId="161087591" sldId="576"/>
            <ac:spMk id="7" creationId="{2E4442B9-4613-409D-8568-49E4ABC05CB9}"/>
          </ac:spMkLst>
        </pc:spChg>
        <pc:spChg chg="mod">
          <ac:chgData name="Antonella Mimmo" userId="25a5e1a7-e321-4627-b0fe-fe85337315d8" providerId="ADAL" clId="{8545A78D-9366-4383-9F10-8A6663E33D84}" dt="2021-07-13T10:17:15.638" v="1763" actId="20577"/>
          <ac:spMkLst>
            <pc:docMk/>
            <pc:sldMk cId="161087591" sldId="576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10:19:50.102" v="1820" actId="207"/>
          <ac:spMkLst>
            <pc:docMk/>
            <pc:sldMk cId="161087591" sldId="576"/>
            <ac:spMk id="15" creationId="{57DACC64-E6DA-41A9-B758-32F3DD8123B4}"/>
          </ac:spMkLst>
        </pc:spChg>
        <pc:spChg chg="mod">
          <ac:chgData name="Antonella Mimmo" userId="25a5e1a7-e321-4627-b0fe-fe85337315d8" providerId="ADAL" clId="{8545A78D-9366-4383-9F10-8A6663E33D84}" dt="2021-07-13T10:19:54.705" v="1821" actId="207"/>
          <ac:spMkLst>
            <pc:docMk/>
            <pc:sldMk cId="161087591" sldId="576"/>
            <ac:spMk id="21" creationId="{7FC7A85D-AD4D-48BE-B612-E46B71D2D64B}"/>
          </ac:spMkLst>
        </pc:spChg>
        <pc:spChg chg="mod">
          <ac:chgData name="Antonella Mimmo" userId="25a5e1a7-e321-4627-b0fe-fe85337315d8" providerId="ADAL" clId="{8545A78D-9366-4383-9F10-8A6663E33D84}" dt="2021-07-13T10:17:38.323" v="1785" actId="20577"/>
          <ac:spMkLst>
            <pc:docMk/>
            <pc:sldMk cId="161087591" sldId="576"/>
            <ac:spMk id="22" creationId="{EDA0539C-C31E-4811-8621-ECAC4D12C7BC}"/>
          </ac:spMkLst>
        </pc:spChg>
        <pc:spChg chg="mod">
          <ac:chgData name="Antonella Mimmo" userId="25a5e1a7-e321-4627-b0fe-fe85337315d8" providerId="ADAL" clId="{8545A78D-9366-4383-9F10-8A6663E33D84}" dt="2021-07-13T10:17:01.158" v="1760" actId="20577"/>
          <ac:spMkLst>
            <pc:docMk/>
            <pc:sldMk cId="161087591" sldId="576"/>
            <ac:spMk id="25" creationId="{FC333C14-2C68-45C1-9D65-2E62499A21DB}"/>
          </ac:spMkLst>
        </pc:spChg>
        <pc:spChg chg="mod">
          <ac:chgData name="Antonella Mimmo" userId="25a5e1a7-e321-4627-b0fe-fe85337315d8" providerId="ADAL" clId="{8545A78D-9366-4383-9F10-8A6663E33D84}" dt="2021-07-13T10:17:49.782" v="1794" actId="20577"/>
          <ac:spMkLst>
            <pc:docMk/>
            <pc:sldMk cId="161087591" sldId="576"/>
            <ac:spMk id="27" creationId="{64130B70-CCBF-4096-83F5-310E3A0D8E5A}"/>
          </ac:spMkLst>
        </pc:spChg>
        <pc:spChg chg="mod">
          <ac:chgData name="Antonella Mimmo" userId="25a5e1a7-e321-4627-b0fe-fe85337315d8" providerId="ADAL" clId="{8545A78D-9366-4383-9F10-8A6663E33D84}" dt="2021-07-13T10:18:18.285" v="1808" actId="20577"/>
          <ac:spMkLst>
            <pc:docMk/>
            <pc:sldMk cId="161087591" sldId="576"/>
            <ac:spMk id="29" creationId="{FCB9EA28-B434-483B-9B05-26315B82880D}"/>
          </ac:spMkLst>
        </pc:spChg>
        <pc:spChg chg="mod">
          <ac:chgData name="Antonella Mimmo" userId="25a5e1a7-e321-4627-b0fe-fe85337315d8" providerId="ADAL" clId="{8545A78D-9366-4383-9F10-8A6663E33D84}" dt="2021-07-13T10:17:28.383" v="1764" actId="20577"/>
          <ac:spMkLst>
            <pc:docMk/>
            <pc:sldMk cId="161087591" sldId="576"/>
            <ac:spMk id="30" creationId="{92E22DB7-A930-452F-A5BD-3BB76C314760}"/>
          </ac:spMkLst>
        </pc:spChg>
        <pc:spChg chg="mod">
          <ac:chgData name="Antonella Mimmo" userId="25a5e1a7-e321-4627-b0fe-fe85337315d8" providerId="ADAL" clId="{8545A78D-9366-4383-9F10-8A6663E33D84}" dt="2021-07-13T10:16:18.453" v="1748" actId="20577"/>
          <ac:spMkLst>
            <pc:docMk/>
            <pc:sldMk cId="161087591" sldId="576"/>
            <ac:spMk id="34" creationId="{E68D779F-ECF7-45B0-BF1D-CC59CE488ABD}"/>
          </ac:spMkLst>
        </pc:spChg>
        <pc:spChg chg="mod">
          <ac:chgData name="Antonella Mimmo" userId="25a5e1a7-e321-4627-b0fe-fe85337315d8" providerId="ADAL" clId="{8545A78D-9366-4383-9F10-8A6663E33D84}" dt="2021-07-13T10:08:26.145" v="1664" actId="20577"/>
          <ac:spMkLst>
            <pc:docMk/>
            <pc:sldMk cId="161087591" sldId="576"/>
            <ac:spMk id="107522" creationId="{00000000-0000-0000-0000-000000000000}"/>
          </ac:spMkLst>
        </pc:spChg>
        <pc:cxnChg chg="mod">
          <ac:chgData name="Antonella Mimmo" userId="25a5e1a7-e321-4627-b0fe-fe85337315d8" providerId="ADAL" clId="{8545A78D-9366-4383-9F10-8A6663E33D84}" dt="2021-07-13T10:19:00.335" v="1811" actId="208"/>
          <ac:cxnSpMkLst>
            <pc:docMk/>
            <pc:sldMk cId="161087591" sldId="576"/>
            <ac:cxnSpMk id="9" creationId="{044E5D82-6B20-4CBB-AA99-6582FC41D526}"/>
          </ac:cxnSpMkLst>
        </pc:cxnChg>
        <pc:cxnChg chg="mod">
          <ac:chgData name="Antonella Mimmo" userId="25a5e1a7-e321-4627-b0fe-fe85337315d8" providerId="ADAL" clId="{8545A78D-9366-4383-9F10-8A6663E33D84}" dt="2021-07-13T10:19:17.421" v="1814" actId="208"/>
          <ac:cxnSpMkLst>
            <pc:docMk/>
            <pc:sldMk cId="161087591" sldId="576"/>
            <ac:cxnSpMk id="18" creationId="{1B1379A5-EC15-4B6C-BB79-DD7FA86010E4}"/>
          </ac:cxnSpMkLst>
        </pc:cxnChg>
        <pc:cxnChg chg="add mod">
          <ac:chgData name="Antonella Mimmo" userId="25a5e1a7-e321-4627-b0fe-fe85337315d8" providerId="ADAL" clId="{8545A78D-9366-4383-9F10-8A6663E33D84}" dt="2021-07-13T10:15:10.958" v="1724" actId="1076"/>
          <ac:cxnSpMkLst>
            <pc:docMk/>
            <pc:sldMk cId="161087591" sldId="576"/>
            <ac:cxnSpMk id="28" creationId="{DE0C6AC5-705D-4A69-BF4E-DB01D3F3DEBE}"/>
          </ac:cxnSpMkLst>
        </pc:cxnChg>
        <pc:cxnChg chg="mod">
          <ac:chgData name="Antonella Mimmo" userId="25a5e1a7-e321-4627-b0fe-fe85337315d8" providerId="ADAL" clId="{8545A78D-9366-4383-9F10-8A6663E33D84}" dt="2021-07-13T10:19:10.728" v="1813" actId="208"/>
          <ac:cxnSpMkLst>
            <pc:docMk/>
            <pc:sldMk cId="161087591" sldId="576"/>
            <ac:cxnSpMk id="33" creationId="{6422D28D-9C2A-4074-9336-0D04E71BD444}"/>
          </ac:cxnSpMkLst>
        </pc:cxnChg>
        <pc:cxnChg chg="mod">
          <ac:chgData name="Antonella Mimmo" userId="25a5e1a7-e321-4627-b0fe-fe85337315d8" providerId="ADAL" clId="{8545A78D-9366-4383-9F10-8A6663E33D84}" dt="2021-07-13T10:16:40.790" v="1749" actId="1076"/>
          <ac:cxnSpMkLst>
            <pc:docMk/>
            <pc:sldMk cId="161087591" sldId="576"/>
            <ac:cxnSpMk id="35" creationId="{ED302FF1-120D-4F9E-A2A0-EBD6B12F3707}"/>
          </ac:cxnSpMkLst>
        </pc:cxnChg>
        <pc:cxnChg chg="mod">
          <ac:chgData name="Antonella Mimmo" userId="25a5e1a7-e321-4627-b0fe-fe85337315d8" providerId="ADAL" clId="{8545A78D-9366-4383-9F10-8A6663E33D84}" dt="2021-07-13T10:15:24.268" v="1726" actId="1076"/>
          <ac:cxnSpMkLst>
            <pc:docMk/>
            <pc:sldMk cId="161087591" sldId="576"/>
            <ac:cxnSpMk id="37" creationId="{6C1CFFE2-3C99-4ADC-8D60-43378C14D83B}"/>
          </ac:cxnSpMkLst>
        </pc:cxnChg>
        <pc:cxnChg chg="mod">
          <ac:chgData name="Antonella Mimmo" userId="25a5e1a7-e321-4627-b0fe-fe85337315d8" providerId="ADAL" clId="{8545A78D-9366-4383-9F10-8A6663E33D84}" dt="2021-07-13T10:15:35.032" v="1727" actId="1076"/>
          <ac:cxnSpMkLst>
            <pc:docMk/>
            <pc:sldMk cId="161087591" sldId="576"/>
            <ac:cxnSpMk id="38" creationId="{91840D9C-9F88-4E4E-BB95-1E2D4E27A5E8}"/>
          </ac:cxnSpMkLst>
        </pc:cxnChg>
      </pc:sldChg>
      <pc:sldChg chg="modSp add del">
        <pc:chgData name="Antonella Mimmo" userId="25a5e1a7-e321-4627-b0fe-fe85337315d8" providerId="ADAL" clId="{8545A78D-9366-4383-9F10-8A6663E33D84}" dt="2021-07-13T09:42:54.360" v="1574" actId="2696"/>
        <pc:sldMkLst>
          <pc:docMk/>
          <pc:sldMk cId="3860075141" sldId="576"/>
        </pc:sldMkLst>
        <pc:spChg chg="mod">
          <ac:chgData name="Antonella Mimmo" userId="25a5e1a7-e321-4627-b0fe-fe85337315d8" providerId="ADAL" clId="{8545A78D-9366-4383-9F10-8A6663E33D84}" dt="2021-07-13T09:40:56.215" v="1573" actId="121"/>
          <ac:spMkLst>
            <pc:docMk/>
            <pc:sldMk cId="3860075141" sldId="576"/>
            <ac:spMk id="2" creationId="{0537BEBD-9CD7-452D-9B47-42A2012D7602}"/>
          </ac:spMkLst>
        </pc:spChg>
      </pc:sldChg>
      <pc:sldChg chg="modSp del">
        <pc:chgData name="Antonella Mimmo" userId="25a5e1a7-e321-4627-b0fe-fe85337315d8" providerId="ADAL" clId="{8545A78D-9366-4383-9F10-8A6663E33D84}" dt="2021-07-13T10:51:12.580" v="1823" actId="2696"/>
        <pc:sldMkLst>
          <pc:docMk/>
          <pc:sldMk cId="1548444777" sldId="577"/>
        </pc:sldMkLst>
        <pc:spChg chg="mod">
          <ac:chgData name="Antonella Mimmo" userId="25a5e1a7-e321-4627-b0fe-fe85337315d8" providerId="ADAL" clId="{8545A78D-9366-4383-9F10-8A6663E33D84}" dt="2021-07-13T10:08:58.310" v="1677" actId="20577"/>
          <ac:spMkLst>
            <pc:docMk/>
            <pc:sldMk cId="1548444777" sldId="577"/>
            <ac:spMk id="107522" creationId="{00000000-0000-0000-0000-000000000000}"/>
          </ac:spMkLst>
        </pc:spChg>
      </pc:sldChg>
      <pc:sldChg chg="addSp modSp modAnim">
        <pc:chgData name="Antonella Mimmo" userId="25a5e1a7-e321-4627-b0fe-fe85337315d8" providerId="ADAL" clId="{8545A78D-9366-4383-9F10-8A6663E33D84}" dt="2021-07-13T11:01:47.817" v="1931" actId="20577"/>
        <pc:sldMkLst>
          <pc:docMk/>
          <pc:sldMk cId="4237911280" sldId="577"/>
        </pc:sldMkLst>
        <pc:spChg chg="mod">
          <ac:chgData name="Antonella Mimmo" userId="25a5e1a7-e321-4627-b0fe-fe85337315d8" providerId="ADAL" clId="{8545A78D-9366-4383-9F10-8A6663E33D84}" dt="2021-07-13T10:58:39.933" v="1847" actId="20577"/>
          <ac:spMkLst>
            <pc:docMk/>
            <pc:sldMk cId="4237911280" sldId="577"/>
            <ac:spMk id="7" creationId="{2E4442B9-4613-409D-8568-49E4ABC05CB9}"/>
          </ac:spMkLst>
        </pc:spChg>
        <pc:spChg chg="mod">
          <ac:chgData name="Antonella Mimmo" userId="25a5e1a7-e321-4627-b0fe-fe85337315d8" providerId="ADAL" clId="{8545A78D-9366-4383-9F10-8A6663E33D84}" dt="2021-07-13T10:54:48.045" v="1835" actId="6549"/>
          <ac:spMkLst>
            <pc:docMk/>
            <pc:sldMk cId="4237911280" sldId="577"/>
            <ac:spMk id="29" creationId="{FCB9EA28-B434-483B-9B05-26315B82880D}"/>
          </ac:spMkLst>
        </pc:spChg>
        <pc:spChg chg="add mod">
          <ac:chgData name="Antonella Mimmo" userId="25a5e1a7-e321-4627-b0fe-fe85337315d8" providerId="ADAL" clId="{8545A78D-9366-4383-9F10-8A6663E33D84}" dt="2021-07-13T11:01:47.817" v="1931" actId="20577"/>
          <ac:spMkLst>
            <pc:docMk/>
            <pc:sldMk cId="4237911280" sldId="577"/>
            <ac:spMk id="31" creationId="{2EDBE090-4B97-40DF-BEAC-A87B3C073489}"/>
          </ac:spMkLst>
        </pc:spChg>
        <pc:spChg chg="mod">
          <ac:chgData name="Antonella Mimmo" userId="25a5e1a7-e321-4627-b0fe-fe85337315d8" providerId="ADAL" clId="{8545A78D-9366-4383-9F10-8A6663E33D84}" dt="2021-07-13T10:52:51.298" v="1834" actId="20577"/>
          <ac:spMkLst>
            <pc:docMk/>
            <pc:sldMk cId="4237911280" sldId="577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11:24:28.279" v="1973" actId="207"/>
        <pc:sldMkLst>
          <pc:docMk/>
          <pc:sldMk cId="2443353537" sldId="578"/>
        </pc:sldMkLst>
        <pc:spChg chg="mod">
          <ac:chgData name="Antonella Mimmo" userId="25a5e1a7-e321-4627-b0fe-fe85337315d8" providerId="ADAL" clId="{8545A78D-9366-4383-9F10-8A6663E33D84}" dt="2021-07-13T11:07:45.187" v="1972" actId="692"/>
          <ac:spMkLst>
            <pc:docMk/>
            <pc:sldMk cId="2443353537" sldId="578"/>
            <ac:spMk id="7" creationId="{2E4442B9-4613-409D-8568-49E4ABC05CB9}"/>
          </ac:spMkLst>
        </pc:spChg>
        <pc:spChg chg="mod">
          <ac:chgData name="Antonella Mimmo" userId="25a5e1a7-e321-4627-b0fe-fe85337315d8" providerId="ADAL" clId="{8545A78D-9366-4383-9F10-8A6663E33D84}" dt="2021-07-13T11:06:18.821" v="1950" actId="20577"/>
          <ac:spMkLst>
            <pc:docMk/>
            <pc:sldMk cId="2443353537" sldId="578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11:24:28.279" v="1973" actId="207"/>
          <ac:spMkLst>
            <pc:docMk/>
            <pc:sldMk cId="2443353537" sldId="578"/>
            <ac:spMk id="15" creationId="{57DACC64-E6DA-41A9-B758-32F3DD8123B4}"/>
          </ac:spMkLst>
        </pc:spChg>
        <pc:spChg chg="mod">
          <ac:chgData name="Antonella Mimmo" userId="25a5e1a7-e321-4627-b0fe-fe85337315d8" providerId="ADAL" clId="{8545A78D-9366-4383-9F10-8A6663E33D84}" dt="2021-07-13T11:04:16.308" v="1932" actId="20577"/>
          <ac:spMkLst>
            <pc:docMk/>
            <pc:sldMk cId="2443353537" sldId="578"/>
            <ac:spMk id="107522" creationId="{00000000-0000-0000-0000-000000000000}"/>
          </ac:spMkLst>
        </pc:spChg>
        <pc:cxnChg chg="mod">
          <ac:chgData name="Antonella Mimmo" userId="25a5e1a7-e321-4627-b0fe-fe85337315d8" providerId="ADAL" clId="{8545A78D-9366-4383-9F10-8A6663E33D84}" dt="2021-07-13T11:07:31.492" v="1970" actId="692"/>
          <ac:cxnSpMkLst>
            <pc:docMk/>
            <pc:sldMk cId="2443353537" sldId="578"/>
            <ac:cxnSpMk id="9" creationId="{044E5D82-6B20-4CBB-AA99-6582FC41D526}"/>
          </ac:cxnSpMkLst>
        </pc:cxnChg>
        <pc:cxnChg chg="mod">
          <ac:chgData name="Antonella Mimmo" userId="25a5e1a7-e321-4627-b0fe-fe85337315d8" providerId="ADAL" clId="{8545A78D-9366-4383-9F10-8A6663E33D84}" dt="2021-07-13T11:07:36.623" v="1971" actId="692"/>
          <ac:cxnSpMkLst>
            <pc:docMk/>
            <pc:sldMk cId="2443353537" sldId="578"/>
            <ac:cxnSpMk id="107520" creationId="{9337262D-7BD9-4AC2-B48C-61AE688BC9A8}"/>
          </ac:cxnSpMkLst>
        </pc:cxnChg>
      </pc:sldChg>
      <pc:sldChg chg="modSp modAnim">
        <pc:chgData name="Antonella Mimmo" userId="25a5e1a7-e321-4627-b0fe-fe85337315d8" providerId="ADAL" clId="{8545A78D-9366-4383-9F10-8A6663E33D84}" dt="2021-07-13T13:05:46.142" v="2592" actId="20577"/>
        <pc:sldMkLst>
          <pc:docMk/>
          <pc:sldMk cId="58475334" sldId="579"/>
        </pc:sldMkLst>
        <pc:spChg chg="mod">
          <ac:chgData name="Antonella Mimmo" userId="25a5e1a7-e321-4627-b0fe-fe85337315d8" providerId="ADAL" clId="{8545A78D-9366-4383-9F10-8A6663E33D84}" dt="2021-07-13T12:09:00.619" v="2137" actId="20577"/>
          <ac:spMkLst>
            <pc:docMk/>
            <pc:sldMk cId="58475334" sldId="579"/>
            <ac:spMk id="29" creationId="{FCB9EA28-B434-483B-9B05-26315B82880D}"/>
          </ac:spMkLst>
        </pc:spChg>
        <pc:spChg chg="mod">
          <ac:chgData name="Antonella Mimmo" userId="25a5e1a7-e321-4627-b0fe-fe85337315d8" providerId="ADAL" clId="{8545A78D-9366-4383-9F10-8A6663E33D84}" dt="2021-07-13T13:05:46.142" v="2592" actId="20577"/>
          <ac:spMkLst>
            <pc:docMk/>
            <pc:sldMk cId="58475334" sldId="579"/>
            <ac:spMk id="107522" creationId="{00000000-0000-0000-0000-000000000000}"/>
          </ac:spMkLst>
        </pc:spChg>
      </pc:sldChg>
      <pc:sldChg chg="modSp del">
        <pc:chgData name="Antonella Mimmo" userId="25a5e1a7-e321-4627-b0fe-fe85337315d8" providerId="ADAL" clId="{8545A78D-9366-4383-9F10-8A6663E33D84}" dt="2021-07-13T11:24:37.171" v="1974" actId="2696"/>
        <pc:sldMkLst>
          <pc:docMk/>
          <pc:sldMk cId="3310517406" sldId="579"/>
        </pc:sldMkLst>
        <pc:spChg chg="mod">
          <ac:chgData name="Antonella Mimmo" userId="25a5e1a7-e321-4627-b0fe-fe85337315d8" providerId="ADAL" clId="{8545A78D-9366-4383-9F10-8A6663E33D84}" dt="2021-07-13T11:07:02.395" v="1967" actId="20577"/>
          <ac:spMkLst>
            <pc:docMk/>
            <pc:sldMk cId="3310517406" sldId="579"/>
            <ac:spMk id="107522" creationId="{00000000-0000-0000-0000-000000000000}"/>
          </ac:spMkLst>
        </pc:spChg>
      </pc:sldChg>
      <pc:sldChg chg="modSp">
        <pc:chgData name="Antonella Mimmo" userId="25a5e1a7-e321-4627-b0fe-fe85337315d8" providerId="ADAL" clId="{8545A78D-9366-4383-9F10-8A6663E33D84}" dt="2021-07-13T12:31:28.348" v="2302" actId="20577"/>
        <pc:sldMkLst>
          <pc:docMk/>
          <pc:sldMk cId="2552938275" sldId="580"/>
        </pc:sldMkLst>
        <pc:spChg chg="mod">
          <ac:chgData name="Antonella Mimmo" userId="25a5e1a7-e321-4627-b0fe-fe85337315d8" providerId="ADAL" clId="{8545A78D-9366-4383-9F10-8A6663E33D84}" dt="2021-07-13T12:27:35.013" v="2268" actId="20577"/>
          <ac:spMkLst>
            <pc:docMk/>
            <pc:sldMk cId="2552938275" sldId="580"/>
            <ac:spMk id="7" creationId="{2E4442B9-4613-409D-8568-49E4ABC05CB9}"/>
          </ac:spMkLst>
        </pc:spChg>
        <pc:spChg chg="mod">
          <ac:chgData name="Antonella Mimmo" userId="25a5e1a7-e321-4627-b0fe-fe85337315d8" providerId="ADAL" clId="{8545A78D-9366-4383-9F10-8A6663E33D84}" dt="2021-07-13T12:24:44.571" v="2246" actId="20577"/>
          <ac:spMkLst>
            <pc:docMk/>
            <pc:sldMk cId="2552938275" sldId="580"/>
            <ac:spMk id="12" creationId="{00000000-0000-0000-0000-000000000000}"/>
          </ac:spMkLst>
        </pc:spChg>
        <pc:spChg chg="mod">
          <ac:chgData name="Antonella Mimmo" userId="25a5e1a7-e321-4627-b0fe-fe85337315d8" providerId="ADAL" clId="{8545A78D-9366-4383-9F10-8A6663E33D84}" dt="2021-07-13T12:19:42.284" v="2163" actId="20577"/>
          <ac:spMkLst>
            <pc:docMk/>
            <pc:sldMk cId="2552938275" sldId="580"/>
            <ac:spMk id="15" creationId="{57DACC64-E6DA-41A9-B758-32F3DD8123B4}"/>
          </ac:spMkLst>
        </pc:spChg>
        <pc:spChg chg="mod">
          <ac:chgData name="Antonella Mimmo" userId="25a5e1a7-e321-4627-b0fe-fe85337315d8" providerId="ADAL" clId="{8545A78D-9366-4383-9F10-8A6663E33D84}" dt="2021-07-13T12:20:03.338" v="2182" actId="20577"/>
          <ac:spMkLst>
            <pc:docMk/>
            <pc:sldMk cId="2552938275" sldId="580"/>
            <ac:spMk id="21" creationId="{7FC7A85D-AD4D-48BE-B612-E46B71D2D64B}"/>
          </ac:spMkLst>
        </pc:spChg>
        <pc:spChg chg="mod">
          <ac:chgData name="Antonella Mimmo" userId="25a5e1a7-e321-4627-b0fe-fe85337315d8" providerId="ADAL" clId="{8545A78D-9366-4383-9F10-8A6663E33D84}" dt="2021-07-13T12:27:28.407" v="2267" actId="20577"/>
          <ac:spMkLst>
            <pc:docMk/>
            <pc:sldMk cId="2552938275" sldId="580"/>
            <ac:spMk id="27" creationId="{64130B70-CCBF-4096-83F5-310E3A0D8E5A}"/>
          </ac:spMkLst>
        </pc:spChg>
        <pc:spChg chg="mod">
          <ac:chgData name="Antonella Mimmo" userId="25a5e1a7-e321-4627-b0fe-fe85337315d8" providerId="ADAL" clId="{8545A78D-9366-4383-9F10-8A6663E33D84}" dt="2021-07-13T12:21:39.689" v="2204" actId="20577"/>
          <ac:spMkLst>
            <pc:docMk/>
            <pc:sldMk cId="2552938275" sldId="580"/>
            <ac:spMk id="30" creationId="{92E22DB7-A930-452F-A5BD-3BB76C314760}"/>
          </ac:spMkLst>
        </pc:spChg>
        <pc:spChg chg="mod">
          <ac:chgData name="Antonella Mimmo" userId="25a5e1a7-e321-4627-b0fe-fe85337315d8" providerId="ADAL" clId="{8545A78D-9366-4383-9F10-8A6663E33D84}" dt="2021-07-13T12:31:28.348" v="2302" actId="20577"/>
          <ac:spMkLst>
            <pc:docMk/>
            <pc:sldMk cId="2552938275" sldId="580"/>
            <ac:spMk id="31" creationId="{74DBCE8B-19B8-4662-8145-FAE5B0B7155C}"/>
          </ac:spMkLst>
        </pc:spChg>
        <pc:spChg chg="mod">
          <ac:chgData name="Antonella Mimmo" userId="25a5e1a7-e321-4627-b0fe-fe85337315d8" providerId="ADAL" clId="{8545A78D-9366-4383-9F10-8A6663E33D84}" dt="2021-07-13T12:21:57.977" v="2214" actId="20577"/>
          <ac:spMkLst>
            <pc:docMk/>
            <pc:sldMk cId="2552938275" sldId="580"/>
            <ac:spMk id="34" creationId="{E68D779F-ECF7-45B0-BF1D-CC59CE488ABD}"/>
          </ac:spMkLst>
        </pc:spChg>
        <pc:spChg chg="mod">
          <ac:chgData name="Antonella Mimmo" userId="25a5e1a7-e321-4627-b0fe-fe85337315d8" providerId="ADAL" clId="{8545A78D-9366-4383-9F10-8A6663E33D84}" dt="2021-07-13T12:23:18.775" v="2225" actId="207"/>
          <ac:spMkLst>
            <pc:docMk/>
            <pc:sldMk cId="2552938275" sldId="580"/>
            <ac:spMk id="36" creationId="{104E6A0D-3BBD-40C4-8DBF-26857069725F}"/>
          </ac:spMkLst>
        </pc:spChg>
        <pc:spChg chg="mod">
          <ac:chgData name="Antonella Mimmo" userId="25a5e1a7-e321-4627-b0fe-fe85337315d8" providerId="ADAL" clId="{8545A78D-9366-4383-9F10-8A6663E33D84}" dt="2021-07-13T12:23:34.046" v="2236" actId="207"/>
          <ac:spMkLst>
            <pc:docMk/>
            <pc:sldMk cId="2552938275" sldId="580"/>
            <ac:spMk id="39" creationId="{7EBFD213-0CF3-41CD-ADE6-115B6194AD44}"/>
          </ac:spMkLst>
        </pc:spChg>
        <pc:spChg chg="mod">
          <ac:chgData name="Antonella Mimmo" userId="25a5e1a7-e321-4627-b0fe-fe85337315d8" providerId="ADAL" clId="{8545A78D-9366-4383-9F10-8A6663E33D84}" dt="2021-07-13T12:30:37.429" v="2295" actId="20577"/>
          <ac:spMkLst>
            <pc:docMk/>
            <pc:sldMk cId="2552938275" sldId="580"/>
            <ac:spMk id="41" creationId="{A1AFA104-C5B9-4AA6-BAF2-75AF7D8AF3CD}"/>
          </ac:spMkLst>
        </pc:spChg>
        <pc:spChg chg="mod">
          <ac:chgData name="Antonella Mimmo" userId="25a5e1a7-e321-4627-b0fe-fe85337315d8" providerId="ADAL" clId="{8545A78D-9366-4383-9F10-8A6663E33D84}" dt="2021-07-13T12:24:30.030" v="2242" actId="20577"/>
          <ac:spMkLst>
            <pc:docMk/>
            <pc:sldMk cId="2552938275" sldId="580"/>
            <ac:spMk id="42" creationId="{59640ABA-CEEE-4BDF-92BF-E68C3632238D}"/>
          </ac:spMkLst>
        </pc:spChg>
        <pc:spChg chg="mod">
          <ac:chgData name="Antonella Mimmo" userId="25a5e1a7-e321-4627-b0fe-fe85337315d8" providerId="ADAL" clId="{8545A78D-9366-4383-9F10-8A6663E33D84}" dt="2021-07-13T12:24:39.718" v="2244" actId="20577"/>
          <ac:spMkLst>
            <pc:docMk/>
            <pc:sldMk cId="2552938275" sldId="580"/>
            <ac:spMk id="43" creationId="{F3AF22E3-BB14-4C80-A378-86112C006F28}"/>
          </ac:spMkLst>
        </pc:spChg>
        <pc:spChg chg="mod">
          <ac:chgData name="Antonella Mimmo" userId="25a5e1a7-e321-4627-b0fe-fe85337315d8" providerId="ADAL" clId="{8545A78D-9366-4383-9F10-8A6663E33D84}" dt="2021-07-13T12:18:26.211" v="2143" actId="20577"/>
          <ac:spMkLst>
            <pc:docMk/>
            <pc:sldMk cId="2552938275" sldId="580"/>
            <ac:spMk id="107522" creationId="{00000000-0000-0000-0000-000000000000}"/>
          </ac:spMkLst>
        </pc:spChg>
        <pc:cxnChg chg="mod">
          <ac:chgData name="Antonella Mimmo" userId="25a5e1a7-e321-4627-b0fe-fe85337315d8" providerId="ADAL" clId="{8545A78D-9366-4383-9F10-8A6663E33D84}" dt="2021-07-13T12:18:53.003" v="2145" actId="692"/>
          <ac:cxnSpMkLst>
            <pc:docMk/>
            <pc:sldMk cId="2552938275" sldId="580"/>
            <ac:cxnSpMk id="9" creationId="{044E5D82-6B20-4CBB-AA99-6582FC41D526}"/>
          </ac:cxnSpMkLst>
        </pc:cxnChg>
        <pc:cxnChg chg="mod">
          <ac:chgData name="Antonella Mimmo" userId="25a5e1a7-e321-4627-b0fe-fe85337315d8" providerId="ADAL" clId="{8545A78D-9366-4383-9F10-8A6663E33D84}" dt="2021-07-13T12:19:09.936" v="2148" actId="692"/>
          <ac:cxnSpMkLst>
            <pc:docMk/>
            <pc:sldMk cId="2552938275" sldId="580"/>
            <ac:cxnSpMk id="18" creationId="{1B1379A5-EC15-4B6C-BB79-DD7FA86010E4}"/>
          </ac:cxnSpMkLst>
        </pc:cxnChg>
        <pc:cxnChg chg="mod">
          <ac:chgData name="Antonella Mimmo" userId="25a5e1a7-e321-4627-b0fe-fe85337315d8" providerId="ADAL" clId="{8545A78D-9366-4383-9F10-8A6663E33D84}" dt="2021-07-13T12:20:40.519" v="2185" actId="1076"/>
          <ac:cxnSpMkLst>
            <pc:docMk/>
            <pc:sldMk cId="2552938275" sldId="580"/>
            <ac:cxnSpMk id="24" creationId="{0E5125DF-C4AD-44A8-8D16-4DEB7ECF234D}"/>
          </ac:cxnSpMkLst>
        </pc:cxnChg>
        <pc:cxnChg chg="mod">
          <ac:chgData name="Antonella Mimmo" userId="25a5e1a7-e321-4627-b0fe-fe85337315d8" providerId="ADAL" clId="{8545A78D-9366-4383-9F10-8A6663E33D84}" dt="2021-07-13T12:20:46.372" v="2186" actId="692"/>
          <ac:cxnSpMkLst>
            <pc:docMk/>
            <pc:sldMk cId="2552938275" sldId="580"/>
            <ac:cxnSpMk id="32" creationId="{22C29F69-D12A-45A4-8FAF-6582BE952CC6}"/>
          </ac:cxnSpMkLst>
        </pc:cxnChg>
        <pc:cxnChg chg="mod">
          <ac:chgData name="Antonella Mimmo" userId="25a5e1a7-e321-4627-b0fe-fe85337315d8" providerId="ADAL" clId="{8545A78D-9366-4383-9F10-8A6663E33D84}" dt="2021-07-13T12:21:17.303" v="2189" actId="692"/>
          <ac:cxnSpMkLst>
            <pc:docMk/>
            <pc:sldMk cId="2552938275" sldId="580"/>
            <ac:cxnSpMk id="38" creationId="{91840D9C-9F88-4E4E-BB95-1E2D4E27A5E8}"/>
          </ac:cxnSpMkLst>
        </pc:cxnChg>
        <pc:cxnChg chg="mod">
          <ac:chgData name="Antonella Mimmo" userId="25a5e1a7-e321-4627-b0fe-fe85337315d8" providerId="ADAL" clId="{8545A78D-9366-4383-9F10-8A6663E33D84}" dt="2021-07-13T12:24:02.741" v="2240" actId="692"/>
          <ac:cxnSpMkLst>
            <pc:docMk/>
            <pc:sldMk cId="2552938275" sldId="580"/>
            <ac:cxnSpMk id="40" creationId="{EA3B54A5-13D6-4FD9-9653-31539316A262}"/>
          </ac:cxnSpMkLst>
        </pc:cxnChg>
        <pc:cxnChg chg="mod">
          <ac:chgData name="Antonella Mimmo" userId="25a5e1a7-e321-4627-b0fe-fe85337315d8" providerId="ADAL" clId="{8545A78D-9366-4383-9F10-8A6663E33D84}" dt="2021-07-13T12:24:17.742" v="2241" actId="1076"/>
          <ac:cxnSpMkLst>
            <pc:docMk/>
            <pc:sldMk cId="2552938275" sldId="580"/>
            <ac:cxnSpMk id="45" creationId="{5A001200-D74D-4184-A6AE-51B69CC7453D}"/>
          </ac:cxnSpMkLst>
        </pc:cxnChg>
      </pc:sldChg>
      <pc:sldChg chg="modSp">
        <pc:chgData name="Antonella Mimmo" userId="25a5e1a7-e321-4627-b0fe-fe85337315d8" providerId="ADAL" clId="{8545A78D-9366-4383-9F10-8A6663E33D84}" dt="2021-07-13T12:39:25.847" v="2535" actId="20577"/>
        <pc:sldMkLst>
          <pc:docMk/>
          <pc:sldMk cId="273142940" sldId="581"/>
        </pc:sldMkLst>
        <pc:spChg chg="mod">
          <ac:chgData name="Antonella Mimmo" userId="25a5e1a7-e321-4627-b0fe-fe85337315d8" providerId="ADAL" clId="{8545A78D-9366-4383-9F10-8A6663E33D84}" dt="2021-07-13T12:39:25.847" v="2535" actId="20577"/>
          <ac:spMkLst>
            <pc:docMk/>
            <pc:sldMk cId="273142940" sldId="581"/>
            <ac:spMk id="35" creationId="{92EC8735-AA80-4D30-9566-1B346137886D}"/>
          </ac:spMkLst>
        </pc:spChg>
        <pc:spChg chg="mod">
          <ac:chgData name="Antonella Mimmo" userId="25a5e1a7-e321-4627-b0fe-fe85337315d8" providerId="ADAL" clId="{8545A78D-9366-4383-9F10-8A6663E33D84}" dt="2021-07-13T12:32:38.079" v="2313" actId="20577"/>
          <ac:spMkLst>
            <pc:docMk/>
            <pc:sldMk cId="273142940" sldId="581"/>
            <ac:spMk id="107522" creationId="{00000000-0000-0000-0000-000000000000}"/>
          </ac:spMkLst>
        </pc:spChg>
      </pc:sldChg>
    </pc:docChg>
  </pc:docChgLst>
  <pc:docChgLst>
    <pc:chgData name="Antonella Mimmo" userId="25a5e1a7-e321-4627-b0fe-fe85337315d8" providerId="ADAL" clId="{D6151340-37DB-4DEE-AB38-D1B2AF80610B}"/>
    <pc:docChg chg="delSld modSld">
      <pc:chgData name="Antonella Mimmo" userId="25a5e1a7-e321-4627-b0fe-fe85337315d8" providerId="ADAL" clId="{D6151340-37DB-4DEE-AB38-D1B2AF80610B}" dt="2022-03-04T12:28:00.749" v="81"/>
      <pc:docMkLst>
        <pc:docMk/>
      </pc:docMkLst>
      <pc:sldChg chg="modSp mod modAnim">
        <pc:chgData name="Antonella Mimmo" userId="25a5e1a7-e321-4627-b0fe-fe85337315d8" providerId="ADAL" clId="{D6151340-37DB-4DEE-AB38-D1B2AF80610B}" dt="2022-03-04T12:25:31.315" v="53"/>
        <pc:sldMkLst>
          <pc:docMk/>
          <pc:sldMk cId="0" sldId="284"/>
        </pc:sldMkLst>
        <pc:spChg chg="mod">
          <ac:chgData name="Antonella Mimmo" userId="25a5e1a7-e321-4627-b0fe-fe85337315d8" providerId="ADAL" clId="{D6151340-37DB-4DEE-AB38-D1B2AF80610B}" dt="2022-03-01T14:12:37.857" v="2" actId="14100"/>
          <ac:spMkLst>
            <pc:docMk/>
            <pc:sldMk cId="0" sldId="284"/>
            <ac:spMk id="4" creationId="{C40B00D9-D8AC-4102-91AB-686639EC75CF}"/>
          </ac:spMkLst>
        </pc:spChg>
      </pc:sldChg>
      <pc:sldChg chg="modAnim">
        <pc:chgData name="Antonella Mimmo" userId="25a5e1a7-e321-4627-b0fe-fe85337315d8" providerId="ADAL" clId="{D6151340-37DB-4DEE-AB38-D1B2AF80610B}" dt="2022-03-04T12:26:13.755" v="60"/>
        <pc:sldMkLst>
          <pc:docMk/>
          <pc:sldMk cId="0" sldId="353"/>
        </pc:sldMkLst>
      </pc:sldChg>
      <pc:sldChg chg="modAnim">
        <pc:chgData name="Antonella Mimmo" userId="25a5e1a7-e321-4627-b0fe-fe85337315d8" providerId="ADAL" clId="{D6151340-37DB-4DEE-AB38-D1B2AF80610B}" dt="2022-03-04T12:26:06.822" v="59"/>
        <pc:sldMkLst>
          <pc:docMk/>
          <pc:sldMk cId="0" sldId="354"/>
        </pc:sldMkLst>
      </pc:sldChg>
      <pc:sldChg chg="modAnim">
        <pc:chgData name="Antonella Mimmo" userId="25a5e1a7-e321-4627-b0fe-fe85337315d8" providerId="ADAL" clId="{D6151340-37DB-4DEE-AB38-D1B2AF80610B}" dt="2022-03-04T12:25:39.170" v="54"/>
        <pc:sldMkLst>
          <pc:docMk/>
          <pc:sldMk cId="0" sldId="355"/>
        </pc:sldMkLst>
      </pc:sldChg>
      <pc:sldChg chg="modAnim">
        <pc:chgData name="Antonella Mimmo" userId="25a5e1a7-e321-4627-b0fe-fe85337315d8" providerId="ADAL" clId="{D6151340-37DB-4DEE-AB38-D1B2AF80610B}" dt="2022-03-04T12:26:24.478" v="61"/>
        <pc:sldMkLst>
          <pc:docMk/>
          <pc:sldMk cId="0" sldId="357"/>
        </pc:sldMkLst>
      </pc:sldChg>
      <pc:sldChg chg="modAnim">
        <pc:chgData name="Antonella Mimmo" userId="25a5e1a7-e321-4627-b0fe-fe85337315d8" providerId="ADAL" clId="{D6151340-37DB-4DEE-AB38-D1B2AF80610B}" dt="2022-03-04T12:26:34.883" v="63"/>
        <pc:sldMkLst>
          <pc:docMk/>
          <pc:sldMk cId="0" sldId="364"/>
        </pc:sldMkLst>
      </pc:sldChg>
      <pc:sldChg chg="modAnim">
        <pc:chgData name="Antonella Mimmo" userId="25a5e1a7-e321-4627-b0fe-fe85337315d8" providerId="ADAL" clId="{D6151340-37DB-4DEE-AB38-D1B2AF80610B}" dt="2022-03-04T12:27:13.055" v="68"/>
        <pc:sldMkLst>
          <pc:docMk/>
          <pc:sldMk cId="0" sldId="365"/>
        </pc:sldMkLst>
      </pc:sldChg>
      <pc:sldChg chg="modAnim">
        <pc:chgData name="Antonella Mimmo" userId="25a5e1a7-e321-4627-b0fe-fe85337315d8" providerId="ADAL" clId="{D6151340-37DB-4DEE-AB38-D1B2AF80610B}" dt="2022-03-04T12:26:30.258" v="62"/>
        <pc:sldMkLst>
          <pc:docMk/>
          <pc:sldMk cId="4229080202" sldId="405"/>
        </pc:sldMkLst>
      </pc:sldChg>
      <pc:sldChg chg="modAnim">
        <pc:chgData name="Antonella Mimmo" userId="25a5e1a7-e321-4627-b0fe-fe85337315d8" providerId="ADAL" clId="{D6151340-37DB-4DEE-AB38-D1B2AF80610B}" dt="2022-03-04T12:27:30.140" v="71"/>
        <pc:sldMkLst>
          <pc:docMk/>
          <pc:sldMk cId="3699831464" sldId="491"/>
        </pc:sldMkLst>
      </pc:sldChg>
      <pc:sldChg chg="modAnim">
        <pc:chgData name="Antonella Mimmo" userId="25a5e1a7-e321-4627-b0fe-fe85337315d8" providerId="ADAL" clId="{D6151340-37DB-4DEE-AB38-D1B2AF80610B}" dt="2022-03-04T12:27:21.004" v="70"/>
        <pc:sldMkLst>
          <pc:docMk/>
          <pc:sldMk cId="451344593" sldId="492"/>
        </pc:sldMkLst>
      </pc:sldChg>
      <pc:sldChg chg="modAnim">
        <pc:chgData name="Antonella Mimmo" userId="25a5e1a7-e321-4627-b0fe-fe85337315d8" providerId="ADAL" clId="{D6151340-37DB-4DEE-AB38-D1B2AF80610B}" dt="2022-03-04T12:27:35.290" v="72"/>
        <pc:sldMkLst>
          <pc:docMk/>
          <pc:sldMk cId="3032340254" sldId="494"/>
        </pc:sldMkLst>
      </pc:sldChg>
      <pc:sldChg chg="modSp mod">
        <pc:chgData name="Antonella Mimmo" userId="25a5e1a7-e321-4627-b0fe-fe85337315d8" providerId="ADAL" clId="{D6151340-37DB-4DEE-AB38-D1B2AF80610B}" dt="2022-03-01T14:17:54.210" v="41" actId="20577"/>
        <pc:sldMkLst>
          <pc:docMk/>
          <pc:sldMk cId="3340783125" sldId="515"/>
        </pc:sldMkLst>
        <pc:spChg chg="mod">
          <ac:chgData name="Antonella Mimmo" userId="25a5e1a7-e321-4627-b0fe-fe85337315d8" providerId="ADAL" clId="{D6151340-37DB-4DEE-AB38-D1B2AF80610B}" dt="2022-03-01T14:17:54.210" v="41" actId="20577"/>
          <ac:spMkLst>
            <pc:docMk/>
            <pc:sldMk cId="3340783125" sldId="515"/>
            <ac:spMk id="15" creationId="{00000000-0000-0000-0000-000000000000}"/>
          </ac:spMkLst>
        </pc:spChg>
      </pc:sldChg>
      <pc:sldChg chg="modAnim">
        <pc:chgData name="Antonella Mimmo" userId="25a5e1a7-e321-4627-b0fe-fe85337315d8" providerId="ADAL" clId="{D6151340-37DB-4DEE-AB38-D1B2AF80610B}" dt="2022-03-04T12:25:44.144" v="55"/>
        <pc:sldMkLst>
          <pc:docMk/>
          <pc:sldMk cId="504683420" sldId="516"/>
        </pc:sldMkLst>
      </pc:sldChg>
      <pc:sldChg chg="modAnim">
        <pc:chgData name="Antonella Mimmo" userId="25a5e1a7-e321-4627-b0fe-fe85337315d8" providerId="ADAL" clId="{D6151340-37DB-4DEE-AB38-D1B2AF80610B}" dt="2022-03-04T12:26:43.100" v="64"/>
        <pc:sldMkLst>
          <pc:docMk/>
          <pc:sldMk cId="609813894" sldId="523"/>
        </pc:sldMkLst>
      </pc:sldChg>
      <pc:sldChg chg="del">
        <pc:chgData name="Antonella Mimmo" userId="25a5e1a7-e321-4627-b0fe-fe85337315d8" providerId="ADAL" clId="{D6151340-37DB-4DEE-AB38-D1B2AF80610B}" dt="2022-03-01T14:14:30.328" v="9" actId="47"/>
        <pc:sldMkLst>
          <pc:docMk/>
          <pc:sldMk cId="1671290187" sldId="540"/>
        </pc:sldMkLst>
      </pc:sldChg>
      <pc:sldChg chg="modAnim">
        <pc:chgData name="Antonella Mimmo" userId="25a5e1a7-e321-4627-b0fe-fe85337315d8" providerId="ADAL" clId="{D6151340-37DB-4DEE-AB38-D1B2AF80610B}" dt="2022-03-04T12:25:55.973" v="57"/>
        <pc:sldMkLst>
          <pc:docMk/>
          <pc:sldMk cId="429954018" sldId="541"/>
        </pc:sldMkLst>
      </pc:sldChg>
      <pc:sldChg chg="modAnim">
        <pc:chgData name="Antonella Mimmo" userId="25a5e1a7-e321-4627-b0fe-fe85337315d8" providerId="ADAL" clId="{D6151340-37DB-4DEE-AB38-D1B2AF80610B}" dt="2022-03-04T12:25:59.250" v="58"/>
        <pc:sldMkLst>
          <pc:docMk/>
          <pc:sldMk cId="1447885871" sldId="542"/>
        </pc:sldMkLst>
      </pc:sldChg>
      <pc:sldChg chg="modAnim">
        <pc:chgData name="Antonella Mimmo" userId="25a5e1a7-e321-4627-b0fe-fe85337315d8" providerId="ADAL" clId="{D6151340-37DB-4DEE-AB38-D1B2AF80610B}" dt="2022-03-04T12:26:51.991" v="65"/>
        <pc:sldMkLst>
          <pc:docMk/>
          <pc:sldMk cId="4277542607" sldId="545"/>
        </pc:sldMkLst>
      </pc:sldChg>
      <pc:sldChg chg="modAnim">
        <pc:chgData name="Antonella Mimmo" userId="25a5e1a7-e321-4627-b0fe-fe85337315d8" providerId="ADAL" clId="{D6151340-37DB-4DEE-AB38-D1B2AF80610B}" dt="2022-03-04T12:26:58.107" v="66"/>
        <pc:sldMkLst>
          <pc:docMk/>
          <pc:sldMk cId="1741200636" sldId="547"/>
        </pc:sldMkLst>
      </pc:sldChg>
      <pc:sldChg chg="modAnim">
        <pc:chgData name="Antonella Mimmo" userId="25a5e1a7-e321-4627-b0fe-fe85337315d8" providerId="ADAL" clId="{D6151340-37DB-4DEE-AB38-D1B2AF80610B}" dt="2022-03-04T12:27:05.309" v="67"/>
        <pc:sldMkLst>
          <pc:docMk/>
          <pc:sldMk cId="4190574043" sldId="548"/>
        </pc:sldMkLst>
      </pc:sldChg>
      <pc:sldChg chg="del">
        <pc:chgData name="Antonella Mimmo" userId="25a5e1a7-e321-4627-b0fe-fe85337315d8" providerId="ADAL" clId="{D6151340-37DB-4DEE-AB38-D1B2AF80610B}" dt="2022-03-01T14:15:11.616" v="10" actId="47"/>
        <pc:sldMkLst>
          <pc:docMk/>
          <pc:sldMk cId="849813271" sldId="552"/>
        </pc:sldMkLst>
      </pc:sldChg>
      <pc:sldChg chg="modAnim">
        <pc:chgData name="Antonella Mimmo" userId="25a5e1a7-e321-4627-b0fe-fe85337315d8" providerId="ADAL" clId="{D6151340-37DB-4DEE-AB38-D1B2AF80610B}" dt="2022-03-04T12:27:16.595" v="69"/>
        <pc:sldMkLst>
          <pc:docMk/>
          <pc:sldMk cId="3040477160" sldId="553"/>
        </pc:sldMkLst>
      </pc:sldChg>
      <pc:sldChg chg="del">
        <pc:chgData name="Antonella Mimmo" userId="25a5e1a7-e321-4627-b0fe-fe85337315d8" providerId="ADAL" clId="{D6151340-37DB-4DEE-AB38-D1B2AF80610B}" dt="2022-03-01T14:15:18.849" v="12" actId="47"/>
        <pc:sldMkLst>
          <pc:docMk/>
          <pc:sldMk cId="1830624547" sldId="554"/>
        </pc:sldMkLst>
      </pc:sldChg>
      <pc:sldChg chg="modAnim">
        <pc:chgData name="Antonella Mimmo" userId="25a5e1a7-e321-4627-b0fe-fe85337315d8" providerId="ADAL" clId="{D6151340-37DB-4DEE-AB38-D1B2AF80610B}" dt="2022-03-04T12:27:38.157" v="73"/>
        <pc:sldMkLst>
          <pc:docMk/>
          <pc:sldMk cId="1208809433" sldId="555"/>
        </pc:sldMkLst>
      </pc:sldChg>
      <pc:sldChg chg="del">
        <pc:chgData name="Antonella Mimmo" userId="25a5e1a7-e321-4627-b0fe-fe85337315d8" providerId="ADAL" clId="{D6151340-37DB-4DEE-AB38-D1B2AF80610B}" dt="2022-03-01T14:15:31.537" v="13" actId="47"/>
        <pc:sldMkLst>
          <pc:docMk/>
          <pc:sldMk cId="4081891910" sldId="556"/>
        </pc:sldMkLst>
      </pc:sldChg>
      <pc:sldChg chg="modAnim">
        <pc:chgData name="Antonella Mimmo" userId="25a5e1a7-e321-4627-b0fe-fe85337315d8" providerId="ADAL" clId="{D6151340-37DB-4DEE-AB38-D1B2AF80610B}" dt="2022-03-04T12:27:41.315" v="74"/>
        <pc:sldMkLst>
          <pc:docMk/>
          <pc:sldMk cId="1552714553" sldId="558"/>
        </pc:sldMkLst>
      </pc:sldChg>
      <pc:sldChg chg="del">
        <pc:chgData name="Antonella Mimmo" userId="25a5e1a7-e321-4627-b0fe-fe85337315d8" providerId="ADAL" clId="{D6151340-37DB-4DEE-AB38-D1B2AF80610B}" dt="2022-03-01T14:15:33.162" v="14" actId="47"/>
        <pc:sldMkLst>
          <pc:docMk/>
          <pc:sldMk cId="2966971665" sldId="559"/>
        </pc:sldMkLst>
      </pc:sldChg>
      <pc:sldChg chg="modAnim">
        <pc:chgData name="Antonella Mimmo" userId="25a5e1a7-e321-4627-b0fe-fe85337315d8" providerId="ADAL" clId="{D6151340-37DB-4DEE-AB38-D1B2AF80610B}" dt="2022-03-04T12:27:44.884" v="75"/>
        <pc:sldMkLst>
          <pc:docMk/>
          <pc:sldMk cId="2501103754" sldId="560"/>
        </pc:sldMkLst>
      </pc:sldChg>
      <pc:sldChg chg="del">
        <pc:chgData name="Antonella Mimmo" userId="25a5e1a7-e321-4627-b0fe-fe85337315d8" providerId="ADAL" clId="{D6151340-37DB-4DEE-AB38-D1B2AF80610B}" dt="2022-03-01T14:15:34.495" v="15" actId="47"/>
        <pc:sldMkLst>
          <pc:docMk/>
          <pc:sldMk cId="3059273481" sldId="561"/>
        </pc:sldMkLst>
      </pc:sldChg>
      <pc:sldChg chg="modSp mod modAnim">
        <pc:chgData name="Antonella Mimmo" userId="25a5e1a7-e321-4627-b0fe-fe85337315d8" providerId="ADAL" clId="{D6151340-37DB-4DEE-AB38-D1B2AF80610B}" dt="2022-03-04T12:27:50.632" v="77"/>
        <pc:sldMkLst>
          <pc:docMk/>
          <pc:sldMk cId="2547082317" sldId="564"/>
        </pc:sldMkLst>
        <pc:spChg chg="mod">
          <ac:chgData name="Antonella Mimmo" userId="25a5e1a7-e321-4627-b0fe-fe85337315d8" providerId="ADAL" clId="{D6151340-37DB-4DEE-AB38-D1B2AF80610B}" dt="2022-03-01T14:47:07.940" v="42" actId="20577"/>
          <ac:spMkLst>
            <pc:docMk/>
            <pc:sldMk cId="2547082317" sldId="564"/>
            <ac:spMk id="43" creationId="{F3AF22E3-BB14-4C80-A378-86112C006F28}"/>
          </ac:spMkLst>
        </pc:spChg>
      </pc:sldChg>
      <pc:sldChg chg="del">
        <pc:chgData name="Antonella Mimmo" userId="25a5e1a7-e321-4627-b0fe-fe85337315d8" providerId="ADAL" clId="{D6151340-37DB-4DEE-AB38-D1B2AF80610B}" dt="2022-03-01T14:15:37.031" v="17" actId="47"/>
        <pc:sldMkLst>
          <pc:docMk/>
          <pc:sldMk cId="2040253041" sldId="566"/>
        </pc:sldMkLst>
      </pc:sldChg>
      <pc:sldChg chg="modAnim">
        <pc:chgData name="Antonella Mimmo" userId="25a5e1a7-e321-4627-b0fe-fe85337315d8" providerId="ADAL" clId="{D6151340-37DB-4DEE-AB38-D1B2AF80610B}" dt="2022-03-04T12:27:55.572" v="79"/>
        <pc:sldMkLst>
          <pc:docMk/>
          <pc:sldMk cId="15562045" sldId="568"/>
        </pc:sldMkLst>
      </pc:sldChg>
      <pc:sldChg chg="del">
        <pc:chgData name="Antonella Mimmo" userId="25a5e1a7-e321-4627-b0fe-fe85337315d8" providerId="ADAL" clId="{D6151340-37DB-4DEE-AB38-D1B2AF80610B}" dt="2022-03-01T14:15:40.373" v="19" actId="47"/>
        <pc:sldMkLst>
          <pc:docMk/>
          <pc:sldMk cId="1550290027" sldId="569"/>
        </pc:sldMkLst>
      </pc:sldChg>
      <pc:sldChg chg="modAnim">
        <pc:chgData name="Antonella Mimmo" userId="25a5e1a7-e321-4627-b0fe-fe85337315d8" providerId="ADAL" clId="{D6151340-37DB-4DEE-AB38-D1B2AF80610B}" dt="2022-03-04T12:25:51.301" v="56"/>
        <pc:sldMkLst>
          <pc:docMk/>
          <pc:sldMk cId="3545254241" sldId="570"/>
        </pc:sldMkLst>
      </pc:sldChg>
      <pc:sldChg chg="modAnim">
        <pc:chgData name="Antonella Mimmo" userId="25a5e1a7-e321-4627-b0fe-fe85337315d8" providerId="ADAL" clId="{D6151340-37DB-4DEE-AB38-D1B2AF80610B}" dt="2022-03-04T12:27:53.183" v="78"/>
        <pc:sldMkLst>
          <pc:docMk/>
          <pc:sldMk cId="2499296061" sldId="571"/>
        </pc:sldMkLst>
      </pc:sldChg>
      <pc:sldChg chg="del">
        <pc:chgData name="Antonella Mimmo" userId="25a5e1a7-e321-4627-b0fe-fe85337315d8" providerId="ADAL" clId="{D6151340-37DB-4DEE-AB38-D1B2AF80610B}" dt="2022-03-01T14:15:39.274" v="18" actId="47"/>
        <pc:sldMkLst>
          <pc:docMk/>
          <pc:sldMk cId="2863359533" sldId="572"/>
        </pc:sldMkLst>
      </pc:sldChg>
      <pc:sldChg chg="del">
        <pc:chgData name="Antonella Mimmo" userId="25a5e1a7-e321-4627-b0fe-fe85337315d8" providerId="ADAL" clId="{D6151340-37DB-4DEE-AB38-D1B2AF80610B}" dt="2022-03-01T14:14:26.718" v="8" actId="47"/>
        <pc:sldMkLst>
          <pc:docMk/>
          <pc:sldMk cId="2596589947" sldId="573"/>
        </pc:sldMkLst>
      </pc:sldChg>
      <pc:sldChg chg="del">
        <pc:chgData name="Antonella Mimmo" userId="25a5e1a7-e321-4627-b0fe-fe85337315d8" providerId="ADAL" clId="{D6151340-37DB-4DEE-AB38-D1B2AF80610B}" dt="2022-03-01T14:15:14.507" v="11" actId="47"/>
        <pc:sldMkLst>
          <pc:docMk/>
          <pc:sldMk cId="3513522030" sldId="575"/>
        </pc:sldMkLst>
      </pc:sldChg>
      <pc:sldChg chg="modAnim">
        <pc:chgData name="Antonella Mimmo" userId="25a5e1a7-e321-4627-b0fe-fe85337315d8" providerId="ADAL" clId="{D6151340-37DB-4DEE-AB38-D1B2AF80610B}" dt="2022-03-04T12:27:47.811" v="76"/>
        <pc:sldMkLst>
          <pc:docMk/>
          <pc:sldMk cId="161087591" sldId="576"/>
        </pc:sldMkLst>
      </pc:sldChg>
      <pc:sldChg chg="del">
        <pc:chgData name="Antonella Mimmo" userId="25a5e1a7-e321-4627-b0fe-fe85337315d8" providerId="ADAL" clId="{D6151340-37DB-4DEE-AB38-D1B2AF80610B}" dt="2022-03-01T14:15:35.766" v="16" actId="47"/>
        <pc:sldMkLst>
          <pc:docMk/>
          <pc:sldMk cId="4237911280" sldId="577"/>
        </pc:sldMkLst>
      </pc:sldChg>
      <pc:sldChg chg="modSp mod modAnim">
        <pc:chgData name="Antonella Mimmo" userId="25a5e1a7-e321-4627-b0fe-fe85337315d8" providerId="ADAL" clId="{D6151340-37DB-4DEE-AB38-D1B2AF80610B}" dt="2022-03-04T12:27:58.124" v="80"/>
        <pc:sldMkLst>
          <pc:docMk/>
          <pc:sldMk cId="2443353537" sldId="578"/>
        </pc:sldMkLst>
        <pc:spChg chg="mod">
          <ac:chgData name="Antonella Mimmo" userId="25a5e1a7-e321-4627-b0fe-fe85337315d8" providerId="ADAL" clId="{D6151340-37DB-4DEE-AB38-D1B2AF80610B}" dt="2022-03-02T06:57:58.097" v="52" actId="20577"/>
          <ac:spMkLst>
            <pc:docMk/>
            <pc:sldMk cId="2443353537" sldId="578"/>
            <ac:spMk id="12" creationId="{00000000-0000-0000-0000-000000000000}"/>
          </ac:spMkLst>
        </pc:spChg>
      </pc:sldChg>
      <pc:sldChg chg="del">
        <pc:chgData name="Antonella Mimmo" userId="25a5e1a7-e321-4627-b0fe-fe85337315d8" providerId="ADAL" clId="{D6151340-37DB-4DEE-AB38-D1B2AF80610B}" dt="2022-03-01T14:15:41.463" v="20" actId="47"/>
        <pc:sldMkLst>
          <pc:docMk/>
          <pc:sldMk cId="58475334" sldId="579"/>
        </pc:sldMkLst>
      </pc:sldChg>
      <pc:sldChg chg="modAnim">
        <pc:chgData name="Antonella Mimmo" userId="25a5e1a7-e321-4627-b0fe-fe85337315d8" providerId="ADAL" clId="{D6151340-37DB-4DEE-AB38-D1B2AF80610B}" dt="2022-03-04T12:28:00.749" v="81"/>
        <pc:sldMkLst>
          <pc:docMk/>
          <pc:sldMk cId="2552938275" sldId="580"/>
        </pc:sldMkLst>
      </pc:sldChg>
      <pc:sldChg chg="del">
        <pc:chgData name="Antonella Mimmo" userId="25a5e1a7-e321-4627-b0fe-fe85337315d8" providerId="ADAL" clId="{D6151340-37DB-4DEE-AB38-D1B2AF80610B}" dt="2022-03-01T14:15:42.642" v="21" actId="47"/>
        <pc:sldMkLst>
          <pc:docMk/>
          <pc:sldMk cId="3595976610" sldId="582"/>
        </pc:sldMkLst>
      </pc:sldChg>
    </pc:docChg>
  </pc:docChgLst>
  <pc:docChgLst>
    <pc:chgData name="Jerome Martini" userId="cf445fd1-bb94-431f-9d69-de636e77a98d" providerId="ADAL" clId="{4D4388E2-6B77-498D-ADB1-F6E06E8377FE}"/>
    <pc:docChg chg="undo custSel delSld modSld">
      <pc:chgData name="Jerome Martini" userId="cf445fd1-bb94-431f-9d69-de636e77a98d" providerId="ADAL" clId="{4D4388E2-6B77-498D-ADB1-F6E06E8377FE}" dt="2022-10-26T13:45:16.058" v="74" actId="47"/>
      <pc:docMkLst>
        <pc:docMk/>
      </pc:docMkLst>
      <pc:sldChg chg="modSp mod">
        <pc:chgData name="Jerome Martini" userId="cf445fd1-bb94-431f-9d69-de636e77a98d" providerId="ADAL" clId="{4D4388E2-6B77-498D-ADB1-F6E06E8377FE}" dt="2022-10-26T13:35:47.886" v="7" actId="20577"/>
        <pc:sldMkLst>
          <pc:docMk/>
          <pc:sldMk cId="0" sldId="284"/>
        </pc:sldMkLst>
        <pc:spChg chg="mod">
          <ac:chgData name="Jerome Martini" userId="cf445fd1-bb94-431f-9d69-de636e77a98d" providerId="ADAL" clId="{4D4388E2-6B77-498D-ADB1-F6E06E8377FE}" dt="2022-10-26T13:35:47.886" v="7" actId="20577"/>
          <ac:spMkLst>
            <pc:docMk/>
            <pc:sldMk cId="0" sldId="284"/>
            <ac:spMk id="4" creationId="{C40B00D9-D8AC-4102-91AB-686639EC75CF}"/>
          </ac:spMkLst>
        </pc:spChg>
      </pc:sldChg>
      <pc:sldChg chg="modSp mod">
        <pc:chgData name="Jerome Martini" userId="cf445fd1-bb94-431f-9d69-de636e77a98d" providerId="ADAL" clId="{4D4388E2-6B77-498D-ADB1-F6E06E8377FE}" dt="2022-10-26T13:37:10.435" v="27" actId="20577"/>
        <pc:sldMkLst>
          <pc:docMk/>
          <pc:sldMk cId="0" sldId="354"/>
        </pc:sldMkLst>
        <pc:spChg chg="mod">
          <ac:chgData name="Jerome Martini" userId="cf445fd1-bb94-431f-9d69-de636e77a98d" providerId="ADAL" clId="{4D4388E2-6B77-498D-ADB1-F6E06E8377FE}" dt="2022-10-26T13:37:10.435" v="27" actId="20577"/>
          <ac:spMkLst>
            <pc:docMk/>
            <pc:sldMk cId="0" sldId="354"/>
            <ac:spMk id="3" creationId="{00000000-0000-0000-0000-000000000000}"/>
          </ac:spMkLst>
        </pc:spChg>
      </pc:sldChg>
      <pc:sldChg chg="addSp delSp modSp mod modClrScheme chgLayout">
        <pc:chgData name="Jerome Martini" userId="cf445fd1-bb94-431f-9d69-de636e77a98d" providerId="ADAL" clId="{4D4388E2-6B77-498D-ADB1-F6E06E8377FE}" dt="2022-10-26T13:44:17.875" v="72" actId="700"/>
        <pc:sldMkLst>
          <pc:docMk/>
          <pc:sldMk cId="3032340254" sldId="494"/>
        </pc:sldMkLst>
        <pc:spChg chg="mod ord">
          <ac:chgData name="Jerome Martini" userId="cf445fd1-bb94-431f-9d69-de636e77a98d" providerId="ADAL" clId="{4D4388E2-6B77-498D-ADB1-F6E06E8377FE}" dt="2022-10-26T13:44:17.875" v="72" actId="700"/>
          <ac:spMkLst>
            <pc:docMk/>
            <pc:sldMk cId="3032340254" sldId="494"/>
            <ac:spMk id="2" creationId="{00000000-0000-0000-0000-000000000000}"/>
          </ac:spMkLst>
        </pc:spChg>
        <pc:spChg chg="mod ord">
          <ac:chgData name="Jerome Martini" userId="cf445fd1-bb94-431f-9d69-de636e77a98d" providerId="ADAL" clId="{4D4388E2-6B77-498D-ADB1-F6E06E8377FE}" dt="2022-10-26T13:44:17.875" v="72" actId="700"/>
          <ac:spMkLst>
            <pc:docMk/>
            <pc:sldMk cId="3032340254" sldId="494"/>
            <ac:spMk id="3" creationId="{00000000-0000-0000-0000-000000000000}"/>
          </ac:spMkLst>
        </pc:spChg>
        <pc:spChg chg="mod ord">
          <ac:chgData name="Jerome Martini" userId="cf445fd1-bb94-431f-9d69-de636e77a98d" providerId="ADAL" clId="{4D4388E2-6B77-498D-ADB1-F6E06E8377FE}" dt="2022-10-26T13:44:17.875" v="72" actId="700"/>
          <ac:spMkLst>
            <pc:docMk/>
            <pc:sldMk cId="3032340254" sldId="494"/>
            <ac:spMk id="6" creationId="{00000000-0000-0000-0000-000000000000}"/>
          </ac:spMkLst>
        </pc:spChg>
        <pc:spChg chg="mod">
          <ac:chgData name="Jerome Martini" userId="cf445fd1-bb94-431f-9d69-de636e77a98d" providerId="ADAL" clId="{4D4388E2-6B77-498D-ADB1-F6E06E8377FE}" dt="2022-10-26T13:41:55.837" v="63" actId="1076"/>
          <ac:spMkLst>
            <pc:docMk/>
            <pc:sldMk cId="3032340254" sldId="494"/>
            <ac:spMk id="9" creationId="{81B9BC09-DF2E-4B98-A8DD-1A3840227AB1}"/>
          </ac:spMkLst>
        </pc:spChg>
        <pc:picChg chg="add mod ord">
          <ac:chgData name="Jerome Martini" userId="cf445fd1-bb94-431f-9d69-de636e77a98d" providerId="ADAL" clId="{4D4388E2-6B77-498D-ADB1-F6E06E8377FE}" dt="2022-10-26T13:41:49.681" v="62" actId="167"/>
          <ac:picMkLst>
            <pc:docMk/>
            <pc:sldMk cId="3032340254" sldId="494"/>
            <ac:picMk id="7" creationId="{D0ED1341-E0E1-47F0-B5AC-00573AA62D32}"/>
          </ac:picMkLst>
        </pc:picChg>
        <pc:picChg chg="del">
          <ac:chgData name="Jerome Martini" userId="cf445fd1-bb94-431f-9d69-de636e77a98d" providerId="ADAL" clId="{4D4388E2-6B77-498D-ADB1-F6E06E8377FE}" dt="2022-10-26T13:41:36.062" v="60" actId="478"/>
          <ac:picMkLst>
            <pc:docMk/>
            <pc:sldMk cId="3032340254" sldId="494"/>
            <ac:picMk id="8" creationId="{70EFB5CC-92A6-45E0-BC16-E47D11546330}"/>
          </ac:picMkLst>
        </pc:picChg>
      </pc:sldChg>
      <pc:sldChg chg="del">
        <pc:chgData name="Jerome Martini" userId="cf445fd1-bb94-431f-9d69-de636e77a98d" providerId="ADAL" clId="{4D4388E2-6B77-498D-ADB1-F6E06E8377FE}" dt="2022-10-26T13:36:42.565" v="8" actId="47"/>
        <pc:sldMkLst>
          <pc:docMk/>
          <pc:sldMk cId="429954018" sldId="541"/>
        </pc:sldMkLst>
      </pc:sldChg>
      <pc:sldChg chg="del">
        <pc:chgData name="Jerome Martini" userId="cf445fd1-bb94-431f-9d69-de636e77a98d" providerId="ADAL" clId="{4D4388E2-6B77-498D-ADB1-F6E06E8377FE}" dt="2022-10-26T13:36:44.532" v="9" actId="47"/>
        <pc:sldMkLst>
          <pc:docMk/>
          <pc:sldMk cId="1447885871" sldId="542"/>
        </pc:sldMkLst>
      </pc:sldChg>
      <pc:sldChg chg="modSp mod">
        <pc:chgData name="Jerome Martini" userId="cf445fd1-bb94-431f-9d69-de636e77a98d" providerId="ADAL" clId="{4D4388E2-6B77-498D-ADB1-F6E06E8377FE}" dt="2022-10-26T13:38:09.059" v="41" actId="20577"/>
        <pc:sldMkLst>
          <pc:docMk/>
          <pc:sldMk cId="4198908786" sldId="551"/>
        </pc:sldMkLst>
        <pc:spChg chg="mod">
          <ac:chgData name="Jerome Martini" userId="cf445fd1-bb94-431f-9d69-de636e77a98d" providerId="ADAL" clId="{4D4388E2-6B77-498D-ADB1-F6E06E8377FE}" dt="2022-10-26T13:38:09.059" v="41" actId="20577"/>
          <ac:spMkLst>
            <pc:docMk/>
            <pc:sldMk cId="4198908786" sldId="551"/>
            <ac:spMk id="3" creationId="{76C6DC31-76BB-42E6-82D9-A129A0E8D74A}"/>
          </ac:spMkLst>
        </pc:spChg>
      </pc:sldChg>
      <pc:sldChg chg="del">
        <pc:chgData name="Jerome Martini" userId="cf445fd1-bb94-431f-9d69-de636e77a98d" providerId="ADAL" clId="{4D4388E2-6B77-498D-ADB1-F6E06E8377FE}" dt="2022-10-26T13:39:09.699" v="56" actId="47"/>
        <pc:sldMkLst>
          <pc:docMk/>
          <pc:sldMk cId="3040477160" sldId="553"/>
        </pc:sldMkLst>
      </pc:sldChg>
      <pc:sldChg chg="del">
        <pc:chgData name="Jerome Martini" userId="cf445fd1-bb94-431f-9d69-de636e77a98d" providerId="ADAL" clId="{4D4388E2-6B77-498D-ADB1-F6E06E8377FE}" dt="2022-10-26T13:44:47.027" v="73" actId="2696"/>
        <pc:sldMkLst>
          <pc:docMk/>
          <pc:sldMk cId="1208809433" sldId="555"/>
        </pc:sldMkLst>
      </pc:sldChg>
      <pc:sldChg chg="del">
        <pc:chgData name="Jerome Martini" userId="cf445fd1-bb94-431f-9d69-de636e77a98d" providerId="ADAL" clId="{4D4388E2-6B77-498D-ADB1-F6E06E8377FE}" dt="2022-10-26T13:45:16.058" v="74" actId="47"/>
        <pc:sldMkLst>
          <pc:docMk/>
          <pc:sldMk cId="1552714553" sldId="558"/>
        </pc:sldMkLst>
      </pc:sldChg>
      <pc:sldChg chg="del">
        <pc:chgData name="Jerome Martini" userId="cf445fd1-bb94-431f-9d69-de636e77a98d" providerId="ADAL" clId="{4D4388E2-6B77-498D-ADB1-F6E06E8377FE}" dt="2022-10-26T13:45:16.058" v="74" actId="47"/>
        <pc:sldMkLst>
          <pc:docMk/>
          <pc:sldMk cId="2501103754" sldId="560"/>
        </pc:sldMkLst>
      </pc:sldChg>
      <pc:sldChg chg="del">
        <pc:chgData name="Jerome Martini" userId="cf445fd1-bb94-431f-9d69-de636e77a98d" providerId="ADAL" clId="{4D4388E2-6B77-498D-ADB1-F6E06E8377FE}" dt="2022-10-26T13:45:16.058" v="74" actId="47"/>
        <pc:sldMkLst>
          <pc:docMk/>
          <pc:sldMk cId="2547082317" sldId="564"/>
        </pc:sldMkLst>
      </pc:sldChg>
      <pc:sldChg chg="del">
        <pc:chgData name="Jerome Martini" userId="cf445fd1-bb94-431f-9d69-de636e77a98d" providerId="ADAL" clId="{4D4388E2-6B77-498D-ADB1-F6E06E8377FE}" dt="2022-10-26T13:45:16.058" v="74" actId="47"/>
        <pc:sldMkLst>
          <pc:docMk/>
          <pc:sldMk cId="15562045" sldId="568"/>
        </pc:sldMkLst>
      </pc:sldChg>
      <pc:sldChg chg="del">
        <pc:chgData name="Jerome Martini" userId="cf445fd1-bb94-431f-9d69-de636e77a98d" providerId="ADAL" clId="{4D4388E2-6B77-498D-ADB1-F6E06E8377FE}" dt="2022-10-26T13:45:16.058" v="74" actId="47"/>
        <pc:sldMkLst>
          <pc:docMk/>
          <pc:sldMk cId="2499296061" sldId="571"/>
        </pc:sldMkLst>
      </pc:sldChg>
      <pc:sldChg chg="modSp mod">
        <pc:chgData name="Jerome Martini" userId="cf445fd1-bb94-431f-9d69-de636e77a98d" providerId="ADAL" clId="{4D4388E2-6B77-498D-ADB1-F6E06E8377FE}" dt="2022-10-26T13:38:37.234" v="55" actId="20577"/>
        <pc:sldMkLst>
          <pc:docMk/>
          <pc:sldMk cId="294681412" sldId="574"/>
        </pc:sldMkLst>
        <pc:spChg chg="mod">
          <ac:chgData name="Jerome Martini" userId="cf445fd1-bb94-431f-9d69-de636e77a98d" providerId="ADAL" clId="{4D4388E2-6B77-498D-ADB1-F6E06E8377FE}" dt="2022-10-26T13:38:37.234" v="55" actId="20577"/>
          <ac:spMkLst>
            <pc:docMk/>
            <pc:sldMk cId="294681412" sldId="574"/>
            <ac:spMk id="3" creationId="{BD2E1788-8380-4BCC-83CC-D74AC0F65F42}"/>
          </ac:spMkLst>
        </pc:spChg>
      </pc:sldChg>
      <pc:sldChg chg="del">
        <pc:chgData name="Jerome Martini" userId="cf445fd1-bb94-431f-9d69-de636e77a98d" providerId="ADAL" clId="{4D4388E2-6B77-498D-ADB1-F6E06E8377FE}" dt="2022-10-26T13:45:16.058" v="74" actId="47"/>
        <pc:sldMkLst>
          <pc:docMk/>
          <pc:sldMk cId="161087591" sldId="576"/>
        </pc:sldMkLst>
      </pc:sldChg>
      <pc:sldChg chg="del">
        <pc:chgData name="Jerome Martini" userId="cf445fd1-bb94-431f-9d69-de636e77a98d" providerId="ADAL" clId="{4D4388E2-6B77-498D-ADB1-F6E06E8377FE}" dt="2022-10-26T13:45:16.058" v="74" actId="47"/>
        <pc:sldMkLst>
          <pc:docMk/>
          <pc:sldMk cId="2443353537" sldId="578"/>
        </pc:sldMkLst>
      </pc:sldChg>
      <pc:sldChg chg="del">
        <pc:chgData name="Jerome Martini" userId="cf445fd1-bb94-431f-9d69-de636e77a98d" providerId="ADAL" clId="{4D4388E2-6B77-498D-ADB1-F6E06E8377FE}" dt="2022-10-26T13:45:16.058" v="74" actId="47"/>
        <pc:sldMkLst>
          <pc:docMk/>
          <pc:sldMk cId="2552938275" sldId="580"/>
        </pc:sldMkLst>
      </pc:sldChg>
    </pc:docChg>
  </pc:docChgLst>
  <pc:docChgLst>
    <pc:chgData name="Jerome" userId="cf445fd1-bb94-431f-9d69-de636e77a98d" providerId="ADAL" clId="{4D4388E2-6B77-498D-ADB1-F6E06E8377FE}"/>
    <pc:docChg chg="custSel modSld">
      <pc:chgData name="Jerome" userId="cf445fd1-bb94-431f-9d69-de636e77a98d" providerId="ADAL" clId="{4D4388E2-6B77-498D-ADB1-F6E06E8377FE}" dt="2022-11-07T14:21:07.658" v="19" actId="123"/>
      <pc:docMkLst>
        <pc:docMk/>
      </pc:docMkLst>
      <pc:sldChg chg="modSp mod">
        <pc:chgData name="Jerome" userId="cf445fd1-bb94-431f-9d69-de636e77a98d" providerId="ADAL" clId="{4D4388E2-6B77-498D-ADB1-F6E06E8377FE}" dt="2022-11-07T14:18:57.934" v="11" actId="20577"/>
        <pc:sldMkLst>
          <pc:docMk/>
          <pc:sldMk cId="0" sldId="354"/>
        </pc:sldMkLst>
        <pc:spChg chg="mod">
          <ac:chgData name="Jerome" userId="cf445fd1-bb94-431f-9d69-de636e77a98d" providerId="ADAL" clId="{4D4388E2-6B77-498D-ADB1-F6E06E8377FE}" dt="2022-11-07T14:18:57.934" v="11" actId="20577"/>
          <ac:spMkLst>
            <pc:docMk/>
            <pc:sldMk cId="0" sldId="354"/>
            <ac:spMk id="3" creationId="{00000000-0000-0000-0000-000000000000}"/>
          </ac:spMkLst>
        </pc:spChg>
      </pc:sldChg>
      <pc:sldChg chg="addSp delSp modSp mod">
        <pc:chgData name="Jerome" userId="cf445fd1-bb94-431f-9d69-de636e77a98d" providerId="ADAL" clId="{4D4388E2-6B77-498D-ADB1-F6E06E8377FE}" dt="2022-11-07T14:21:07.658" v="19" actId="123"/>
        <pc:sldMkLst>
          <pc:docMk/>
          <pc:sldMk cId="3032340254" sldId="494"/>
        </pc:sldMkLst>
        <pc:spChg chg="mod">
          <ac:chgData name="Jerome" userId="cf445fd1-bb94-431f-9d69-de636e77a98d" providerId="ADAL" clId="{4D4388E2-6B77-498D-ADB1-F6E06E8377FE}" dt="2022-11-07T14:21:07.658" v="19" actId="123"/>
          <ac:spMkLst>
            <pc:docMk/>
            <pc:sldMk cId="3032340254" sldId="494"/>
            <ac:spMk id="3" creationId="{00000000-0000-0000-0000-000000000000}"/>
          </ac:spMkLst>
        </pc:spChg>
        <pc:spChg chg="mod ord">
          <ac:chgData name="Jerome" userId="cf445fd1-bb94-431f-9d69-de636e77a98d" providerId="ADAL" clId="{4D4388E2-6B77-498D-ADB1-F6E06E8377FE}" dt="2022-11-07T14:20:58.722" v="18" actId="1076"/>
          <ac:spMkLst>
            <pc:docMk/>
            <pc:sldMk cId="3032340254" sldId="494"/>
            <ac:spMk id="9" creationId="{81B9BC09-DF2E-4B98-A8DD-1A3840227AB1}"/>
          </ac:spMkLst>
        </pc:spChg>
        <pc:picChg chg="del">
          <ac:chgData name="Jerome" userId="cf445fd1-bb94-431f-9d69-de636e77a98d" providerId="ADAL" clId="{4D4388E2-6B77-498D-ADB1-F6E06E8377FE}" dt="2022-11-07T14:20:14.881" v="12" actId="478"/>
          <ac:picMkLst>
            <pc:docMk/>
            <pc:sldMk cId="3032340254" sldId="494"/>
            <ac:picMk id="7" creationId="{D0ED1341-E0E1-47F0-B5AC-00573AA62D32}"/>
          </ac:picMkLst>
        </pc:picChg>
        <pc:picChg chg="add mod">
          <ac:chgData name="Jerome" userId="cf445fd1-bb94-431f-9d69-de636e77a98d" providerId="ADAL" clId="{4D4388E2-6B77-498D-ADB1-F6E06E8377FE}" dt="2022-11-07T14:20:40.324" v="16" actId="1076"/>
          <ac:picMkLst>
            <pc:docMk/>
            <pc:sldMk cId="3032340254" sldId="494"/>
            <ac:picMk id="8" creationId="{CC8F66B6-B79E-400A-88BC-15708D851ED9}"/>
          </ac:picMkLst>
        </pc:picChg>
      </pc:sldChg>
    </pc:docChg>
  </pc:docChgLst>
  <pc:docChgLst>
    <pc:chgData name="Antonella Mimmo" userId="25a5e1a7-e321-4627-b0fe-fe85337315d8" providerId="ADAL" clId="{B0F7B95E-CA29-44FC-B5E0-A139AA7C4909}"/>
    <pc:docChg chg="custSel delSld modSld delMainMaster">
      <pc:chgData name="Antonella Mimmo" userId="25a5e1a7-e321-4627-b0fe-fe85337315d8" providerId="ADAL" clId="{B0F7B95E-CA29-44FC-B5E0-A139AA7C4909}" dt="2022-03-01T14:01:29.790" v="849" actId="47"/>
      <pc:docMkLst>
        <pc:docMk/>
      </pc:docMkLst>
      <pc:sldChg chg="del">
        <pc:chgData name="Antonella Mimmo" userId="25a5e1a7-e321-4627-b0fe-fe85337315d8" providerId="ADAL" clId="{B0F7B95E-CA29-44FC-B5E0-A139AA7C4909}" dt="2022-03-01T13:27:08.406" v="391" actId="47"/>
        <pc:sldMkLst>
          <pc:docMk/>
          <pc:sldMk cId="1793338860" sldId="264"/>
        </pc:sldMkLst>
      </pc:sldChg>
      <pc:sldChg chg="modSp mod">
        <pc:chgData name="Antonella Mimmo" userId="25a5e1a7-e321-4627-b0fe-fe85337315d8" providerId="ADAL" clId="{B0F7B95E-CA29-44FC-B5E0-A139AA7C4909}" dt="2022-03-01T13:00:02.761" v="25" actId="207"/>
        <pc:sldMkLst>
          <pc:docMk/>
          <pc:sldMk cId="0" sldId="284"/>
        </pc:sldMkLst>
        <pc:spChg chg="mod">
          <ac:chgData name="Antonella Mimmo" userId="25a5e1a7-e321-4627-b0fe-fe85337315d8" providerId="ADAL" clId="{B0F7B95E-CA29-44FC-B5E0-A139AA7C4909}" dt="2022-03-01T13:00:02.761" v="25" actId="207"/>
          <ac:spMkLst>
            <pc:docMk/>
            <pc:sldMk cId="0" sldId="284"/>
            <ac:spMk id="3" creationId="{C113FFEC-98CB-4425-95EC-314EC50F8144}"/>
          </ac:spMkLst>
        </pc:spChg>
        <pc:spChg chg="mod">
          <ac:chgData name="Antonella Mimmo" userId="25a5e1a7-e321-4627-b0fe-fe85337315d8" providerId="ADAL" clId="{B0F7B95E-CA29-44FC-B5E0-A139AA7C4909}" dt="2022-03-01T12:59:38.786" v="21" actId="20577"/>
          <ac:spMkLst>
            <pc:docMk/>
            <pc:sldMk cId="0" sldId="284"/>
            <ac:spMk id="4" creationId="{C40B00D9-D8AC-4102-91AB-686639EC75CF}"/>
          </ac:spMkLst>
        </pc:spChg>
      </pc:sldChg>
      <pc:sldChg chg="modSp">
        <pc:chgData name="Antonella Mimmo" userId="25a5e1a7-e321-4627-b0fe-fe85337315d8" providerId="ADAL" clId="{B0F7B95E-CA29-44FC-B5E0-A139AA7C4909}" dt="2022-03-01T13:10:16.561" v="180" actId="20577"/>
        <pc:sldMkLst>
          <pc:docMk/>
          <pc:sldMk cId="0" sldId="354"/>
        </pc:sldMkLst>
        <pc:spChg chg="mod">
          <ac:chgData name="Antonella Mimmo" userId="25a5e1a7-e321-4627-b0fe-fe85337315d8" providerId="ADAL" clId="{B0F7B95E-CA29-44FC-B5E0-A139AA7C4909}" dt="2022-03-01T13:10:16.561" v="180" actId="20577"/>
          <ac:spMkLst>
            <pc:docMk/>
            <pc:sldMk cId="0" sldId="354"/>
            <ac:spMk id="3" creationId="{00000000-0000-0000-0000-000000000000}"/>
          </ac:spMkLst>
        </pc:spChg>
      </pc:sldChg>
      <pc:sldChg chg="modSp mod">
        <pc:chgData name="Antonella Mimmo" userId="25a5e1a7-e321-4627-b0fe-fe85337315d8" providerId="ADAL" clId="{B0F7B95E-CA29-44FC-B5E0-A139AA7C4909}" dt="2022-03-01T13:01:17.935" v="30" actId="207"/>
        <pc:sldMkLst>
          <pc:docMk/>
          <pc:sldMk cId="0" sldId="355"/>
        </pc:sldMkLst>
        <pc:spChg chg="mod">
          <ac:chgData name="Antonella Mimmo" userId="25a5e1a7-e321-4627-b0fe-fe85337315d8" providerId="ADAL" clId="{B0F7B95E-CA29-44FC-B5E0-A139AA7C4909}" dt="2022-03-01T13:00:59.834" v="26" actId="207"/>
          <ac:spMkLst>
            <pc:docMk/>
            <pc:sldMk cId="0" sldId="355"/>
            <ac:spMk id="3" creationId="{00000000-0000-0000-0000-000000000000}"/>
          </ac:spMkLst>
        </pc:spChg>
        <pc:graphicFrameChg chg="modGraphic">
          <ac:chgData name="Antonella Mimmo" userId="25a5e1a7-e321-4627-b0fe-fe85337315d8" providerId="ADAL" clId="{B0F7B95E-CA29-44FC-B5E0-A139AA7C4909}" dt="2022-03-01T13:01:17.935" v="30" actId="207"/>
          <ac:graphicFrameMkLst>
            <pc:docMk/>
            <pc:sldMk cId="0" sldId="355"/>
            <ac:graphicFrameMk id="15" creationId="{5E310524-F84C-49F6-B3D1-40D0EB707412}"/>
          </ac:graphicFrameMkLst>
        </pc:graphicFrameChg>
      </pc:sldChg>
      <pc:sldChg chg="modSp">
        <pc:chgData name="Antonella Mimmo" userId="25a5e1a7-e321-4627-b0fe-fe85337315d8" providerId="ADAL" clId="{B0F7B95E-CA29-44FC-B5E0-A139AA7C4909}" dt="2022-03-01T13:18:04.766" v="296" actId="207"/>
        <pc:sldMkLst>
          <pc:docMk/>
          <pc:sldMk cId="0" sldId="365"/>
        </pc:sldMkLst>
        <pc:spChg chg="mod">
          <ac:chgData name="Antonella Mimmo" userId="25a5e1a7-e321-4627-b0fe-fe85337315d8" providerId="ADAL" clId="{B0F7B95E-CA29-44FC-B5E0-A139AA7C4909}" dt="2022-03-01T13:18:04.766" v="296" actId="207"/>
          <ac:spMkLst>
            <pc:docMk/>
            <pc:sldMk cId="0" sldId="365"/>
            <ac:spMk id="3" creationId="{00000000-0000-0000-0000-000000000000}"/>
          </ac:spMkLst>
        </pc:spChg>
      </pc:sldChg>
      <pc:sldChg chg="del">
        <pc:chgData name="Antonella Mimmo" userId="25a5e1a7-e321-4627-b0fe-fe85337315d8" providerId="ADAL" clId="{B0F7B95E-CA29-44FC-B5E0-A139AA7C4909}" dt="2022-03-01T13:27:06.421" v="390" actId="47"/>
        <pc:sldMkLst>
          <pc:docMk/>
          <pc:sldMk cId="1184614380" sldId="486"/>
        </pc:sldMkLst>
      </pc:sldChg>
      <pc:sldChg chg="modSp">
        <pc:chgData name="Antonella Mimmo" userId="25a5e1a7-e321-4627-b0fe-fe85337315d8" providerId="ADAL" clId="{B0F7B95E-CA29-44FC-B5E0-A139AA7C4909}" dt="2022-03-01T13:19:52.255" v="326" actId="207"/>
        <pc:sldMkLst>
          <pc:docMk/>
          <pc:sldMk cId="451344593" sldId="492"/>
        </pc:sldMkLst>
        <pc:spChg chg="mod">
          <ac:chgData name="Antonella Mimmo" userId="25a5e1a7-e321-4627-b0fe-fe85337315d8" providerId="ADAL" clId="{B0F7B95E-CA29-44FC-B5E0-A139AA7C4909}" dt="2022-03-01T13:19:52.255" v="326" actId="207"/>
          <ac:spMkLst>
            <pc:docMk/>
            <pc:sldMk cId="451344593" sldId="492"/>
            <ac:spMk id="3" creationId="{00000000-0000-0000-0000-000000000000}"/>
          </ac:spMkLst>
        </pc:spChg>
      </pc:sldChg>
      <pc:sldChg chg="addSp delSp modSp mod delAnim">
        <pc:chgData name="Antonella Mimmo" userId="25a5e1a7-e321-4627-b0fe-fe85337315d8" providerId="ADAL" clId="{B0F7B95E-CA29-44FC-B5E0-A139AA7C4909}" dt="2022-03-01T13:21:32.984" v="331" actId="1076"/>
        <pc:sldMkLst>
          <pc:docMk/>
          <pc:sldMk cId="3032340254" sldId="494"/>
        </pc:sldMkLst>
        <pc:spChg chg="mod ord">
          <ac:chgData name="Antonella Mimmo" userId="25a5e1a7-e321-4627-b0fe-fe85337315d8" providerId="ADAL" clId="{B0F7B95E-CA29-44FC-B5E0-A139AA7C4909}" dt="2022-03-01T13:21:32.984" v="331" actId="1076"/>
          <ac:spMkLst>
            <pc:docMk/>
            <pc:sldMk cId="3032340254" sldId="494"/>
            <ac:spMk id="9" creationId="{81B9BC09-DF2E-4B98-A8DD-1A3840227AB1}"/>
          </ac:spMkLst>
        </pc:spChg>
        <pc:picChg chg="del">
          <ac:chgData name="Antonella Mimmo" userId="25a5e1a7-e321-4627-b0fe-fe85337315d8" providerId="ADAL" clId="{B0F7B95E-CA29-44FC-B5E0-A139AA7C4909}" dt="2022-03-01T13:21:07.569" v="327" actId="478"/>
          <ac:picMkLst>
            <pc:docMk/>
            <pc:sldMk cId="3032340254" sldId="494"/>
            <ac:picMk id="4" creationId="{8444B5E6-D47F-4B12-AC70-7A6DECFFC776}"/>
          </ac:picMkLst>
        </pc:picChg>
        <pc:picChg chg="add mod">
          <ac:chgData name="Antonella Mimmo" userId="25a5e1a7-e321-4627-b0fe-fe85337315d8" providerId="ADAL" clId="{B0F7B95E-CA29-44FC-B5E0-A139AA7C4909}" dt="2022-03-01T13:21:16.323" v="329" actId="1076"/>
          <ac:picMkLst>
            <pc:docMk/>
            <pc:sldMk cId="3032340254" sldId="494"/>
            <ac:picMk id="8" creationId="{70EFB5CC-92A6-45E0-BC16-E47D11546330}"/>
          </ac:picMkLst>
        </pc:picChg>
      </pc:sldChg>
      <pc:sldChg chg="modSp">
        <pc:chgData name="Antonella Mimmo" userId="25a5e1a7-e321-4627-b0fe-fe85337315d8" providerId="ADAL" clId="{B0F7B95E-CA29-44FC-B5E0-A139AA7C4909}" dt="2022-03-01T13:01:48.087" v="35" actId="207"/>
        <pc:sldMkLst>
          <pc:docMk/>
          <pc:sldMk cId="504683420" sldId="516"/>
        </pc:sldMkLst>
        <pc:spChg chg="mod">
          <ac:chgData name="Antonella Mimmo" userId="25a5e1a7-e321-4627-b0fe-fe85337315d8" providerId="ADAL" clId="{B0F7B95E-CA29-44FC-B5E0-A139AA7C4909}" dt="2022-03-01T13:01:48.087" v="35" actId="207"/>
          <ac:spMkLst>
            <pc:docMk/>
            <pc:sldMk cId="504683420" sldId="516"/>
            <ac:spMk id="3" creationId="{00000000-0000-0000-0000-000000000000}"/>
          </ac:spMkLst>
        </pc:spChg>
      </pc:sldChg>
      <pc:sldChg chg="modSp">
        <pc:chgData name="Antonella Mimmo" userId="25a5e1a7-e321-4627-b0fe-fe85337315d8" providerId="ADAL" clId="{B0F7B95E-CA29-44FC-B5E0-A139AA7C4909}" dt="2022-03-01T13:10:42.861" v="181" actId="207"/>
        <pc:sldMkLst>
          <pc:docMk/>
          <pc:sldMk cId="609813894" sldId="523"/>
        </pc:sldMkLst>
        <pc:spChg chg="mod">
          <ac:chgData name="Antonella Mimmo" userId="25a5e1a7-e321-4627-b0fe-fe85337315d8" providerId="ADAL" clId="{B0F7B95E-CA29-44FC-B5E0-A139AA7C4909}" dt="2022-03-01T13:10:42.861" v="181" actId="207"/>
          <ac:spMkLst>
            <pc:docMk/>
            <pc:sldMk cId="609813894" sldId="523"/>
            <ac:spMk id="3" creationId="{00000000-0000-0000-0000-000000000000}"/>
          </ac:spMkLst>
        </pc:spChg>
      </pc:sldChg>
      <pc:sldChg chg="modSp mod">
        <pc:chgData name="Antonella Mimmo" userId="25a5e1a7-e321-4627-b0fe-fe85337315d8" providerId="ADAL" clId="{B0F7B95E-CA29-44FC-B5E0-A139AA7C4909}" dt="2022-03-01T13:04:07.941" v="81" actId="20577"/>
        <pc:sldMkLst>
          <pc:docMk/>
          <pc:sldMk cId="1671290187" sldId="540"/>
        </pc:sldMkLst>
        <pc:spChg chg="mod">
          <ac:chgData name="Antonella Mimmo" userId="25a5e1a7-e321-4627-b0fe-fe85337315d8" providerId="ADAL" clId="{B0F7B95E-CA29-44FC-B5E0-A139AA7C4909}" dt="2022-03-01T13:04:07.941" v="81" actId="20577"/>
          <ac:spMkLst>
            <pc:docMk/>
            <pc:sldMk cId="1671290187" sldId="540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03:43.678" v="67" actId="20577"/>
          <ac:spMkLst>
            <pc:docMk/>
            <pc:sldMk cId="1671290187" sldId="540"/>
            <ac:spMk id="25" creationId="{FC333C14-2C68-45C1-9D65-2E62499A21DB}"/>
          </ac:spMkLst>
        </pc:spChg>
        <pc:spChg chg="mod">
          <ac:chgData name="Antonella Mimmo" userId="25a5e1a7-e321-4627-b0fe-fe85337315d8" providerId="ADAL" clId="{B0F7B95E-CA29-44FC-B5E0-A139AA7C4909}" dt="2022-03-01T13:03:56.132" v="73" actId="20577"/>
          <ac:spMkLst>
            <pc:docMk/>
            <pc:sldMk cId="1671290187" sldId="540"/>
            <ac:spMk id="26" creationId="{68BAED42-511F-4BF5-B2AD-6A45D07B1985}"/>
          </ac:spMkLst>
        </pc:spChg>
        <pc:spChg chg="mod">
          <ac:chgData name="Antonella Mimmo" userId="25a5e1a7-e321-4627-b0fe-fe85337315d8" providerId="ADAL" clId="{B0F7B95E-CA29-44FC-B5E0-A139AA7C4909}" dt="2022-03-01T13:03:37.966" v="63" actId="20577"/>
          <ac:spMkLst>
            <pc:docMk/>
            <pc:sldMk cId="1671290187" sldId="540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03:26.317" v="59" actId="20577"/>
        <pc:sldMkLst>
          <pc:docMk/>
          <pc:sldMk cId="429954018" sldId="541"/>
        </pc:sldMkLst>
        <pc:spChg chg="mod">
          <ac:chgData name="Antonella Mimmo" userId="25a5e1a7-e321-4627-b0fe-fe85337315d8" providerId="ADAL" clId="{B0F7B95E-CA29-44FC-B5E0-A139AA7C4909}" dt="2022-03-01T13:02:54.456" v="41" actId="20577"/>
          <ac:spMkLst>
            <pc:docMk/>
            <pc:sldMk cId="429954018" sldId="541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03:16.565" v="53" actId="20577"/>
          <ac:spMkLst>
            <pc:docMk/>
            <pc:sldMk cId="429954018" sldId="541"/>
            <ac:spMk id="25" creationId="{FC333C14-2C68-45C1-9D65-2E62499A21DB}"/>
          </ac:spMkLst>
        </pc:spChg>
        <pc:spChg chg="mod">
          <ac:chgData name="Antonella Mimmo" userId="25a5e1a7-e321-4627-b0fe-fe85337315d8" providerId="ADAL" clId="{B0F7B95E-CA29-44FC-B5E0-A139AA7C4909}" dt="2022-03-01T13:03:06.620" v="49" actId="20577"/>
          <ac:spMkLst>
            <pc:docMk/>
            <pc:sldMk cId="429954018" sldId="541"/>
            <ac:spMk id="26" creationId="{68BAED42-511F-4BF5-B2AD-6A45D07B1985}"/>
          </ac:spMkLst>
        </pc:spChg>
        <pc:spChg chg="mod">
          <ac:chgData name="Antonella Mimmo" userId="25a5e1a7-e321-4627-b0fe-fe85337315d8" providerId="ADAL" clId="{B0F7B95E-CA29-44FC-B5E0-A139AA7C4909}" dt="2022-03-01T13:03:26.317" v="59" actId="20577"/>
          <ac:spMkLst>
            <pc:docMk/>
            <pc:sldMk cId="429954018" sldId="541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08:27.644" v="118" actId="20577"/>
        <pc:sldMkLst>
          <pc:docMk/>
          <pc:sldMk cId="1447885871" sldId="542"/>
        </pc:sldMkLst>
        <pc:spChg chg="mod">
          <ac:chgData name="Antonella Mimmo" userId="25a5e1a7-e321-4627-b0fe-fe85337315d8" providerId="ADAL" clId="{B0F7B95E-CA29-44FC-B5E0-A139AA7C4909}" dt="2022-03-01T13:07:46.338" v="110" actId="20577"/>
          <ac:spMkLst>
            <pc:docMk/>
            <pc:sldMk cId="1447885871" sldId="542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08:27.644" v="118" actId="20577"/>
          <ac:spMkLst>
            <pc:docMk/>
            <pc:sldMk cId="1447885871" sldId="542"/>
            <ac:spMk id="13" creationId="{E164BC7F-9DBE-4D70-91B5-78B9FC0B133C}"/>
          </ac:spMkLst>
        </pc:spChg>
        <pc:spChg chg="mod">
          <ac:chgData name="Antonella Mimmo" userId="25a5e1a7-e321-4627-b0fe-fe85337315d8" providerId="ADAL" clId="{B0F7B95E-CA29-44FC-B5E0-A139AA7C4909}" dt="2022-03-01T13:07:05.016" v="89" actId="20577"/>
          <ac:spMkLst>
            <pc:docMk/>
            <pc:sldMk cId="1447885871" sldId="542"/>
            <ac:spMk id="25" creationId="{FC333C14-2C68-45C1-9D65-2E62499A21DB}"/>
          </ac:spMkLst>
        </pc:spChg>
        <pc:spChg chg="mod">
          <ac:chgData name="Antonella Mimmo" userId="25a5e1a7-e321-4627-b0fe-fe85337315d8" providerId="ADAL" clId="{B0F7B95E-CA29-44FC-B5E0-A139AA7C4909}" dt="2022-03-01T13:07:20.959" v="102" actId="20577"/>
          <ac:spMkLst>
            <pc:docMk/>
            <pc:sldMk cId="1447885871" sldId="542"/>
            <ac:spMk id="26" creationId="{68BAED42-511F-4BF5-B2AD-6A45D07B1985}"/>
          </ac:spMkLst>
        </pc:spChg>
      </pc:sldChg>
      <pc:sldChg chg="modSp">
        <pc:chgData name="Antonella Mimmo" userId="25a5e1a7-e321-4627-b0fe-fe85337315d8" providerId="ADAL" clId="{B0F7B95E-CA29-44FC-B5E0-A139AA7C4909}" dt="2022-03-01T13:10:55.583" v="182" actId="207"/>
        <pc:sldMkLst>
          <pc:docMk/>
          <pc:sldMk cId="4277542607" sldId="545"/>
        </pc:sldMkLst>
        <pc:spChg chg="mod">
          <ac:chgData name="Antonella Mimmo" userId="25a5e1a7-e321-4627-b0fe-fe85337315d8" providerId="ADAL" clId="{B0F7B95E-CA29-44FC-B5E0-A139AA7C4909}" dt="2022-03-01T13:10:55.583" v="182" actId="207"/>
          <ac:spMkLst>
            <pc:docMk/>
            <pc:sldMk cId="4277542607" sldId="545"/>
            <ac:spMk id="3" creationId="{00000000-0000-0000-0000-000000000000}"/>
          </ac:spMkLst>
        </pc:spChg>
      </pc:sldChg>
      <pc:sldChg chg="modSp">
        <pc:chgData name="Antonella Mimmo" userId="25a5e1a7-e321-4627-b0fe-fe85337315d8" providerId="ADAL" clId="{B0F7B95E-CA29-44FC-B5E0-A139AA7C4909}" dt="2022-03-01T13:11:02.500" v="183" actId="207"/>
        <pc:sldMkLst>
          <pc:docMk/>
          <pc:sldMk cId="1741200636" sldId="547"/>
        </pc:sldMkLst>
        <pc:spChg chg="mod">
          <ac:chgData name="Antonella Mimmo" userId="25a5e1a7-e321-4627-b0fe-fe85337315d8" providerId="ADAL" clId="{B0F7B95E-CA29-44FC-B5E0-A139AA7C4909}" dt="2022-03-01T13:11:02.500" v="183" actId="207"/>
          <ac:spMkLst>
            <pc:docMk/>
            <pc:sldMk cId="1741200636" sldId="547"/>
            <ac:spMk id="3" creationId="{00000000-0000-0000-0000-000000000000}"/>
          </ac:spMkLst>
        </pc:spChg>
      </pc:sldChg>
      <pc:sldChg chg="modSp">
        <pc:chgData name="Antonella Mimmo" userId="25a5e1a7-e321-4627-b0fe-fe85337315d8" providerId="ADAL" clId="{B0F7B95E-CA29-44FC-B5E0-A139AA7C4909}" dt="2022-03-01T13:11:13.796" v="185" actId="207"/>
        <pc:sldMkLst>
          <pc:docMk/>
          <pc:sldMk cId="4190574043" sldId="548"/>
        </pc:sldMkLst>
        <pc:spChg chg="mod">
          <ac:chgData name="Antonella Mimmo" userId="25a5e1a7-e321-4627-b0fe-fe85337315d8" providerId="ADAL" clId="{B0F7B95E-CA29-44FC-B5E0-A139AA7C4909}" dt="2022-03-01T13:11:13.796" v="185" actId="207"/>
          <ac:spMkLst>
            <pc:docMk/>
            <pc:sldMk cId="4190574043" sldId="548"/>
            <ac:spMk id="3" creationId="{00000000-0000-0000-0000-000000000000}"/>
          </ac:spMkLst>
        </pc:spChg>
      </pc:sldChg>
      <pc:sldChg chg="modSp mod">
        <pc:chgData name="Antonella Mimmo" userId="25a5e1a7-e321-4627-b0fe-fe85337315d8" providerId="ADAL" clId="{B0F7B95E-CA29-44FC-B5E0-A139AA7C4909}" dt="2022-03-01T13:12:52.864" v="243" actId="14100"/>
        <pc:sldMkLst>
          <pc:docMk/>
          <pc:sldMk cId="4198908786" sldId="551"/>
        </pc:sldMkLst>
        <pc:spChg chg="mod">
          <ac:chgData name="Antonella Mimmo" userId="25a5e1a7-e321-4627-b0fe-fe85337315d8" providerId="ADAL" clId="{B0F7B95E-CA29-44FC-B5E0-A139AA7C4909}" dt="2022-03-01T13:12:52.864" v="243" actId="14100"/>
          <ac:spMkLst>
            <pc:docMk/>
            <pc:sldMk cId="4198908786" sldId="551"/>
            <ac:spMk id="3" creationId="{76C6DC31-76BB-42E6-82D9-A129A0E8D74A}"/>
          </ac:spMkLst>
        </pc:spChg>
      </pc:sldChg>
      <pc:sldChg chg="modSp">
        <pc:chgData name="Antonella Mimmo" userId="25a5e1a7-e321-4627-b0fe-fe85337315d8" providerId="ADAL" clId="{B0F7B95E-CA29-44FC-B5E0-A139AA7C4909}" dt="2022-03-01T13:17:54.312" v="295" actId="207"/>
        <pc:sldMkLst>
          <pc:docMk/>
          <pc:sldMk cId="849813271" sldId="552"/>
        </pc:sldMkLst>
        <pc:spChg chg="mod">
          <ac:chgData name="Antonella Mimmo" userId="25a5e1a7-e321-4627-b0fe-fe85337315d8" providerId="ADAL" clId="{B0F7B95E-CA29-44FC-B5E0-A139AA7C4909}" dt="2022-03-01T13:17:54.312" v="295" actId="207"/>
          <ac:spMkLst>
            <pc:docMk/>
            <pc:sldMk cId="849813271" sldId="552"/>
            <ac:spMk id="3" creationId="{76C6DC31-76BB-42E6-82D9-A129A0E8D74A}"/>
          </ac:spMkLst>
        </pc:spChg>
      </pc:sldChg>
      <pc:sldChg chg="modSp mod">
        <pc:chgData name="Antonella Mimmo" userId="25a5e1a7-e321-4627-b0fe-fe85337315d8" providerId="ADAL" clId="{B0F7B95E-CA29-44FC-B5E0-A139AA7C4909}" dt="2022-03-01T13:18:46.391" v="308" actId="20577"/>
        <pc:sldMkLst>
          <pc:docMk/>
          <pc:sldMk cId="3040477160" sldId="553"/>
        </pc:sldMkLst>
        <pc:spChg chg="mod">
          <ac:chgData name="Antonella Mimmo" userId="25a5e1a7-e321-4627-b0fe-fe85337315d8" providerId="ADAL" clId="{B0F7B95E-CA29-44FC-B5E0-A139AA7C4909}" dt="2022-03-01T13:18:46.391" v="308" actId="20577"/>
          <ac:spMkLst>
            <pc:docMk/>
            <pc:sldMk cId="3040477160" sldId="553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18:30.699" v="300" actId="20577"/>
          <ac:spMkLst>
            <pc:docMk/>
            <pc:sldMk cId="3040477160" sldId="553"/>
            <ac:spMk id="21" creationId="{7FC7A85D-AD4D-48BE-B612-E46B71D2D64B}"/>
          </ac:spMkLst>
        </pc:spChg>
        <pc:spChg chg="mod">
          <ac:chgData name="Antonella Mimmo" userId="25a5e1a7-e321-4627-b0fe-fe85337315d8" providerId="ADAL" clId="{B0F7B95E-CA29-44FC-B5E0-A139AA7C4909}" dt="2022-03-01T13:18:26.554" v="298" actId="20577"/>
          <ac:spMkLst>
            <pc:docMk/>
            <pc:sldMk cId="3040477160" sldId="553"/>
            <ac:spMk id="30" creationId="{92E22DB7-A930-452F-A5BD-3BB76C314760}"/>
          </ac:spMkLst>
        </pc:spChg>
        <pc:spChg chg="mod">
          <ac:chgData name="Antonella Mimmo" userId="25a5e1a7-e321-4627-b0fe-fe85337315d8" providerId="ADAL" clId="{B0F7B95E-CA29-44FC-B5E0-A139AA7C4909}" dt="2022-03-01T13:18:40.546" v="304" actId="20577"/>
          <ac:spMkLst>
            <pc:docMk/>
            <pc:sldMk cId="3040477160" sldId="553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19:34.980" v="322" actId="20577"/>
        <pc:sldMkLst>
          <pc:docMk/>
          <pc:sldMk cId="1830624547" sldId="554"/>
        </pc:sldMkLst>
        <pc:spChg chg="mod">
          <ac:chgData name="Antonella Mimmo" userId="25a5e1a7-e321-4627-b0fe-fe85337315d8" providerId="ADAL" clId="{B0F7B95E-CA29-44FC-B5E0-A139AA7C4909}" dt="2022-03-01T13:19:16.758" v="320" actId="20577"/>
          <ac:spMkLst>
            <pc:docMk/>
            <pc:sldMk cId="1830624547" sldId="554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19:34.980" v="322" actId="20577"/>
          <ac:spMkLst>
            <pc:docMk/>
            <pc:sldMk cId="1830624547" sldId="554"/>
            <ac:spMk id="19" creationId="{34E051AD-7F6D-40C5-9058-9C331D269CED}"/>
          </ac:spMkLst>
        </pc:spChg>
        <pc:spChg chg="mod">
          <ac:chgData name="Antonella Mimmo" userId="25a5e1a7-e321-4627-b0fe-fe85337315d8" providerId="ADAL" clId="{B0F7B95E-CA29-44FC-B5E0-A139AA7C4909}" dt="2022-03-01T13:18:57.705" v="312" actId="20577"/>
          <ac:spMkLst>
            <pc:docMk/>
            <pc:sldMk cId="1830624547" sldId="554"/>
            <ac:spMk id="21" creationId="{7FC7A85D-AD4D-48BE-B612-E46B71D2D64B}"/>
          </ac:spMkLst>
        </pc:spChg>
        <pc:spChg chg="mod">
          <ac:chgData name="Antonella Mimmo" userId="25a5e1a7-e321-4627-b0fe-fe85337315d8" providerId="ADAL" clId="{B0F7B95E-CA29-44FC-B5E0-A139AA7C4909}" dt="2022-03-01T13:18:52.704" v="310" actId="20577"/>
          <ac:spMkLst>
            <pc:docMk/>
            <pc:sldMk cId="1830624547" sldId="554"/>
            <ac:spMk id="30" creationId="{92E22DB7-A930-452F-A5BD-3BB76C314760}"/>
          </ac:spMkLst>
        </pc:spChg>
        <pc:spChg chg="mod">
          <ac:chgData name="Antonella Mimmo" userId="25a5e1a7-e321-4627-b0fe-fe85337315d8" providerId="ADAL" clId="{B0F7B95E-CA29-44FC-B5E0-A139AA7C4909}" dt="2022-03-01T13:19:07.238" v="316" actId="20577"/>
          <ac:spMkLst>
            <pc:docMk/>
            <pc:sldMk cId="1830624547" sldId="554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22:25.259" v="347" actId="20577"/>
        <pc:sldMkLst>
          <pc:docMk/>
          <pc:sldMk cId="1208809433" sldId="555"/>
        </pc:sldMkLst>
        <pc:spChg chg="mod">
          <ac:chgData name="Antonella Mimmo" userId="25a5e1a7-e321-4627-b0fe-fe85337315d8" providerId="ADAL" clId="{B0F7B95E-CA29-44FC-B5E0-A139AA7C4909}" dt="2022-03-01T13:22:17.097" v="339" actId="20577"/>
          <ac:spMkLst>
            <pc:docMk/>
            <pc:sldMk cId="1208809433" sldId="555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22:25.259" v="347" actId="20577"/>
          <ac:spMkLst>
            <pc:docMk/>
            <pc:sldMk cId="1208809433" sldId="555"/>
            <ac:spMk id="21" creationId="{7FC7A85D-AD4D-48BE-B612-E46B71D2D64B}"/>
          </ac:spMkLst>
        </pc:spChg>
        <pc:spChg chg="mod">
          <ac:chgData name="Antonella Mimmo" userId="25a5e1a7-e321-4627-b0fe-fe85337315d8" providerId="ADAL" clId="{B0F7B95E-CA29-44FC-B5E0-A139AA7C4909}" dt="2022-03-01T13:22:21.965" v="343" actId="20577"/>
          <ac:spMkLst>
            <pc:docMk/>
            <pc:sldMk cId="1208809433" sldId="555"/>
            <ac:spMk id="30" creationId="{92E22DB7-A930-452F-A5BD-3BB76C314760}"/>
          </ac:spMkLst>
        </pc:spChg>
        <pc:spChg chg="mod">
          <ac:chgData name="Antonella Mimmo" userId="25a5e1a7-e321-4627-b0fe-fe85337315d8" providerId="ADAL" clId="{B0F7B95E-CA29-44FC-B5E0-A139AA7C4909}" dt="2022-03-01T13:22:07.453" v="335" actId="20577"/>
          <ac:spMkLst>
            <pc:docMk/>
            <pc:sldMk cId="1208809433" sldId="555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29:05.342" v="405" actId="20577"/>
        <pc:sldMkLst>
          <pc:docMk/>
          <pc:sldMk cId="4081891910" sldId="556"/>
        </pc:sldMkLst>
        <pc:spChg chg="mod">
          <ac:chgData name="Antonella Mimmo" userId="25a5e1a7-e321-4627-b0fe-fe85337315d8" providerId="ADAL" clId="{B0F7B95E-CA29-44FC-B5E0-A139AA7C4909}" dt="2022-03-01T13:23:39.563" v="357" actId="20577"/>
          <ac:spMkLst>
            <pc:docMk/>
            <pc:sldMk cId="4081891910" sldId="556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24:57.052" v="359" actId="20577"/>
          <ac:spMkLst>
            <pc:docMk/>
            <pc:sldMk cId="4081891910" sldId="556"/>
            <ac:spMk id="19" creationId="{34E051AD-7F6D-40C5-9058-9C331D269CED}"/>
          </ac:spMkLst>
        </pc:spChg>
        <pc:spChg chg="mod">
          <ac:chgData name="Antonella Mimmo" userId="25a5e1a7-e321-4627-b0fe-fe85337315d8" providerId="ADAL" clId="{B0F7B95E-CA29-44FC-B5E0-A139AA7C4909}" dt="2022-03-01T13:29:05.342" v="405" actId="20577"/>
          <ac:spMkLst>
            <pc:docMk/>
            <pc:sldMk cId="4081891910" sldId="556"/>
            <ac:spMk id="20" creationId="{3FEEDBBD-2741-4540-9504-3599FE31E59C}"/>
          </ac:spMkLst>
        </pc:spChg>
        <pc:spChg chg="mod">
          <ac:chgData name="Antonella Mimmo" userId="25a5e1a7-e321-4627-b0fe-fe85337315d8" providerId="ADAL" clId="{B0F7B95E-CA29-44FC-B5E0-A139AA7C4909}" dt="2022-03-01T13:22:45.185" v="351" actId="20577"/>
          <ac:spMkLst>
            <pc:docMk/>
            <pc:sldMk cId="4081891910" sldId="556"/>
            <ac:spMk id="21" creationId="{7FC7A85D-AD4D-48BE-B612-E46B71D2D64B}"/>
          </ac:spMkLst>
        </pc:spChg>
        <pc:spChg chg="mod">
          <ac:chgData name="Antonella Mimmo" userId="25a5e1a7-e321-4627-b0fe-fe85337315d8" providerId="ADAL" clId="{B0F7B95E-CA29-44FC-B5E0-A139AA7C4909}" dt="2022-03-01T13:22:41.275" v="349" actId="20577"/>
          <ac:spMkLst>
            <pc:docMk/>
            <pc:sldMk cId="4081891910" sldId="556"/>
            <ac:spMk id="30" creationId="{92E22DB7-A930-452F-A5BD-3BB76C314760}"/>
          </ac:spMkLst>
        </pc:spChg>
        <pc:spChg chg="mod">
          <ac:chgData name="Antonella Mimmo" userId="25a5e1a7-e321-4627-b0fe-fe85337315d8" providerId="ADAL" clId="{B0F7B95E-CA29-44FC-B5E0-A139AA7C4909}" dt="2022-03-01T13:23:12.347" v="354" actId="20577"/>
          <ac:spMkLst>
            <pc:docMk/>
            <pc:sldMk cId="4081891910" sldId="556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29:53.281" v="425" actId="20577"/>
        <pc:sldMkLst>
          <pc:docMk/>
          <pc:sldMk cId="1552714553" sldId="558"/>
        </pc:sldMkLst>
        <pc:spChg chg="mod">
          <ac:chgData name="Antonella Mimmo" userId="25a5e1a7-e321-4627-b0fe-fe85337315d8" providerId="ADAL" clId="{B0F7B95E-CA29-44FC-B5E0-A139AA7C4909}" dt="2022-03-01T13:29:53.281" v="425" actId="20577"/>
          <ac:spMkLst>
            <pc:docMk/>
            <pc:sldMk cId="1552714553" sldId="558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29:45.410" v="415" actId="20577"/>
          <ac:spMkLst>
            <pc:docMk/>
            <pc:sldMk cId="1552714553" sldId="558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30:12.592" v="447" actId="20577"/>
        <pc:sldMkLst>
          <pc:docMk/>
          <pc:sldMk cId="2966971665" sldId="559"/>
        </pc:sldMkLst>
        <pc:spChg chg="mod">
          <ac:chgData name="Antonella Mimmo" userId="25a5e1a7-e321-4627-b0fe-fe85337315d8" providerId="ADAL" clId="{B0F7B95E-CA29-44FC-B5E0-A139AA7C4909}" dt="2022-03-01T13:30:12.592" v="447" actId="20577"/>
          <ac:spMkLst>
            <pc:docMk/>
            <pc:sldMk cId="2966971665" sldId="559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30:05.162" v="437" actId="20577"/>
          <ac:spMkLst>
            <pc:docMk/>
            <pc:sldMk cId="2966971665" sldId="559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33:59.537" v="476" actId="20577"/>
        <pc:sldMkLst>
          <pc:docMk/>
          <pc:sldMk cId="2501103754" sldId="560"/>
        </pc:sldMkLst>
        <pc:spChg chg="mod">
          <ac:chgData name="Antonella Mimmo" userId="25a5e1a7-e321-4627-b0fe-fe85337315d8" providerId="ADAL" clId="{B0F7B95E-CA29-44FC-B5E0-A139AA7C4909}" dt="2022-03-01T13:30:59.542" v="451" actId="20577"/>
          <ac:spMkLst>
            <pc:docMk/>
            <pc:sldMk cId="2501103754" sldId="560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33:59.537" v="476" actId="20577"/>
          <ac:spMkLst>
            <pc:docMk/>
            <pc:sldMk cId="2501103754" sldId="560"/>
            <ac:spMk id="21" creationId="{7FC7A85D-AD4D-48BE-B612-E46B71D2D64B}"/>
          </ac:spMkLst>
        </pc:spChg>
        <pc:spChg chg="mod">
          <ac:chgData name="Antonella Mimmo" userId="25a5e1a7-e321-4627-b0fe-fe85337315d8" providerId="ADAL" clId="{B0F7B95E-CA29-44FC-B5E0-A139AA7C4909}" dt="2022-03-01T13:32:36.480" v="464" actId="20577"/>
          <ac:spMkLst>
            <pc:docMk/>
            <pc:sldMk cId="2501103754" sldId="560"/>
            <ac:spMk id="25" creationId="{FC333C14-2C68-45C1-9D65-2E62499A21DB}"/>
          </ac:spMkLst>
        </pc:spChg>
        <pc:spChg chg="mod">
          <ac:chgData name="Antonella Mimmo" userId="25a5e1a7-e321-4627-b0fe-fe85337315d8" providerId="ADAL" clId="{B0F7B95E-CA29-44FC-B5E0-A139AA7C4909}" dt="2022-03-01T13:31:39.319" v="458" actId="20577"/>
          <ac:spMkLst>
            <pc:docMk/>
            <pc:sldMk cId="2501103754" sldId="560"/>
            <ac:spMk id="26" creationId="{68BAED42-511F-4BF5-B2AD-6A45D07B1985}"/>
          </ac:spMkLst>
        </pc:spChg>
        <pc:spChg chg="mod">
          <ac:chgData name="Antonella Mimmo" userId="25a5e1a7-e321-4627-b0fe-fe85337315d8" providerId="ADAL" clId="{B0F7B95E-CA29-44FC-B5E0-A139AA7C4909}" dt="2022-03-01T13:32:47.431" v="468" actId="20577"/>
          <ac:spMkLst>
            <pc:docMk/>
            <pc:sldMk cId="2501103754" sldId="560"/>
            <ac:spMk id="30" creationId="{92E22DB7-A930-452F-A5BD-3BB76C314760}"/>
          </ac:spMkLst>
        </pc:spChg>
        <pc:spChg chg="mod">
          <ac:chgData name="Antonella Mimmo" userId="25a5e1a7-e321-4627-b0fe-fe85337315d8" providerId="ADAL" clId="{B0F7B95E-CA29-44FC-B5E0-A139AA7C4909}" dt="2022-03-01T13:33:02.900" v="472" actId="20577"/>
          <ac:spMkLst>
            <pc:docMk/>
            <pc:sldMk cId="2501103754" sldId="560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36:20.326" v="500" actId="20577"/>
        <pc:sldMkLst>
          <pc:docMk/>
          <pc:sldMk cId="3059273481" sldId="561"/>
        </pc:sldMkLst>
        <pc:spChg chg="mod">
          <ac:chgData name="Antonella Mimmo" userId="25a5e1a7-e321-4627-b0fe-fe85337315d8" providerId="ADAL" clId="{B0F7B95E-CA29-44FC-B5E0-A139AA7C4909}" dt="2022-03-01T13:36:20.326" v="500" actId="20577"/>
          <ac:spMkLst>
            <pc:docMk/>
            <pc:sldMk cId="3059273481" sldId="561"/>
            <ac:spMk id="5" creationId="{41D5615E-AAB9-466F-9AA4-8E0E6ED41056}"/>
          </ac:spMkLst>
        </pc:spChg>
        <pc:spChg chg="mod">
          <ac:chgData name="Antonella Mimmo" userId="25a5e1a7-e321-4627-b0fe-fe85337315d8" providerId="ADAL" clId="{B0F7B95E-CA29-44FC-B5E0-A139AA7C4909}" dt="2022-03-01T13:34:57.617" v="496" actId="20577"/>
          <ac:spMkLst>
            <pc:docMk/>
            <pc:sldMk cId="3059273481" sldId="561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34:10.476" v="480" actId="20577"/>
          <ac:spMkLst>
            <pc:docMk/>
            <pc:sldMk cId="3059273481" sldId="561"/>
            <ac:spMk id="21" creationId="{7FC7A85D-AD4D-48BE-B612-E46B71D2D64B}"/>
          </ac:spMkLst>
        </pc:spChg>
        <pc:spChg chg="mod">
          <ac:chgData name="Antonella Mimmo" userId="25a5e1a7-e321-4627-b0fe-fe85337315d8" providerId="ADAL" clId="{B0F7B95E-CA29-44FC-B5E0-A139AA7C4909}" dt="2022-03-01T13:34:42.096" v="490" actId="20577"/>
          <ac:spMkLst>
            <pc:docMk/>
            <pc:sldMk cId="3059273481" sldId="561"/>
            <ac:spMk id="25" creationId="{FC333C14-2C68-45C1-9D65-2E62499A21DB}"/>
          </ac:spMkLst>
        </pc:spChg>
        <pc:spChg chg="mod">
          <ac:chgData name="Antonella Mimmo" userId="25a5e1a7-e321-4627-b0fe-fe85337315d8" providerId="ADAL" clId="{B0F7B95E-CA29-44FC-B5E0-A139AA7C4909}" dt="2022-03-01T13:34:48.257" v="493" actId="20577"/>
          <ac:spMkLst>
            <pc:docMk/>
            <pc:sldMk cId="3059273481" sldId="561"/>
            <ac:spMk id="26" creationId="{68BAED42-511F-4BF5-B2AD-6A45D07B1985}"/>
          </ac:spMkLst>
        </pc:spChg>
        <pc:spChg chg="mod">
          <ac:chgData name="Antonella Mimmo" userId="25a5e1a7-e321-4627-b0fe-fe85337315d8" providerId="ADAL" clId="{B0F7B95E-CA29-44FC-B5E0-A139AA7C4909}" dt="2022-03-01T13:34:16.788" v="483" actId="20577"/>
          <ac:spMkLst>
            <pc:docMk/>
            <pc:sldMk cId="3059273481" sldId="561"/>
            <ac:spMk id="30" creationId="{92E22DB7-A930-452F-A5BD-3BB76C314760}"/>
          </ac:spMkLst>
        </pc:spChg>
        <pc:spChg chg="mod">
          <ac:chgData name="Antonella Mimmo" userId="25a5e1a7-e321-4627-b0fe-fe85337315d8" providerId="ADAL" clId="{B0F7B95E-CA29-44FC-B5E0-A139AA7C4909}" dt="2022-03-01T13:34:22.797" v="487" actId="20577"/>
          <ac:spMkLst>
            <pc:docMk/>
            <pc:sldMk cId="3059273481" sldId="561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41:45.752" v="540" actId="20577"/>
        <pc:sldMkLst>
          <pc:docMk/>
          <pc:sldMk cId="2547082317" sldId="564"/>
        </pc:sldMkLst>
        <pc:spChg chg="mod">
          <ac:chgData name="Antonella Mimmo" userId="25a5e1a7-e321-4627-b0fe-fe85337315d8" providerId="ADAL" clId="{B0F7B95E-CA29-44FC-B5E0-A139AA7C4909}" dt="2022-03-01T13:41:45.752" v="540" actId="20577"/>
          <ac:spMkLst>
            <pc:docMk/>
            <pc:sldMk cId="2547082317" sldId="564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41:06.647" v="520" actId="20577"/>
          <ac:spMkLst>
            <pc:docMk/>
            <pc:sldMk cId="2547082317" sldId="564"/>
            <ac:spMk id="39" creationId="{7EBFD213-0CF3-41CD-ADE6-115B6194AD44}"/>
          </ac:spMkLst>
        </pc:spChg>
        <pc:spChg chg="mod">
          <ac:chgData name="Antonella Mimmo" userId="25a5e1a7-e321-4627-b0fe-fe85337315d8" providerId="ADAL" clId="{B0F7B95E-CA29-44FC-B5E0-A139AA7C4909}" dt="2022-03-01T13:41:14.282" v="524" actId="20577"/>
          <ac:spMkLst>
            <pc:docMk/>
            <pc:sldMk cId="2547082317" sldId="564"/>
            <ac:spMk id="42" creationId="{59640ABA-CEEE-4BDF-92BF-E68C3632238D}"/>
          </ac:spMkLst>
        </pc:spChg>
        <pc:spChg chg="mod">
          <ac:chgData name="Antonella Mimmo" userId="25a5e1a7-e321-4627-b0fe-fe85337315d8" providerId="ADAL" clId="{B0F7B95E-CA29-44FC-B5E0-A139AA7C4909}" dt="2022-03-01T13:41:38.407" v="530" actId="20577"/>
          <ac:spMkLst>
            <pc:docMk/>
            <pc:sldMk cId="2547082317" sldId="564"/>
            <ac:spMk id="43" creationId="{F3AF22E3-BB14-4C80-A378-86112C006F28}"/>
          </ac:spMkLst>
        </pc:spChg>
      </pc:sldChg>
      <pc:sldChg chg="modSp mod">
        <pc:chgData name="Antonella Mimmo" userId="25a5e1a7-e321-4627-b0fe-fe85337315d8" providerId="ADAL" clId="{B0F7B95E-CA29-44FC-B5E0-A139AA7C4909}" dt="2022-03-01T13:43:57.401" v="562" actId="20577"/>
        <pc:sldMkLst>
          <pc:docMk/>
          <pc:sldMk cId="2040253041" sldId="566"/>
        </pc:sldMkLst>
        <pc:spChg chg="mod">
          <ac:chgData name="Antonella Mimmo" userId="25a5e1a7-e321-4627-b0fe-fe85337315d8" providerId="ADAL" clId="{B0F7B95E-CA29-44FC-B5E0-A139AA7C4909}" dt="2022-03-01T13:43:57.401" v="562" actId="20577"/>
          <ac:spMkLst>
            <pc:docMk/>
            <pc:sldMk cId="2040253041" sldId="566"/>
            <ac:spMk id="33" creationId="{39D98D73-6622-4D36-8988-D49DD0082805}"/>
          </ac:spMkLst>
        </pc:spChg>
        <pc:spChg chg="mod">
          <ac:chgData name="Antonella Mimmo" userId="25a5e1a7-e321-4627-b0fe-fe85337315d8" providerId="ADAL" clId="{B0F7B95E-CA29-44FC-B5E0-A139AA7C4909}" dt="2022-03-01T13:42:50.164" v="557" actId="20577"/>
          <ac:spMkLst>
            <pc:docMk/>
            <pc:sldMk cId="2040253041" sldId="566"/>
            <ac:spMk id="39" creationId="{7EBFD213-0CF3-41CD-ADE6-115B6194AD44}"/>
          </ac:spMkLst>
        </pc:spChg>
        <pc:spChg chg="mod">
          <ac:chgData name="Antonella Mimmo" userId="25a5e1a7-e321-4627-b0fe-fe85337315d8" providerId="ADAL" clId="{B0F7B95E-CA29-44FC-B5E0-A139AA7C4909}" dt="2022-03-01T13:42:30.131" v="543" actId="20577"/>
          <ac:spMkLst>
            <pc:docMk/>
            <pc:sldMk cId="2040253041" sldId="566"/>
            <ac:spMk id="42" creationId="{59640ABA-CEEE-4BDF-92BF-E68C3632238D}"/>
          </ac:spMkLst>
        </pc:spChg>
        <pc:spChg chg="mod">
          <ac:chgData name="Antonella Mimmo" userId="25a5e1a7-e321-4627-b0fe-fe85337315d8" providerId="ADAL" clId="{B0F7B95E-CA29-44FC-B5E0-A139AA7C4909}" dt="2022-03-01T13:42:40.911" v="553" actId="20577"/>
          <ac:spMkLst>
            <pc:docMk/>
            <pc:sldMk cId="2040253041" sldId="566"/>
            <ac:spMk id="43" creationId="{F3AF22E3-BB14-4C80-A378-86112C006F28}"/>
          </ac:spMkLst>
        </pc:spChg>
      </pc:sldChg>
      <pc:sldChg chg="modSp mod">
        <pc:chgData name="Antonella Mimmo" userId="25a5e1a7-e321-4627-b0fe-fe85337315d8" providerId="ADAL" clId="{B0F7B95E-CA29-44FC-B5E0-A139AA7C4909}" dt="2022-03-01T13:48:57.533" v="687" actId="20577"/>
        <pc:sldMkLst>
          <pc:docMk/>
          <pc:sldMk cId="15562045" sldId="568"/>
        </pc:sldMkLst>
        <pc:spChg chg="mod">
          <ac:chgData name="Antonella Mimmo" userId="25a5e1a7-e321-4627-b0fe-fe85337315d8" providerId="ADAL" clId="{B0F7B95E-CA29-44FC-B5E0-A139AA7C4909}" dt="2022-03-01T13:48:57.533" v="687" actId="20577"/>
          <ac:spMkLst>
            <pc:docMk/>
            <pc:sldMk cId="15562045" sldId="568"/>
            <ac:spMk id="12" creationId="{00000000-0000-0000-0000-000000000000}"/>
          </ac:spMkLst>
        </pc:spChg>
      </pc:sldChg>
      <pc:sldChg chg="modSp mod">
        <pc:chgData name="Antonella Mimmo" userId="25a5e1a7-e321-4627-b0fe-fe85337315d8" providerId="ADAL" clId="{B0F7B95E-CA29-44FC-B5E0-A139AA7C4909}" dt="2022-03-01T13:50:16.760" v="709" actId="20577"/>
        <pc:sldMkLst>
          <pc:docMk/>
          <pc:sldMk cId="1550290027" sldId="569"/>
        </pc:sldMkLst>
        <pc:spChg chg="mod">
          <ac:chgData name="Antonella Mimmo" userId="25a5e1a7-e321-4627-b0fe-fe85337315d8" providerId="ADAL" clId="{B0F7B95E-CA29-44FC-B5E0-A139AA7C4909}" dt="2022-03-01T13:50:16.760" v="709" actId="20577"/>
          <ac:spMkLst>
            <pc:docMk/>
            <pc:sldMk cId="1550290027" sldId="569"/>
            <ac:spMk id="11" creationId="{31760107-1CAD-49C9-9E99-D9469D56EB31}"/>
          </ac:spMkLst>
        </pc:spChg>
        <pc:spChg chg="mod">
          <ac:chgData name="Antonella Mimmo" userId="25a5e1a7-e321-4627-b0fe-fe85337315d8" providerId="ADAL" clId="{B0F7B95E-CA29-44FC-B5E0-A139AA7C4909}" dt="2022-03-01T13:49:45.518" v="697" actId="20577"/>
          <ac:spMkLst>
            <pc:docMk/>
            <pc:sldMk cId="1550290027" sldId="569"/>
            <ac:spMk id="12" creationId="{00000000-0000-0000-0000-000000000000}"/>
          </ac:spMkLst>
        </pc:spChg>
      </pc:sldChg>
      <pc:sldChg chg="modSp mod">
        <pc:chgData name="Antonella Mimmo" userId="25a5e1a7-e321-4627-b0fe-fe85337315d8" providerId="ADAL" clId="{B0F7B95E-CA29-44FC-B5E0-A139AA7C4909}" dt="2022-03-01T13:46:18.860" v="606" actId="20577"/>
        <pc:sldMkLst>
          <pc:docMk/>
          <pc:sldMk cId="2499296061" sldId="571"/>
        </pc:sldMkLst>
        <pc:spChg chg="mod">
          <ac:chgData name="Antonella Mimmo" userId="25a5e1a7-e321-4627-b0fe-fe85337315d8" providerId="ADAL" clId="{B0F7B95E-CA29-44FC-B5E0-A139AA7C4909}" dt="2022-03-01T13:46:18.860" v="606" actId="20577"/>
          <ac:spMkLst>
            <pc:docMk/>
            <pc:sldMk cId="2499296061" sldId="571"/>
            <ac:spMk id="7" creationId="{2E4442B9-4613-409D-8568-49E4ABC05CB9}"/>
          </ac:spMkLst>
        </pc:spChg>
        <pc:spChg chg="mod">
          <ac:chgData name="Antonella Mimmo" userId="25a5e1a7-e321-4627-b0fe-fe85337315d8" providerId="ADAL" clId="{B0F7B95E-CA29-44FC-B5E0-A139AA7C4909}" dt="2022-03-01T13:45:01.774" v="582" actId="20577"/>
          <ac:spMkLst>
            <pc:docMk/>
            <pc:sldMk cId="2499296061" sldId="571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46:00.890" v="602" actId="20577"/>
          <ac:spMkLst>
            <pc:docMk/>
            <pc:sldMk cId="2499296061" sldId="571"/>
            <ac:spMk id="21" creationId="{7FC7A85D-AD4D-48BE-B612-E46B71D2D64B}"/>
          </ac:spMkLst>
        </pc:spChg>
        <pc:spChg chg="mod">
          <ac:chgData name="Antonella Mimmo" userId="25a5e1a7-e321-4627-b0fe-fe85337315d8" providerId="ADAL" clId="{B0F7B95E-CA29-44FC-B5E0-A139AA7C4909}" dt="2022-03-01T13:46:13.720" v="605" actId="20577"/>
          <ac:spMkLst>
            <pc:docMk/>
            <pc:sldMk cId="2499296061" sldId="571"/>
            <ac:spMk id="27" creationId="{64130B70-CCBF-4096-83F5-310E3A0D8E5A}"/>
          </ac:spMkLst>
        </pc:spChg>
        <pc:spChg chg="mod">
          <ac:chgData name="Antonella Mimmo" userId="25a5e1a7-e321-4627-b0fe-fe85337315d8" providerId="ADAL" clId="{B0F7B95E-CA29-44FC-B5E0-A139AA7C4909}" dt="2022-03-01T13:45:35.719" v="592" actId="20577"/>
          <ac:spMkLst>
            <pc:docMk/>
            <pc:sldMk cId="2499296061" sldId="571"/>
            <ac:spMk id="30" creationId="{92E22DB7-A930-452F-A5BD-3BB76C314760}"/>
          </ac:spMkLst>
        </pc:spChg>
        <pc:spChg chg="mod">
          <ac:chgData name="Antonella Mimmo" userId="25a5e1a7-e321-4627-b0fe-fe85337315d8" providerId="ADAL" clId="{B0F7B95E-CA29-44FC-B5E0-A139AA7C4909}" dt="2022-03-01T13:44:53.459" v="572" actId="20577"/>
          <ac:spMkLst>
            <pc:docMk/>
            <pc:sldMk cId="2499296061" sldId="571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48:34.836" v="677" actId="20577"/>
        <pc:sldMkLst>
          <pc:docMk/>
          <pc:sldMk cId="2863359533" sldId="572"/>
        </pc:sldMkLst>
        <pc:spChg chg="mod">
          <ac:chgData name="Antonella Mimmo" userId="25a5e1a7-e321-4627-b0fe-fe85337315d8" providerId="ADAL" clId="{B0F7B95E-CA29-44FC-B5E0-A139AA7C4909}" dt="2022-03-01T13:46:24.656" v="607" actId="20577"/>
          <ac:spMkLst>
            <pc:docMk/>
            <pc:sldMk cId="2863359533" sldId="572"/>
            <ac:spMk id="7" creationId="{2E4442B9-4613-409D-8568-49E4ABC05CB9}"/>
          </ac:spMkLst>
        </pc:spChg>
        <pc:spChg chg="mod">
          <ac:chgData name="Antonella Mimmo" userId="25a5e1a7-e321-4627-b0fe-fe85337315d8" providerId="ADAL" clId="{B0F7B95E-CA29-44FC-B5E0-A139AA7C4909}" dt="2022-03-01T13:47:13.442" v="644" actId="20577"/>
          <ac:spMkLst>
            <pc:docMk/>
            <pc:sldMk cId="2863359533" sldId="572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48:34.836" v="677" actId="20577"/>
          <ac:spMkLst>
            <pc:docMk/>
            <pc:sldMk cId="2863359533" sldId="572"/>
            <ac:spMk id="20" creationId="{DEA4B3F3-7706-4887-8212-42ADC3ADEE98}"/>
          </ac:spMkLst>
        </pc:spChg>
        <pc:spChg chg="mod">
          <ac:chgData name="Antonella Mimmo" userId="25a5e1a7-e321-4627-b0fe-fe85337315d8" providerId="ADAL" clId="{B0F7B95E-CA29-44FC-B5E0-A139AA7C4909}" dt="2022-03-01T13:46:54.901" v="624" actId="20577"/>
          <ac:spMkLst>
            <pc:docMk/>
            <pc:sldMk cId="2863359533" sldId="572"/>
            <ac:spMk id="21" creationId="{7FC7A85D-AD4D-48BE-B612-E46B71D2D64B}"/>
          </ac:spMkLst>
        </pc:spChg>
        <pc:spChg chg="mod">
          <ac:chgData name="Antonella Mimmo" userId="25a5e1a7-e321-4627-b0fe-fe85337315d8" providerId="ADAL" clId="{B0F7B95E-CA29-44FC-B5E0-A139AA7C4909}" dt="2022-03-01T13:46:33.105" v="611" actId="6549"/>
          <ac:spMkLst>
            <pc:docMk/>
            <pc:sldMk cId="2863359533" sldId="572"/>
            <ac:spMk id="27" creationId="{64130B70-CCBF-4096-83F5-310E3A0D8E5A}"/>
          </ac:spMkLst>
        </pc:spChg>
        <pc:spChg chg="mod">
          <ac:chgData name="Antonella Mimmo" userId="25a5e1a7-e321-4627-b0fe-fe85337315d8" providerId="ADAL" clId="{B0F7B95E-CA29-44FC-B5E0-A139AA7C4909}" dt="2022-03-01T13:47:02.235" v="634" actId="20577"/>
          <ac:spMkLst>
            <pc:docMk/>
            <pc:sldMk cId="2863359533" sldId="572"/>
            <ac:spMk id="30" creationId="{92E22DB7-A930-452F-A5BD-3BB76C314760}"/>
          </ac:spMkLst>
        </pc:spChg>
        <pc:spChg chg="mod">
          <ac:chgData name="Antonella Mimmo" userId="25a5e1a7-e321-4627-b0fe-fe85337315d8" providerId="ADAL" clId="{B0F7B95E-CA29-44FC-B5E0-A139AA7C4909}" dt="2022-03-01T13:47:20.715" v="654" actId="20577"/>
          <ac:spMkLst>
            <pc:docMk/>
            <pc:sldMk cId="2863359533" sldId="572"/>
            <ac:spMk id="34" creationId="{E68D779F-ECF7-45B0-BF1D-CC59CE488ABD}"/>
          </ac:spMkLst>
        </pc:spChg>
      </pc:sldChg>
      <pc:sldChg chg="modSp mod">
        <pc:chgData name="Antonella Mimmo" userId="25a5e1a7-e321-4627-b0fe-fe85337315d8" providerId="ADAL" clId="{B0F7B95E-CA29-44FC-B5E0-A139AA7C4909}" dt="2022-03-01T13:09:34.111" v="171" actId="20577"/>
        <pc:sldMkLst>
          <pc:docMk/>
          <pc:sldMk cId="2596589947" sldId="573"/>
        </pc:sldMkLst>
        <pc:spChg chg="mod">
          <ac:chgData name="Antonella Mimmo" userId="25a5e1a7-e321-4627-b0fe-fe85337315d8" providerId="ADAL" clId="{B0F7B95E-CA29-44FC-B5E0-A139AA7C4909}" dt="2022-03-01T13:09:06.943" v="155" actId="20577"/>
          <ac:spMkLst>
            <pc:docMk/>
            <pc:sldMk cId="2596589947" sldId="573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08:42.328" v="125" actId="20577"/>
          <ac:spMkLst>
            <pc:docMk/>
            <pc:sldMk cId="2596589947" sldId="573"/>
            <ac:spMk id="13" creationId="{E164BC7F-9DBE-4D70-91B5-78B9FC0B133C}"/>
          </ac:spMkLst>
        </pc:spChg>
        <pc:spChg chg="mod">
          <ac:chgData name="Antonella Mimmo" userId="25a5e1a7-e321-4627-b0fe-fe85337315d8" providerId="ADAL" clId="{B0F7B95E-CA29-44FC-B5E0-A139AA7C4909}" dt="2022-03-01T13:08:53.712" v="135" actId="20577"/>
          <ac:spMkLst>
            <pc:docMk/>
            <pc:sldMk cId="2596589947" sldId="573"/>
            <ac:spMk id="25" creationId="{FC333C14-2C68-45C1-9D65-2E62499A21DB}"/>
          </ac:spMkLst>
        </pc:spChg>
        <pc:spChg chg="mod">
          <ac:chgData name="Antonella Mimmo" userId="25a5e1a7-e321-4627-b0fe-fe85337315d8" providerId="ADAL" clId="{B0F7B95E-CA29-44FC-B5E0-A139AA7C4909}" dt="2022-03-01T13:09:00.630" v="145" actId="20577"/>
          <ac:spMkLst>
            <pc:docMk/>
            <pc:sldMk cId="2596589947" sldId="573"/>
            <ac:spMk id="26" creationId="{68BAED42-511F-4BF5-B2AD-6A45D07B1985}"/>
          </ac:spMkLst>
        </pc:spChg>
        <pc:spChg chg="mod">
          <ac:chgData name="Antonella Mimmo" userId="25a5e1a7-e321-4627-b0fe-fe85337315d8" providerId="ADAL" clId="{B0F7B95E-CA29-44FC-B5E0-A139AA7C4909}" dt="2022-03-01T13:09:34.111" v="171" actId="20577"/>
          <ac:spMkLst>
            <pc:docMk/>
            <pc:sldMk cId="2596589947" sldId="573"/>
            <ac:spMk id="31" creationId="{B468A5C2-C47C-4D29-B90F-8BE4429E2203}"/>
          </ac:spMkLst>
        </pc:spChg>
      </pc:sldChg>
      <pc:sldChg chg="modSp mod">
        <pc:chgData name="Antonella Mimmo" userId="25a5e1a7-e321-4627-b0fe-fe85337315d8" providerId="ADAL" clId="{B0F7B95E-CA29-44FC-B5E0-A139AA7C4909}" dt="2022-03-01T13:17:43.776" v="293" actId="207"/>
        <pc:sldMkLst>
          <pc:docMk/>
          <pc:sldMk cId="294681412" sldId="574"/>
        </pc:sldMkLst>
        <pc:spChg chg="mod">
          <ac:chgData name="Antonella Mimmo" userId="25a5e1a7-e321-4627-b0fe-fe85337315d8" providerId="ADAL" clId="{B0F7B95E-CA29-44FC-B5E0-A139AA7C4909}" dt="2022-03-01T13:17:43.776" v="293" actId="207"/>
          <ac:spMkLst>
            <pc:docMk/>
            <pc:sldMk cId="294681412" sldId="574"/>
            <ac:spMk id="3" creationId="{BD2E1788-8380-4BCC-83CC-D74AC0F65F42}"/>
          </ac:spMkLst>
        </pc:spChg>
      </pc:sldChg>
      <pc:sldChg chg="modSp">
        <pc:chgData name="Antonella Mimmo" userId="25a5e1a7-e321-4627-b0fe-fe85337315d8" providerId="ADAL" clId="{B0F7B95E-CA29-44FC-B5E0-A139AA7C4909}" dt="2022-03-01T13:17:47.407" v="294" actId="207"/>
        <pc:sldMkLst>
          <pc:docMk/>
          <pc:sldMk cId="3513522030" sldId="575"/>
        </pc:sldMkLst>
        <pc:spChg chg="mod">
          <ac:chgData name="Antonella Mimmo" userId="25a5e1a7-e321-4627-b0fe-fe85337315d8" providerId="ADAL" clId="{B0F7B95E-CA29-44FC-B5E0-A139AA7C4909}" dt="2022-03-01T13:17:47.407" v="294" actId="207"/>
          <ac:spMkLst>
            <pc:docMk/>
            <pc:sldMk cId="3513522030" sldId="575"/>
            <ac:spMk id="3" creationId="{BD2E1788-8380-4BCC-83CC-D74AC0F65F42}"/>
          </ac:spMkLst>
        </pc:spChg>
      </pc:sldChg>
      <pc:sldChg chg="modSp mod">
        <pc:chgData name="Antonella Mimmo" userId="25a5e1a7-e321-4627-b0fe-fe85337315d8" providerId="ADAL" clId="{B0F7B95E-CA29-44FC-B5E0-A139AA7C4909}" dt="2022-03-01T13:37:14.188" v="507" actId="20577"/>
        <pc:sldMkLst>
          <pc:docMk/>
          <pc:sldMk cId="161087591" sldId="576"/>
        </pc:sldMkLst>
        <pc:spChg chg="mod">
          <ac:chgData name="Antonella Mimmo" userId="25a5e1a7-e321-4627-b0fe-fe85337315d8" providerId="ADAL" clId="{B0F7B95E-CA29-44FC-B5E0-A139AA7C4909}" dt="2022-03-01T13:37:14.188" v="507" actId="20577"/>
          <ac:spMkLst>
            <pc:docMk/>
            <pc:sldMk cId="161087591" sldId="576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37:07.129" v="504" actId="20577"/>
          <ac:spMkLst>
            <pc:docMk/>
            <pc:sldMk cId="161087591" sldId="576"/>
            <ac:spMk id="26" creationId="{68BAED42-511F-4BF5-B2AD-6A45D07B1985}"/>
          </ac:spMkLst>
        </pc:spChg>
      </pc:sldChg>
      <pc:sldChg chg="modSp mod">
        <pc:chgData name="Antonella Mimmo" userId="25a5e1a7-e321-4627-b0fe-fe85337315d8" providerId="ADAL" clId="{B0F7B95E-CA29-44FC-B5E0-A139AA7C4909}" dt="2022-03-01T13:37:26.928" v="514" actId="20577"/>
        <pc:sldMkLst>
          <pc:docMk/>
          <pc:sldMk cId="4237911280" sldId="577"/>
        </pc:sldMkLst>
        <pc:spChg chg="mod">
          <ac:chgData name="Antonella Mimmo" userId="25a5e1a7-e321-4627-b0fe-fe85337315d8" providerId="ADAL" clId="{B0F7B95E-CA29-44FC-B5E0-A139AA7C4909}" dt="2022-03-01T13:37:26.928" v="514" actId="20577"/>
          <ac:spMkLst>
            <pc:docMk/>
            <pc:sldMk cId="4237911280" sldId="577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37:20.343" v="510" actId="20577"/>
          <ac:spMkLst>
            <pc:docMk/>
            <pc:sldMk cId="4237911280" sldId="577"/>
            <ac:spMk id="26" creationId="{68BAED42-511F-4BF5-B2AD-6A45D07B1985}"/>
          </ac:spMkLst>
        </pc:spChg>
      </pc:sldChg>
      <pc:sldChg chg="modSp mod">
        <pc:chgData name="Antonella Mimmo" userId="25a5e1a7-e321-4627-b0fe-fe85337315d8" providerId="ADAL" clId="{B0F7B95E-CA29-44FC-B5E0-A139AA7C4909}" dt="2022-03-01T13:51:03.816" v="719" actId="20577"/>
        <pc:sldMkLst>
          <pc:docMk/>
          <pc:sldMk cId="2443353537" sldId="578"/>
        </pc:sldMkLst>
        <pc:spChg chg="mod">
          <ac:chgData name="Antonella Mimmo" userId="25a5e1a7-e321-4627-b0fe-fe85337315d8" providerId="ADAL" clId="{B0F7B95E-CA29-44FC-B5E0-A139AA7C4909}" dt="2022-03-01T13:51:03.816" v="719" actId="20577"/>
          <ac:spMkLst>
            <pc:docMk/>
            <pc:sldMk cId="2443353537" sldId="578"/>
            <ac:spMk id="12" creationId="{00000000-0000-0000-0000-000000000000}"/>
          </ac:spMkLst>
        </pc:spChg>
      </pc:sldChg>
      <pc:sldChg chg="modSp mod">
        <pc:chgData name="Antonella Mimmo" userId="25a5e1a7-e321-4627-b0fe-fe85337315d8" providerId="ADAL" clId="{B0F7B95E-CA29-44FC-B5E0-A139AA7C4909}" dt="2022-03-01T13:53:13.898" v="749" actId="20577"/>
        <pc:sldMkLst>
          <pc:docMk/>
          <pc:sldMk cId="58475334" sldId="579"/>
        </pc:sldMkLst>
        <pc:spChg chg="mod">
          <ac:chgData name="Antonella Mimmo" userId="25a5e1a7-e321-4627-b0fe-fe85337315d8" providerId="ADAL" clId="{B0F7B95E-CA29-44FC-B5E0-A139AA7C4909}" dt="2022-03-01T13:51:43.171" v="736" actId="20577"/>
          <ac:spMkLst>
            <pc:docMk/>
            <pc:sldMk cId="58475334" sldId="579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53:13.898" v="749" actId="20577"/>
          <ac:spMkLst>
            <pc:docMk/>
            <pc:sldMk cId="58475334" sldId="579"/>
            <ac:spMk id="29" creationId="{FCB9EA28-B434-483B-9B05-26315B82880D}"/>
          </ac:spMkLst>
        </pc:spChg>
      </pc:sldChg>
      <pc:sldChg chg="addSp modSp mod">
        <pc:chgData name="Antonella Mimmo" userId="25a5e1a7-e321-4627-b0fe-fe85337315d8" providerId="ADAL" clId="{B0F7B95E-CA29-44FC-B5E0-A139AA7C4909}" dt="2022-03-01T13:58:55.716" v="817" actId="166"/>
        <pc:sldMkLst>
          <pc:docMk/>
          <pc:sldMk cId="2552938275" sldId="580"/>
        </pc:sldMkLst>
        <pc:spChg chg="add mod">
          <ac:chgData name="Antonella Mimmo" userId="25a5e1a7-e321-4627-b0fe-fe85337315d8" providerId="ADAL" clId="{B0F7B95E-CA29-44FC-B5E0-A139AA7C4909}" dt="2022-03-01T13:58:40.933" v="814" actId="113"/>
          <ac:spMkLst>
            <pc:docMk/>
            <pc:sldMk cId="2552938275" sldId="580"/>
            <ac:spMk id="3" creationId="{E169FDBD-0A90-427A-A24B-6ACE6561F5C1}"/>
          </ac:spMkLst>
        </pc:spChg>
        <pc:spChg chg="mod">
          <ac:chgData name="Antonella Mimmo" userId="25a5e1a7-e321-4627-b0fe-fe85337315d8" providerId="ADAL" clId="{B0F7B95E-CA29-44FC-B5E0-A139AA7C4909}" dt="2022-03-01T13:54:27.596" v="758" actId="1076"/>
          <ac:spMkLst>
            <pc:docMk/>
            <pc:sldMk cId="2552938275" sldId="580"/>
            <ac:spMk id="7" creationId="{2E4442B9-4613-409D-8568-49E4ABC05CB9}"/>
          </ac:spMkLst>
        </pc:spChg>
        <pc:spChg chg="mod">
          <ac:chgData name="Antonella Mimmo" userId="25a5e1a7-e321-4627-b0fe-fe85337315d8" providerId="ADAL" clId="{B0F7B95E-CA29-44FC-B5E0-A139AA7C4909}" dt="2022-03-01T13:57:10.028" v="797" actId="20577"/>
          <ac:spMkLst>
            <pc:docMk/>
            <pc:sldMk cId="2552938275" sldId="580"/>
            <ac:spMk id="12" creationId="{00000000-0000-0000-0000-000000000000}"/>
          </ac:spMkLst>
        </pc:spChg>
        <pc:spChg chg="mod">
          <ac:chgData name="Antonella Mimmo" userId="25a5e1a7-e321-4627-b0fe-fe85337315d8" providerId="ADAL" clId="{B0F7B95E-CA29-44FC-B5E0-A139AA7C4909}" dt="2022-03-01T13:54:21.103" v="757" actId="1076"/>
          <ac:spMkLst>
            <pc:docMk/>
            <pc:sldMk cId="2552938275" sldId="580"/>
            <ac:spMk id="15" creationId="{57DACC64-E6DA-41A9-B758-32F3DD8123B4}"/>
          </ac:spMkLst>
        </pc:spChg>
        <pc:spChg chg="mod">
          <ac:chgData name="Antonella Mimmo" userId="25a5e1a7-e321-4627-b0fe-fe85337315d8" providerId="ADAL" clId="{B0F7B95E-CA29-44FC-B5E0-A139AA7C4909}" dt="2022-03-01T13:54:44.968" v="761" actId="1076"/>
          <ac:spMkLst>
            <pc:docMk/>
            <pc:sldMk cId="2552938275" sldId="580"/>
            <ac:spMk id="21" creationId="{7FC7A85D-AD4D-48BE-B612-E46B71D2D64B}"/>
          </ac:spMkLst>
        </pc:spChg>
        <pc:spChg chg="mod">
          <ac:chgData name="Antonella Mimmo" userId="25a5e1a7-e321-4627-b0fe-fe85337315d8" providerId="ADAL" clId="{B0F7B95E-CA29-44FC-B5E0-A139AA7C4909}" dt="2022-03-01T13:54:56.671" v="763" actId="1076"/>
          <ac:spMkLst>
            <pc:docMk/>
            <pc:sldMk cId="2552938275" sldId="580"/>
            <ac:spMk id="27" creationId="{64130B70-CCBF-4096-83F5-310E3A0D8E5A}"/>
          </ac:spMkLst>
        </pc:spChg>
        <pc:spChg chg="mod">
          <ac:chgData name="Antonella Mimmo" userId="25a5e1a7-e321-4627-b0fe-fe85337315d8" providerId="ADAL" clId="{B0F7B95E-CA29-44FC-B5E0-A139AA7C4909}" dt="2022-03-01T13:55:09.903" v="765" actId="1076"/>
          <ac:spMkLst>
            <pc:docMk/>
            <pc:sldMk cId="2552938275" sldId="580"/>
            <ac:spMk id="30" creationId="{92E22DB7-A930-452F-A5BD-3BB76C314760}"/>
          </ac:spMkLst>
        </pc:spChg>
        <pc:spChg chg="mod">
          <ac:chgData name="Antonella Mimmo" userId="25a5e1a7-e321-4627-b0fe-fe85337315d8" providerId="ADAL" clId="{B0F7B95E-CA29-44FC-B5E0-A139AA7C4909}" dt="2022-03-01T13:55:46.773" v="773" actId="1076"/>
          <ac:spMkLst>
            <pc:docMk/>
            <pc:sldMk cId="2552938275" sldId="580"/>
            <ac:spMk id="31" creationId="{74DBCE8B-19B8-4662-8145-FAE5B0B7155C}"/>
          </ac:spMkLst>
        </pc:spChg>
        <pc:spChg chg="mod">
          <ac:chgData name="Antonella Mimmo" userId="25a5e1a7-e321-4627-b0fe-fe85337315d8" providerId="ADAL" clId="{B0F7B95E-CA29-44FC-B5E0-A139AA7C4909}" dt="2022-03-01T13:55:31.020" v="770" actId="14100"/>
          <ac:spMkLst>
            <pc:docMk/>
            <pc:sldMk cId="2552938275" sldId="580"/>
            <ac:spMk id="34" creationId="{E68D779F-ECF7-45B0-BF1D-CC59CE488ABD}"/>
          </ac:spMkLst>
        </pc:spChg>
        <pc:spChg chg="mod">
          <ac:chgData name="Antonella Mimmo" userId="25a5e1a7-e321-4627-b0fe-fe85337315d8" providerId="ADAL" clId="{B0F7B95E-CA29-44FC-B5E0-A139AA7C4909}" dt="2022-03-01T13:55:43.064" v="772" actId="1076"/>
          <ac:spMkLst>
            <pc:docMk/>
            <pc:sldMk cId="2552938275" sldId="580"/>
            <ac:spMk id="36" creationId="{104E6A0D-3BBD-40C4-8DBF-26857069725F}"/>
          </ac:spMkLst>
        </pc:spChg>
        <pc:spChg chg="mod">
          <ac:chgData name="Antonella Mimmo" userId="25a5e1a7-e321-4627-b0fe-fe85337315d8" providerId="ADAL" clId="{B0F7B95E-CA29-44FC-B5E0-A139AA7C4909}" dt="2022-03-01T13:56:07.048" v="776" actId="1076"/>
          <ac:spMkLst>
            <pc:docMk/>
            <pc:sldMk cId="2552938275" sldId="580"/>
            <ac:spMk id="39" creationId="{7EBFD213-0CF3-41CD-ADE6-115B6194AD44}"/>
          </ac:spMkLst>
        </pc:spChg>
        <pc:spChg chg="mod">
          <ac:chgData name="Antonella Mimmo" userId="25a5e1a7-e321-4627-b0fe-fe85337315d8" providerId="ADAL" clId="{B0F7B95E-CA29-44FC-B5E0-A139AA7C4909}" dt="2022-03-01T13:56:28.115" v="780" actId="1076"/>
          <ac:spMkLst>
            <pc:docMk/>
            <pc:sldMk cId="2552938275" sldId="580"/>
            <ac:spMk id="41" creationId="{A1AFA104-C5B9-4AA6-BAF2-75AF7D8AF3CD}"/>
          </ac:spMkLst>
        </pc:spChg>
        <pc:spChg chg="mod">
          <ac:chgData name="Antonella Mimmo" userId="25a5e1a7-e321-4627-b0fe-fe85337315d8" providerId="ADAL" clId="{B0F7B95E-CA29-44FC-B5E0-A139AA7C4909}" dt="2022-03-01T13:56:23.992" v="779" actId="1076"/>
          <ac:spMkLst>
            <pc:docMk/>
            <pc:sldMk cId="2552938275" sldId="580"/>
            <ac:spMk id="42" creationId="{59640ABA-CEEE-4BDF-92BF-E68C3632238D}"/>
          </ac:spMkLst>
        </pc:spChg>
        <pc:spChg chg="mod">
          <ac:chgData name="Antonella Mimmo" userId="25a5e1a7-e321-4627-b0fe-fe85337315d8" providerId="ADAL" clId="{B0F7B95E-CA29-44FC-B5E0-A139AA7C4909}" dt="2022-03-01T13:57:36.669" v="803" actId="20577"/>
          <ac:spMkLst>
            <pc:docMk/>
            <pc:sldMk cId="2552938275" sldId="580"/>
            <ac:spMk id="43" creationId="{F3AF22E3-BB14-4C80-A378-86112C006F28}"/>
          </ac:spMkLst>
        </pc:spChg>
        <pc:cxnChg chg="ord">
          <ac:chgData name="Antonella Mimmo" userId="25a5e1a7-e321-4627-b0fe-fe85337315d8" providerId="ADAL" clId="{B0F7B95E-CA29-44FC-B5E0-A139AA7C4909}" dt="2022-03-01T13:58:55.716" v="817" actId="166"/>
          <ac:cxnSpMkLst>
            <pc:docMk/>
            <pc:sldMk cId="2552938275" sldId="580"/>
            <ac:cxnSpMk id="4" creationId="{1D14CC5A-93CA-4F10-92DA-6DC1B380ADDB}"/>
          </ac:cxnSpMkLst>
        </pc:cxnChg>
        <pc:cxnChg chg="mod">
          <ac:chgData name="Antonella Mimmo" userId="25a5e1a7-e321-4627-b0fe-fe85337315d8" providerId="ADAL" clId="{B0F7B95E-CA29-44FC-B5E0-A139AA7C4909}" dt="2022-03-01T13:54:16.174" v="756" actId="1076"/>
          <ac:cxnSpMkLst>
            <pc:docMk/>
            <pc:sldMk cId="2552938275" sldId="580"/>
            <ac:cxnSpMk id="9" creationId="{044E5D82-6B20-4CBB-AA99-6582FC41D526}"/>
          </ac:cxnSpMkLst>
        </pc:cxnChg>
        <pc:cxnChg chg="mod">
          <ac:chgData name="Antonella Mimmo" userId="25a5e1a7-e321-4627-b0fe-fe85337315d8" providerId="ADAL" clId="{B0F7B95E-CA29-44FC-B5E0-A139AA7C4909}" dt="2022-03-01T13:54:35.215" v="760" actId="1076"/>
          <ac:cxnSpMkLst>
            <pc:docMk/>
            <pc:sldMk cId="2552938275" sldId="580"/>
            <ac:cxnSpMk id="18" creationId="{1B1379A5-EC15-4B6C-BB79-DD7FA86010E4}"/>
          </ac:cxnSpMkLst>
        </pc:cxnChg>
        <pc:cxnChg chg="mod">
          <ac:chgData name="Antonella Mimmo" userId="25a5e1a7-e321-4627-b0fe-fe85337315d8" providerId="ADAL" clId="{B0F7B95E-CA29-44FC-B5E0-A139AA7C4909}" dt="2022-03-01T13:54:47.776" v="762" actId="1076"/>
          <ac:cxnSpMkLst>
            <pc:docMk/>
            <pc:sldMk cId="2552938275" sldId="580"/>
            <ac:cxnSpMk id="24" creationId="{0E5125DF-C4AD-44A8-8D16-4DEB7ECF234D}"/>
          </ac:cxnSpMkLst>
        </pc:cxnChg>
        <pc:cxnChg chg="mod">
          <ac:chgData name="Antonella Mimmo" userId="25a5e1a7-e321-4627-b0fe-fe85337315d8" providerId="ADAL" clId="{B0F7B95E-CA29-44FC-B5E0-A139AA7C4909}" dt="2022-03-01T13:54:59.231" v="764" actId="1076"/>
          <ac:cxnSpMkLst>
            <pc:docMk/>
            <pc:sldMk cId="2552938275" sldId="580"/>
            <ac:cxnSpMk id="28" creationId="{FA9C5133-3DD9-4048-B976-301EFB8EB732}"/>
          </ac:cxnSpMkLst>
        </pc:cxnChg>
        <pc:cxnChg chg="mod">
          <ac:chgData name="Antonella Mimmo" userId="25a5e1a7-e321-4627-b0fe-fe85337315d8" providerId="ADAL" clId="{B0F7B95E-CA29-44FC-B5E0-A139AA7C4909}" dt="2022-03-01T13:55:17.878" v="767" actId="1076"/>
          <ac:cxnSpMkLst>
            <pc:docMk/>
            <pc:sldMk cId="2552938275" sldId="580"/>
            <ac:cxnSpMk id="32" creationId="{22C29F69-D12A-45A4-8FAF-6582BE952CC6}"/>
          </ac:cxnSpMkLst>
        </pc:cxnChg>
        <pc:cxnChg chg="mod">
          <ac:chgData name="Antonella Mimmo" userId="25a5e1a7-e321-4627-b0fe-fe85337315d8" providerId="ADAL" clId="{B0F7B95E-CA29-44FC-B5E0-A139AA7C4909}" dt="2022-03-01T13:55:38.958" v="771" actId="1076"/>
          <ac:cxnSpMkLst>
            <pc:docMk/>
            <pc:sldMk cId="2552938275" sldId="580"/>
            <ac:cxnSpMk id="37" creationId="{6C1CFFE2-3C99-4ADC-8D60-43378C14D83B}"/>
          </ac:cxnSpMkLst>
        </pc:cxnChg>
        <pc:cxnChg chg="mod">
          <ac:chgData name="Antonella Mimmo" userId="25a5e1a7-e321-4627-b0fe-fe85337315d8" providerId="ADAL" clId="{B0F7B95E-CA29-44FC-B5E0-A139AA7C4909}" dt="2022-03-01T13:55:22.873" v="769" actId="1076"/>
          <ac:cxnSpMkLst>
            <pc:docMk/>
            <pc:sldMk cId="2552938275" sldId="580"/>
            <ac:cxnSpMk id="38" creationId="{91840D9C-9F88-4E4E-BB95-1E2D4E27A5E8}"/>
          </ac:cxnSpMkLst>
        </pc:cxnChg>
        <pc:cxnChg chg="mod">
          <ac:chgData name="Antonella Mimmo" userId="25a5e1a7-e321-4627-b0fe-fe85337315d8" providerId="ADAL" clId="{B0F7B95E-CA29-44FC-B5E0-A139AA7C4909}" dt="2022-03-01T13:55:58.838" v="775" actId="1076"/>
          <ac:cxnSpMkLst>
            <pc:docMk/>
            <pc:sldMk cId="2552938275" sldId="580"/>
            <ac:cxnSpMk id="40" creationId="{EA3B54A5-13D6-4FD9-9653-31539316A262}"/>
          </ac:cxnSpMkLst>
        </pc:cxnChg>
        <pc:cxnChg chg="mod">
          <ac:chgData name="Antonella Mimmo" userId="25a5e1a7-e321-4627-b0fe-fe85337315d8" providerId="ADAL" clId="{B0F7B95E-CA29-44FC-B5E0-A139AA7C4909}" dt="2022-03-01T13:57:23.131" v="798" actId="1076"/>
          <ac:cxnSpMkLst>
            <pc:docMk/>
            <pc:sldMk cId="2552938275" sldId="580"/>
            <ac:cxnSpMk id="44" creationId="{EE99B34F-4AA4-4AD9-822C-4D8F90882EE4}"/>
          </ac:cxnSpMkLst>
        </pc:cxnChg>
        <pc:cxnChg chg="mod">
          <ac:chgData name="Antonella Mimmo" userId="25a5e1a7-e321-4627-b0fe-fe85337315d8" providerId="ADAL" clId="{B0F7B95E-CA29-44FC-B5E0-A139AA7C4909}" dt="2022-03-01T13:56:12.726" v="777" actId="1076"/>
          <ac:cxnSpMkLst>
            <pc:docMk/>
            <pc:sldMk cId="2552938275" sldId="580"/>
            <ac:cxnSpMk id="45" creationId="{5A001200-D74D-4184-A6AE-51B69CC7453D}"/>
          </ac:cxnSpMkLst>
        </pc:cxnChg>
        <pc:cxnChg chg="mod">
          <ac:chgData name="Antonella Mimmo" userId="25a5e1a7-e321-4627-b0fe-fe85337315d8" providerId="ADAL" clId="{B0F7B95E-CA29-44FC-B5E0-A139AA7C4909}" dt="2022-03-01T13:56:16.645" v="778" actId="1076"/>
          <ac:cxnSpMkLst>
            <pc:docMk/>
            <pc:sldMk cId="2552938275" sldId="580"/>
            <ac:cxnSpMk id="46" creationId="{309C3E1F-2CD0-4D5B-BA61-C41D07200349}"/>
          </ac:cxnSpMkLst>
        </pc:cxnChg>
        <pc:cxnChg chg="mod ord">
          <ac:chgData name="Antonella Mimmo" userId="25a5e1a7-e321-4627-b0fe-fe85337315d8" providerId="ADAL" clId="{B0F7B95E-CA29-44FC-B5E0-A139AA7C4909}" dt="2022-03-01T13:58:51.517" v="816" actId="166"/>
          <ac:cxnSpMkLst>
            <pc:docMk/>
            <pc:sldMk cId="2552938275" sldId="580"/>
            <ac:cxnSpMk id="107520" creationId="{9337262D-7BD9-4AC2-B48C-61AE688BC9A8}"/>
          </ac:cxnSpMkLst>
        </pc:cxnChg>
      </pc:sldChg>
      <pc:sldChg chg="del">
        <pc:chgData name="Antonella Mimmo" userId="25a5e1a7-e321-4627-b0fe-fe85337315d8" providerId="ADAL" clId="{B0F7B95E-CA29-44FC-B5E0-A139AA7C4909}" dt="2022-03-01T14:01:29.790" v="849" actId="47"/>
        <pc:sldMkLst>
          <pc:docMk/>
          <pc:sldMk cId="273142940" sldId="581"/>
        </pc:sldMkLst>
      </pc:sldChg>
      <pc:sldChg chg="addSp delSp modSp mod delAnim modAnim">
        <pc:chgData name="Antonella Mimmo" userId="25a5e1a7-e321-4627-b0fe-fe85337315d8" providerId="ADAL" clId="{B0F7B95E-CA29-44FC-B5E0-A139AA7C4909}" dt="2022-03-01T14:01:25.048" v="848" actId="1076"/>
        <pc:sldMkLst>
          <pc:docMk/>
          <pc:sldMk cId="3595976610" sldId="582"/>
        </pc:sldMkLst>
        <pc:spChg chg="add mod">
          <ac:chgData name="Antonella Mimmo" userId="25a5e1a7-e321-4627-b0fe-fe85337315d8" providerId="ADAL" clId="{B0F7B95E-CA29-44FC-B5E0-A139AA7C4909}" dt="2022-03-01T14:01:25.048" v="848" actId="1076"/>
          <ac:spMkLst>
            <pc:docMk/>
            <pc:sldMk cId="3595976610" sldId="582"/>
            <ac:spMk id="33" creationId="{4641E08C-3930-42A9-9367-7A15A9C023D3}"/>
          </ac:spMkLst>
        </pc:spChg>
        <pc:spChg chg="del mod">
          <ac:chgData name="Antonella Mimmo" userId="25a5e1a7-e321-4627-b0fe-fe85337315d8" providerId="ADAL" clId="{B0F7B95E-CA29-44FC-B5E0-A139AA7C4909}" dt="2022-03-01T13:59:57.283" v="831"/>
          <ac:spMkLst>
            <pc:docMk/>
            <pc:sldMk cId="3595976610" sldId="582"/>
            <ac:spMk id="35" creationId="{92EC8735-AA80-4D30-9566-1B346137886D}"/>
          </ac:spMkLst>
        </pc:spChg>
        <pc:spChg chg="mod">
          <ac:chgData name="Antonella Mimmo" userId="25a5e1a7-e321-4627-b0fe-fe85337315d8" providerId="ADAL" clId="{B0F7B95E-CA29-44FC-B5E0-A139AA7C4909}" dt="2022-03-01T13:59:24.315" v="828" actId="20577"/>
          <ac:spMkLst>
            <pc:docMk/>
            <pc:sldMk cId="3595976610" sldId="582"/>
            <ac:spMk id="107522" creationId="{00000000-0000-0000-0000-000000000000}"/>
          </ac:spMkLst>
        </pc:spChg>
      </pc:sldChg>
      <pc:sldMasterChg chg="del delSldLayout">
        <pc:chgData name="Antonella Mimmo" userId="25a5e1a7-e321-4627-b0fe-fe85337315d8" providerId="ADAL" clId="{B0F7B95E-CA29-44FC-B5E0-A139AA7C4909}" dt="2022-03-01T13:27:08.406" v="391" actId="47"/>
        <pc:sldMasterMkLst>
          <pc:docMk/>
          <pc:sldMasterMk cId="3765975976" sldId="2147483660"/>
        </pc:sldMasterMkLst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1899976333" sldId="2147483661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1875824740" sldId="2147483662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3154545847" sldId="2147483663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824852103" sldId="2147483664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3340259840" sldId="2147483665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3588956908" sldId="2147483666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2898785044" sldId="2147483667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157395692" sldId="2147483668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54248391" sldId="2147483669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568162711" sldId="2147483670"/>
          </pc:sldLayoutMkLst>
        </pc:sldLayoutChg>
        <pc:sldLayoutChg chg="del">
          <pc:chgData name="Antonella Mimmo" userId="25a5e1a7-e321-4627-b0fe-fe85337315d8" providerId="ADAL" clId="{B0F7B95E-CA29-44FC-B5E0-A139AA7C4909}" dt="2022-03-01T13:27:08.406" v="391" actId="47"/>
          <pc:sldLayoutMkLst>
            <pc:docMk/>
            <pc:sldMasterMk cId="3765975976" sldId="2147483660"/>
            <pc:sldLayoutMk cId="498897007" sldId="21474836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23/11/2022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0510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23/11/2022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010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409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ATTENTION MASQUER LES REPONSES POUR LORS</a:t>
            </a:r>
            <a:r>
              <a:rPr lang="fr-BE" baseline="0" dirty="0"/>
              <a:t> DE L’ IMPRESSION</a:t>
            </a:r>
            <a:r>
              <a:rPr lang="fr-BE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44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848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5461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682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5054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360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170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fr-BE" dirty="0"/>
            </a:b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906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635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="0" i="1" dirty="0">
                <a:sym typeface="Wingdings" pitchFamily="2" charset="2"/>
              </a:rPr>
              <a:t>Riolex</a:t>
            </a:r>
            <a:r>
              <a:rPr lang="fr-BE" b="0" i="1" baseline="0" dirty="0">
                <a:sym typeface="Wingdings" pitchFamily="2" charset="2"/>
              </a:rPr>
              <a:t> : AM 65 – Commentaire 1</a:t>
            </a:r>
            <a:endParaRPr lang="fr-BE" b="0" i="1" dirty="0">
              <a:sym typeface="Wingdings" pitchFamily="2" charset="2"/>
            </a:endParaRPr>
          </a:p>
          <a:p>
            <a:endParaRPr lang="fr-BE" dirty="0">
              <a:sym typeface="Wingdings" pitchFamily="2" charset="2"/>
            </a:endParaRPr>
          </a:p>
          <a:p>
            <a:r>
              <a:rPr lang="fr-BE" dirty="0">
                <a:sym typeface="Wingdings" pitchFamily="2" charset="2"/>
              </a:rPr>
              <a:t> Important pour les commerciaux de majoré</a:t>
            </a:r>
            <a:r>
              <a:rPr lang="fr-BE" baseline="0" dirty="0">
                <a:sym typeface="Wingdings" pitchFamily="2" charset="2"/>
              </a:rPr>
              <a:t> le salaire mensuel de leur prime mais sans tenir compte des congés payées et de la prime de fin d’année.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442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521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AM67</a:t>
            </a:r>
            <a:r>
              <a:rPr lang="fr-BE" baseline="0" dirty="0"/>
              <a:t> commentaire 1 = formules +arrondis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9938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AM67</a:t>
            </a:r>
            <a:r>
              <a:rPr lang="fr-BE" baseline="0" dirty="0"/>
              <a:t> commentaire 1 = formules +arrondis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967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AM67</a:t>
            </a:r>
            <a:r>
              <a:rPr lang="fr-BE" baseline="0" dirty="0"/>
              <a:t> commentaire 1 = formules +arrondis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632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AM67</a:t>
            </a:r>
            <a:r>
              <a:rPr lang="fr-BE" baseline="0" dirty="0"/>
              <a:t> commentaire 1 = formules +arrondis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805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3957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0232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402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AM 69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524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i="1" dirty="0"/>
              <a:t>Riolex</a:t>
            </a:r>
            <a:r>
              <a:rPr lang="fr-BE" i="1" baseline="0" dirty="0"/>
              <a:t> – AM 69</a:t>
            </a:r>
          </a:p>
          <a:p>
            <a:endParaRPr lang="fr-BE" i="1" baseline="0" dirty="0"/>
          </a:p>
          <a:p>
            <a:r>
              <a:rPr lang="fr-BE" baseline="0" dirty="0"/>
              <a:t>Remarque : Au commentaire 1 de l’AM 69, le tableau avec les coefficient multiplicateurs n’est pas correct cf. plus de mises à jour depuis le 07.06.2013 </a:t>
            </a:r>
            <a:r>
              <a:rPr lang="fr-BE" baseline="0" dirty="0">
                <a:sym typeface="Wingdings" pitchFamily="2" charset="2"/>
              </a:rPr>
              <a:t> ne prend pas en considération les indexations situées après cette date.</a:t>
            </a:r>
          </a:p>
          <a:p>
            <a:r>
              <a:rPr lang="fr-BE" baseline="0" dirty="0">
                <a:sym typeface="Wingdings" pitchFamily="2" charset="2"/>
              </a:rPr>
              <a:t>Pour accéder aux index corrects  Riolex – Barèmes – Index multiplicateur !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526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i="1" dirty="0"/>
              <a:t>Riolex - AM 69 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i="1" dirty="0">
              <a:sym typeface="Wingdings" pitchFamily="2" charset="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Reprendre le tableau mentionnant le multiplicateur + visualisation du multiplicateur dans chaque barèmes</a:t>
            </a:r>
            <a:r>
              <a:rPr lang="fr-BE" baseline="0" dirty="0"/>
              <a:t> </a:t>
            </a:r>
            <a:endParaRPr lang="fr-BE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196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80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1682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4155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8109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973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4793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7676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6188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8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4CF84-815D-4D2A-B8AE-D4D1A9378CE2}" type="datetime1">
              <a:rPr lang="fr-FR" smtClean="0"/>
              <a:t>23/11/2022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4EDF-9CC1-440D-B96E-71D79AA47992}" type="datetime1">
              <a:rPr lang="fr-FR" smtClean="0"/>
              <a:t>23/11/2022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A92A-B4B2-4A01-8465-C54DEA801275}" type="datetime1">
              <a:rPr lang="fr-FR" smtClean="0"/>
              <a:t>23/11/2022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948E5-3D3C-4915-8470-DBF25545C0C4}" type="datetime1">
              <a:rPr lang="fr-FR" smtClean="0"/>
              <a:t>23/11/2022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3DA1-904B-46CA-A18D-A2B7727AF429}" type="datetime1">
              <a:rPr lang="fr-FR" smtClean="0"/>
              <a:t>23/11/2022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AEF3D-AB40-42E2-AAB3-AA398E5AC3A2}" type="datetime1">
              <a:rPr lang="fr-FR" smtClean="0"/>
              <a:t>23/11/2022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CDF5-C6C1-4CC4-B405-E1071F27E518}" type="datetime1">
              <a:rPr lang="fr-FR" smtClean="0"/>
              <a:t>23/11/2022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EB0-200E-49DE-BDBC-51D8900D04F3}" type="datetime1">
              <a:rPr lang="fr-FR" smtClean="0"/>
              <a:t>23/11/2022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6DB54-672D-454B-972B-ADDDD1DD7CD4}" type="datetime1">
              <a:rPr lang="fr-FR" smtClean="0"/>
              <a:t>23/11/2022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8D12-3739-47F4-86C9-BA576E0CECEE}" type="datetime1">
              <a:rPr lang="fr-FR" smtClean="0"/>
              <a:t>23/11/2022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C8C74-F321-470F-98B6-CFB6EAE81ABD}" type="datetime1">
              <a:rPr lang="fr-FR" smtClean="0"/>
              <a:t>23/11/2022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7C5A3-24A8-453C-A9A7-8A934F314290}" type="datetime1">
              <a:rPr lang="fr-FR" smtClean="0"/>
              <a:t>23/11/2022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br>
              <a:rPr lang="fr-FR" sz="4800" b="1" i="1" dirty="0">
                <a:latin typeface="Times New Roman" pitchFamily="18" charset="0"/>
                <a:cs typeface="Times New Roman" pitchFamily="18" charset="0"/>
              </a:rPr>
            </a:br>
            <a:r>
              <a:rPr lang="fr-FR" sz="6000" b="1" i="1" dirty="0">
                <a:latin typeface="+mn-lt"/>
                <a:cs typeface="Times New Roman" pitchFamily="18" charset="0"/>
              </a:rPr>
              <a:t>Code chiffré</a:t>
            </a:r>
            <a:br>
              <a:rPr lang="fr-FR" sz="4800" b="1" i="1" dirty="0">
                <a:latin typeface="Times New Roman" pitchFamily="18" charset="0"/>
                <a:cs typeface="Times New Roman" pitchFamily="18" charset="0"/>
              </a:rPr>
            </a:br>
            <a:endParaRPr lang="fr-FR" sz="48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13FFEC-98CB-4425-95EC-314EC50F81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Art. 111 </a:t>
            </a:r>
            <a:r>
              <a:rPr lang="fr-BE" b="1" dirty="0">
                <a:solidFill>
                  <a:schemeClr val="tx1"/>
                </a:solidFill>
              </a:rPr>
              <a:t>de l’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AR</a:t>
            </a:r>
            <a:r>
              <a:rPr lang="fr-BE" b="1" dirty="0">
                <a:solidFill>
                  <a:schemeClr val="tx1"/>
                </a:solidFill>
              </a:rPr>
              <a:t> du 25.11.1991</a:t>
            </a:r>
          </a:p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Art. 65 à 69 </a:t>
            </a:r>
            <a:r>
              <a:rPr lang="fr-BE" b="1" dirty="0">
                <a:solidFill>
                  <a:schemeClr val="tx1"/>
                </a:solidFill>
              </a:rPr>
              <a:t>de l’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AM</a:t>
            </a:r>
            <a:r>
              <a:rPr lang="fr-BE" b="1" dirty="0">
                <a:solidFill>
                  <a:schemeClr val="tx1"/>
                </a:solidFill>
              </a:rPr>
              <a:t> du 26.11.1991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40B00D9-D8AC-4102-91AB-686639EC75CF}"/>
              </a:ext>
            </a:extLst>
          </p:cNvPr>
          <p:cNvSpPr txBox="1"/>
          <p:nvPr/>
        </p:nvSpPr>
        <p:spPr>
          <a:xfrm>
            <a:off x="539552" y="5877272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Version du 24.11.2022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/>
              <a:t>Table des matières</a:t>
            </a:r>
            <a:endParaRPr lang="fr-FR" sz="4000" b="1" i="1" dirty="0"/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400" b="1" dirty="0"/>
              <a:t>1. Détermination du code chiffré				</a:t>
            </a:r>
            <a:r>
              <a:rPr lang="fr-BE" sz="2000" dirty="0"/>
              <a:t>pg. 3</a:t>
            </a:r>
            <a:endParaRPr lang="fr-BE" sz="2400" dirty="0"/>
          </a:p>
          <a:p>
            <a:pPr marL="357188" indent="0">
              <a:spcBef>
                <a:spcPts val="600"/>
              </a:spcBef>
              <a:buNone/>
            </a:pPr>
            <a:r>
              <a:rPr lang="fr-BE" sz="2400" dirty="0"/>
              <a:t>1.1. Règle générale						</a:t>
            </a:r>
            <a:r>
              <a:rPr lang="fr-BE" sz="2000" dirty="0"/>
              <a:t>pg. 4</a:t>
            </a:r>
            <a:endParaRPr lang="fr-BE" sz="2400" dirty="0"/>
          </a:p>
          <a:p>
            <a:pPr marL="893763" indent="0">
              <a:spcBef>
                <a:spcPts val="600"/>
              </a:spcBef>
              <a:buNone/>
            </a:pPr>
            <a:r>
              <a:rPr lang="fr-BE" sz="2400" dirty="0"/>
              <a:t>1.1.1. Dernière période ≥ 4 Semaines 		</a:t>
            </a:r>
            <a:r>
              <a:rPr lang="fr-BE" sz="2000" dirty="0"/>
              <a:t>pg. 5</a:t>
            </a:r>
          </a:p>
          <a:p>
            <a:pPr marL="893763" indent="0">
              <a:spcBef>
                <a:spcPts val="600"/>
              </a:spcBef>
              <a:buNone/>
            </a:pPr>
            <a:r>
              <a:rPr lang="fr-BE" sz="2400" dirty="0"/>
              <a:t>1.1.2. Rémunération					</a:t>
            </a:r>
            <a:r>
              <a:rPr lang="fr-BE" sz="2000" dirty="0"/>
              <a:t>pg. 8</a:t>
            </a:r>
          </a:p>
          <a:p>
            <a:pPr marL="893763" indent="0">
              <a:spcBef>
                <a:spcPts val="600"/>
              </a:spcBef>
              <a:buNone/>
            </a:pPr>
            <a:r>
              <a:rPr lang="fr-BE" sz="2400" dirty="0"/>
              <a:t>1.1.3. Base de calcul					</a:t>
            </a:r>
            <a:r>
              <a:rPr lang="fr-BE" sz="2000" dirty="0"/>
              <a:t>pg. 11</a:t>
            </a:r>
          </a:p>
          <a:p>
            <a:pPr marL="893763" indent="0">
              <a:spcBef>
                <a:spcPts val="600"/>
              </a:spcBef>
              <a:buNone/>
            </a:pPr>
            <a:r>
              <a:rPr lang="fr-BE" sz="2400" dirty="0"/>
              <a:t>1.1.4. Spécificités					</a:t>
            </a:r>
            <a:r>
              <a:rPr lang="fr-BE" sz="2000" dirty="0"/>
              <a:t>pg. 12</a:t>
            </a:r>
          </a:p>
          <a:p>
            <a:pPr marL="357188" indent="0">
              <a:spcBef>
                <a:spcPts val="600"/>
              </a:spcBef>
              <a:buNone/>
            </a:pPr>
            <a:r>
              <a:rPr lang="fr-BE" sz="2400" dirty="0"/>
              <a:t>1.2. Formules						</a:t>
            </a:r>
            <a:r>
              <a:rPr lang="fr-BE" sz="2000" dirty="0"/>
              <a:t>pg. 13</a:t>
            </a:r>
          </a:p>
          <a:p>
            <a:pPr>
              <a:spcBef>
                <a:spcPts val="600"/>
              </a:spcBef>
              <a:buNone/>
            </a:pPr>
            <a:r>
              <a:rPr lang="fr-BE" sz="2400" dirty="0"/>
              <a:t>	1.3. Barèmes						</a:t>
            </a:r>
            <a:r>
              <a:rPr lang="fr-BE" sz="2000" dirty="0"/>
              <a:t>pg. 19</a:t>
            </a:r>
          </a:p>
          <a:p>
            <a:pPr>
              <a:spcBef>
                <a:spcPts val="600"/>
              </a:spcBef>
              <a:buNone/>
            </a:pPr>
            <a:r>
              <a:rPr lang="fr-BE" sz="2400" dirty="0"/>
              <a:t>	1.4. Notion de «revalorisation »                                            	</a:t>
            </a:r>
            <a:r>
              <a:rPr lang="fr-BE" sz="2000" dirty="0"/>
              <a:t>pg. 21</a:t>
            </a:r>
          </a:p>
          <a:p>
            <a:pPr>
              <a:spcBef>
                <a:spcPts val="600"/>
              </a:spcBef>
              <a:buNone/>
            </a:pPr>
            <a:r>
              <a:rPr lang="fr-BE" sz="2400" b="1" dirty="0"/>
              <a:t>2. Exercices récapitulatifs</a:t>
            </a:r>
            <a:r>
              <a:rPr lang="fr-BE" sz="2000" b="1" dirty="0"/>
              <a:t>	</a:t>
            </a:r>
            <a:r>
              <a:rPr lang="fr-BE" sz="2400" b="1" dirty="0"/>
              <a:t>				</a:t>
            </a:r>
            <a:r>
              <a:rPr lang="fr-BE" sz="2000" dirty="0"/>
              <a:t>pg. </a:t>
            </a:r>
            <a:r>
              <a:rPr lang="fr-BE" sz="2000"/>
              <a:t>25</a:t>
            </a:r>
            <a:endParaRPr lang="fr-BE" sz="2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8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 Détermination du code chiffré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84984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>
                <a:cs typeface="Times New Roman" pitchFamily="18" charset="0"/>
              </a:rPr>
              <a:t>Le montant journalier des allocations auxquelles le chômeur peut prétendre, dépend de :</a:t>
            </a:r>
          </a:p>
          <a:p>
            <a:pPr marL="0" indent="0">
              <a:spcBef>
                <a:spcPts val="600"/>
              </a:spcBef>
              <a:buNone/>
            </a:pPr>
            <a:endParaRPr lang="fr-BE" sz="1000" dirty="0">
              <a:cs typeface="Times New Roman" pitchFamily="18" charset="0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La nature du chômage (préfixe).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code chiffré</a:t>
            </a:r>
            <a:r>
              <a:rPr lang="fr-BE" sz="3000" dirty="0">
                <a:cs typeface="Times New Roman" pitchFamily="18" charset="0"/>
              </a:rPr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La situation familiale</a:t>
            </a:r>
            <a:r>
              <a:rPr lang="fr-FR" sz="3000" dirty="0">
                <a:cs typeface="Times New Roman" pitchFamily="18" charset="0"/>
              </a:rPr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3000" dirty="0">
                <a:cs typeface="Times New Roman" pitchFamily="18" charset="0"/>
              </a:rPr>
              <a:t>La période d’indemnisation (suffixe).</a:t>
            </a:r>
          </a:p>
          <a:p>
            <a:pPr marL="0" indent="0" algn="ctr">
              <a:spcBef>
                <a:spcPts val="600"/>
              </a:spcBef>
              <a:buNone/>
            </a:pPr>
            <a:endParaRPr lang="fr-FR" sz="3000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5E8DD1B-C0DA-46EF-896A-AEF5113FF12E}"/>
              </a:ext>
            </a:extLst>
          </p:cNvPr>
          <p:cNvSpPr txBox="1"/>
          <p:nvPr/>
        </p:nvSpPr>
        <p:spPr>
          <a:xfrm>
            <a:off x="2621712" y="5517232"/>
            <a:ext cx="720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000" dirty="0"/>
              <a:t> </a:t>
            </a:r>
          </a:p>
        </p:txBody>
      </p:sp>
      <p:graphicFrame>
        <p:nvGraphicFramePr>
          <p:cNvPr id="15" name="Tableau 15">
            <a:extLst>
              <a:ext uri="{FF2B5EF4-FFF2-40B4-BE49-F238E27FC236}">
                <a16:creationId xmlns:a16="http://schemas.microsoft.com/office/drawing/2014/main" id="{5E310524-F84C-49F6-B3D1-40D0EB707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667484"/>
              </p:ext>
            </p:extLst>
          </p:nvPr>
        </p:nvGraphicFramePr>
        <p:xfrm>
          <a:off x="457200" y="4986708"/>
          <a:ext cx="7344816" cy="1468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8272">
                  <a:extLst>
                    <a:ext uri="{9D8B030D-6E8A-4147-A177-3AD203B41FA5}">
                      <a16:colId xmlns:a16="http://schemas.microsoft.com/office/drawing/2014/main" val="4273218454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079075234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74212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Exemple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Chômage complet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Chômage temporaire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34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Temps plein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3000" dirty="0"/>
                        <a:t>01/</a:t>
                      </a:r>
                      <a:r>
                        <a:rPr lang="fr-BE" sz="3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74</a:t>
                      </a:r>
                      <a:r>
                        <a:rPr lang="fr-BE" sz="3000" dirty="0"/>
                        <a:t>.A13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3000" dirty="0"/>
                        <a:t>02/</a:t>
                      </a:r>
                      <a:r>
                        <a:rPr lang="fr-BE" sz="3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77</a:t>
                      </a:r>
                      <a:r>
                        <a:rPr lang="fr-BE" sz="3000" dirty="0"/>
                        <a:t>.B0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27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Temps partiel volontaire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3000" dirty="0"/>
                        <a:t>03/</a:t>
                      </a:r>
                      <a:r>
                        <a:rPr lang="fr-BE" sz="3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58</a:t>
                      </a:r>
                      <a:r>
                        <a:rPr lang="fr-BE" sz="3000" dirty="0"/>
                        <a:t>.N11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3000" dirty="0"/>
                        <a:t>04/</a:t>
                      </a:r>
                      <a:r>
                        <a:rPr lang="fr-BE" sz="3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78</a:t>
                      </a:r>
                      <a:r>
                        <a:rPr lang="fr-BE" sz="3000" dirty="0"/>
                        <a:t>.A0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2398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1.1. Règle générale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>
                <a:cs typeface="Times New Roman" pitchFamily="18" charset="0"/>
              </a:rPr>
              <a:t>En </a:t>
            </a:r>
            <a:r>
              <a:rPr lang="fr-BE" sz="3000" b="1" u="sng" dirty="0">
                <a:cs typeface="Times New Roman" pitchFamily="18" charset="0"/>
              </a:rPr>
              <a:t>chômage complet</a:t>
            </a:r>
            <a:r>
              <a:rPr lang="fr-BE" sz="3000" b="1" dirty="0">
                <a:cs typeface="Times New Roman" pitchFamily="18" charset="0"/>
              </a:rPr>
              <a:t> </a:t>
            </a:r>
            <a:r>
              <a:rPr lang="fr-BE" sz="3000" dirty="0">
                <a:cs typeface="Times New Roman" pitchFamily="18" charset="0"/>
              </a:rPr>
              <a:t>: Le code chiffré est calculé sur base de la 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rémunération journalière moyenne </a:t>
            </a:r>
            <a:r>
              <a:rPr lang="fr-BE" sz="3000" dirty="0">
                <a:cs typeface="Times New Roman" pitchFamily="18" charset="0"/>
              </a:rPr>
              <a:t>à la fin de la 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dernière occupation</a:t>
            </a:r>
            <a:r>
              <a:rPr lang="fr-BE" sz="3000" dirty="0">
                <a:cs typeface="Times New Roman" pitchFamily="18" charset="0"/>
              </a:rPr>
              <a:t>,</a:t>
            </a:r>
            <a:r>
              <a:rPr lang="fr-BE" sz="30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3000" u="sng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d’au moins 4 semaines</a:t>
            </a:r>
            <a:r>
              <a:rPr lang="fr-BE" sz="30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fr-BE" sz="3000" dirty="0">
                <a:cs typeface="Times New Roman" pitchFamily="18" charset="0"/>
              </a:rPr>
              <a:t>consécutives chez un 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même employeur</a:t>
            </a:r>
            <a:r>
              <a:rPr lang="fr-BE" sz="3000" dirty="0">
                <a:cs typeface="Times New Roman" pitchFamily="18" charset="0"/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800" i="1" u="sng" dirty="0">
                <a:cs typeface="Times New Roman" pitchFamily="18" charset="0"/>
              </a:rPr>
              <a:t>Rmq</a:t>
            </a:r>
            <a:r>
              <a:rPr lang="fr-BE" sz="2800" i="1" dirty="0">
                <a:cs typeface="Times New Roman" pitchFamily="18" charset="0"/>
              </a:rPr>
              <a:t> : A défaut d’une occupation ≥ à 4 sem., le code chiffré sera déterminé sur base du salaire de référence.</a:t>
            </a:r>
          </a:p>
          <a:p>
            <a:pPr marL="0" indent="0">
              <a:spcBef>
                <a:spcPts val="600"/>
              </a:spcBef>
              <a:buNone/>
            </a:pPr>
            <a:endParaRPr lang="fr-BE" sz="1000" dirty="0">
              <a:solidFill>
                <a:srgbClr val="FF0000"/>
              </a:solidFill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3000" dirty="0">
                <a:cs typeface="Times New Roman" pitchFamily="18" charset="0"/>
              </a:rPr>
              <a:t>En </a:t>
            </a:r>
            <a:r>
              <a:rPr lang="fr-BE" sz="3000" b="1" u="sng" dirty="0">
                <a:cs typeface="Times New Roman" pitchFamily="18" charset="0"/>
              </a:rPr>
              <a:t>chômage temporaire</a:t>
            </a:r>
            <a:r>
              <a:rPr lang="fr-BE" sz="3000" b="1" dirty="0">
                <a:cs typeface="Times New Roman" pitchFamily="18" charset="0"/>
              </a:rPr>
              <a:t> </a:t>
            </a:r>
            <a:r>
              <a:rPr lang="fr-BE" sz="3000" dirty="0">
                <a:cs typeface="Times New Roman" pitchFamily="18" charset="0"/>
              </a:rPr>
              <a:t>: Le code chiffré est calculé sur base de la dernière 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rémunération journalière moyenne</a:t>
            </a:r>
            <a:r>
              <a:rPr lang="fr-BE" sz="30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fr-BE" sz="3000" dirty="0"/>
              <a:t>perçue durant le cycle de travail en cours</a:t>
            </a:r>
            <a:r>
              <a:rPr lang="fr-BE" sz="3000" dirty="0">
                <a:cs typeface="Times New Roman" pitchFamily="18" charset="0"/>
              </a:rPr>
              <a:t>.</a:t>
            </a:r>
            <a:endParaRPr lang="fr-BE" sz="3000" dirty="0">
              <a:solidFill>
                <a:srgbClr val="FF0000"/>
              </a:solidFill>
              <a:cs typeface="Times New Roman" pitchFamily="18" charset="0"/>
            </a:endParaRPr>
          </a:p>
          <a:p>
            <a:pPr marL="0" indent="0">
              <a:buNone/>
            </a:pPr>
            <a:endParaRPr lang="fr-BE" sz="3000" dirty="0">
              <a:solidFill>
                <a:srgbClr val="FF0000"/>
              </a:solidFill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429652" y="6072206"/>
            <a:ext cx="2571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46834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1.1.1. Dernière période ≥ 4 semaines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fr-BE" sz="3000" dirty="0">
                <a:cs typeface="Times New Roman" pitchFamily="18" charset="0"/>
              </a:rPr>
              <a:t>Sont censés faire partie de l’occupation :</a:t>
            </a:r>
          </a:p>
          <a:p>
            <a:pPr>
              <a:spcBef>
                <a:spcPts val="600"/>
              </a:spcBef>
              <a:buNone/>
            </a:pPr>
            <a:endParaRPr lang="fr-BE" sz="1000" dirty="0">
              <a:cs typeface="Times New Roman" pitchFamily="18" charset="0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La période de maladie.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La période d’indemnité de congé.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La période couverte par rémunération différée.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Les vacances rémunérées.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Les jours de repos compensatoire.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Le week-end suivant la fin d’occupation.</a:t>
            </a:r>
            <a:endParaRPr lang="fr-FR" sz="3000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25424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1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6685946" y="4564485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dirty="0"/>
              <a:t>DA en CC </a:t>
            </a:r>
          </a:p>
          <a:p>
            <a:pPr algn="ctr"/>
            <a:r>
              <a:rPr lang="fr-BE" b="1" dirty="0"/>
              <a:t>le 24.11.2022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814502" y="3003593"/>
            <a:ext cx="2050488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Empl. A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814501" y="2333993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2864989" y="2332092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256441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bg2">
                    <a:lumMod val="50000"/>
                  </a:schemeClr>
                </a:solidFill>
              </a:rPr>
              <a:t>01.04.2016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2338207" y="2008048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bg2">
                    <a:lumMod val="50000"/>
                  </a:schemeClr>
                </a:solidFill>
              </a:rPr>
              <a:t>31.07.2018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A0539C-C31E-4811-8621-ECAC4D12C7BC}"/>
              </a:ext>
            </a:extLst>
          </p:cNvPr>
          <p:cNvSpPr/>
          <p:nvPr/>
        </p:nvSpPr>
        <p:spPr>
          <a:xfrm>
            <a:off x="5973141" y="3001692"/>
            <a:ext cx="1347402" cy="9144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Empl. B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31F120D5-32BC-47DD-BD08-96239E1A4D1D}"/>
              </a:ext>
            </a:extLst>
          </p:cNvPr>
          <p:cNvCxnSpPr>
            <a:cxnSpLocks/>
          </p:cNvCxnSpPr>
          <p:nvPr/>
        </p:nvCxnSpPr>
        <p:spPr>
          <a:xfrm>
            <a:off x="7320543" y="2346602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FC333C14-2C68-45C1-9D65-2E62499A21DB}"/>
              </a:ext>
            </a:extLst>
          </p:cNvPr>
          <p:cNvSpPr txBox="1"/>
          <p:nvPr/>
        </p:nvSpPr>
        <p:spPr>
          <a:xfrm>
            <a:off x="5469085" y="2010035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olidFill>
                  <a:schemeClr val="bg2">
                    <a:lumMod val="50000"/>
                  </a:schemeClr>
                </a:solidFill>
              </a:rPr>
              <a:t>01.11.2022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8BAED42-511F-4BF5-B2AD-6A45D07B1985}"/>
              </a:ext>
            </a:extLst>
          </p:cNvPr>
          <p:cNvSpPr txBox="1"/>
          <p:nvPr/>
        </p:nvSpPr>
        <p:spPr>
          <a:xfrm>
            <a:off x="6762483" y="2002483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bg2">
                    <a:lumMod val="50000"/>
                  </a:schemeClr>
                </a:solidFill>
              </a:rPr>
              <a:t>23.11.2022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2896268" y="3001692"/>
            <a:ext cx="3032252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Activité indépendante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2338207" y="145191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tx2"/>
                </a:solidFill>
              </a:rPr>
              <a:t>01.08.2018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422D28D-9C2A-4074-9336-0D04E71BD444}"/>
              </a:ext>
            </a:extLst>
          </p:cNvPr>
          <p:cNvCxnSpPr>
            <a:cxnSpLocks/>
          </p:cNvCxnSpPr>
          <p:nvPr/>
        </p:nvCxnSpPr>
        <p:spPr>
          <a:xfrm>
            <a:off x="5935848" y="2317812"/>
            <a:ext cx="0" cy="1584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5377788" y="145191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tx2"/>
                </a:solidFill>
              </a:rPr>
              <a:t>31.10.2022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ED302FF1-120D-4F9E-A2A0-EBD6B12F3707}"/>
              </a:ext>
            </a:extLst>
          </p:cNvPr>
          <p:cNvCxnSpPr>
            <a:cxnSpLocks/>
          </p:cNvCxnSpPr>
          <p:nvPr/>
        </p:nvCxnSpPr>
        <p:spPr>
          <a:xfrm>
            <a:off x="5973141" y="2331101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2E8539F2-2A68-4086-8E31-A4688FCA6BFF}"/>
              </a:ext>
            </a:extLst>
          </p:cNvPr>
          <p:cNvCxnSpPr>
            <a:cxnSpLocks/>
          </p:cNvCxnSpPr>
          <p:nvPr/>
        </p:nvCxnSpPr>
        <p:spPr>
          <a:xfrm>
            <a:off x="5928520" y="1729398"/>
            <a:ext cx="0" cy="324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2896267" y="2331101"/>
            <a:ext cx="0" cy="1584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2888939" y="1742687"/>
            <a:ext cx="0" cy="324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39236" y="2341037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25" name="ZoneTexte 107524">
            <a:extLst>
              <a:ext uri="{FF2B5EF4-FFF2-40B4-BE49-F238E27FC236}">
                <a16:creationId xmlns:a16="http://schemas.microsoft.com/office/drawing/2014/main" id="{89A9F4C6-8EDD-4ACB-B3C9-80E3838CC351}"/>
              </a:ext>
            </a:extLst>
          </p:cNvPr>
          <p:cNvSpPr txBox="1"/>
          <p:nvPr/>
        </p:nvSpPr>
        <p:spPr>
          <a:xfrm>
            <a:off x="748992" y="4887650"/>
            <a:ext cx="589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sz="2400" dirty="0">
                <a:solidFill>
                  <a:prstClr val="black"/>
                </a:solidFill>
              </a:rPr>
              <a:t>Sur base de quelle occupation le code chiffré est-il calculé ?</a:t>
            </a:r>
          </a:p>
        </p:txBody>
      </p:sp>
    </p:spTree>
    <p:extLst>
      <p:ext uri="{BB962C8B-B14F-4D97-AF65-F5344CB8AC3E}">
        <p14:creationId xmlns:p14="http://schemas.microsoft.com/office/powerpoint/2010/main" val="285770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2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7641719" y="4555697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dirty="0"/>
              <a:t>DA en CC </a:t>
            </a:r>
          </a:p>
          <a:p>
            <a:pPr algn="ctr"/>
            <a:r>
              <a:rPr lang="fr-BE" b="1" dirty="0"/>
              <a:t>le 14.11.2022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375134" y="3001692"/>
            <a:ext cx="2050488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Empl. A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372109" y="2346602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2425622" y="2331101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7485" y="2040092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bg2">
                    <a:lumMod val="50000"/>
                  </a:schemeClr>
                </a:solidFill>
              </a:rPr>
              <a:t>01.04.2016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1912946" y="2036466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bg2">
                    <a:lumMod val="50000"/>
                  </a:schemeClr>
                </a:solidFill>
              </a:rPr>
              <a:t>31.07.2018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A0539C-C31E-4811-8621-ECAC4D12C7BC}"/>
              </a:ext>
            </a:extLst>
          </p:cNvPr>
          <p:cNvSpPr/>
          <p:nvPr/>
        </p:nvSpPr>
        <p:spPr>
          <a:xfrm>
            <a:off x="7047606" y="2990985"/>
            <a:ext cx="1347402" cy="9144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Empl. C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31F120D5-32BC-47DD-BD08-96239E1A4D1D}"/>
              </a:ext>
            </a:extLst>
          </p:cNvPr>
          <p:cNvCxnSpPr>
            <a:cxnSpLocks/>
          </p:cNvCxnSpPr>
          <p:nvPr/>
        </p:nvCxnSpPr>
        <p:spPr>
          <a:xfrm>
            <a:off x="8395008" y="2205743"/>
            <a:ext cx="0" cy="1696069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FC333C14-2C68-45C1-9D65-2E62499A21DB}"/>
              </a:ext>
            </a:extLst>
          </p:cNvPr>
          <p:cNvSpPr txBox="1"/>
          <p:nvPr/>
        </p:nvSpPr>
        <p:spPr>
          <a:xfrm>
            <a:off x="6549857" y="1837866"/>
            <a:ext cx="1129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bg2">
                    <a:lumMod val="50000"/>
                  </a:schemeClr>
                </a:solidFill>
              </a:rPr>
              <a:t>17.10.2022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8BAED42-511F-4BF5-B2AD-6A45D07B1985}"/>
              </a:ext>
            </a:extLst>
          </p:cNvPr>
          <p:cNvSpPr txBox="1"/>
          <p:nvPr/>
        </p:nvSpPr>
        <p:spPr>
          <a:xfrm>
            <a:off x="7859851" y="1825522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bg2">
                    <a:lumMod val="50000"/>
                  </a:schemeClr>
                </a:solidFill>
              </a:rPr>
              <a:t>11.11.2022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2552629" y="3001692"/>
            <a:ext cx="2572813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Empl. B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2338207" y="145191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bg2">
                    <a:lumMod val="25000"/>
                  </a:schemeClr>
                </a:solidFill>
              </a:rPr>
              <a:t>01.08.2018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422D28D-9C2A-4074-9336-0D04E71BD444}"/>
              </a:ext>
            </a:extLst>
          </p:cNvPr>
          <p:cNvCxnSpPr>
            <a:cxnSpLocks/>
          </p:cNvCxnSpPr>
          <p:nvPr/>
        </p:nvCxnSpPr>
        <p:spPr>
          <a:xfrm>
            <a:off x="5125442" y="2636912"/>
            <a:ext cx="0" cy="1301775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4573555" y="1420392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bg2">
                    <a:lumMod val="25000"/>
                  </a:schemeClr>
                </a:solidFill>
              </a:rPr>
              <a:t>12.10.2020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ED302FF1-120D-4F9E-A2A0-EBD6B12F3707}"/>
              </a:ext>
            </a:extLst>
          </p:cNvPr>
          <p:cNvCxnSpPr>
            <a:cxnSpLocks/>
          </p:cNvCxnSpPr>
          <p:nvPr/>
        </p:nvCxnSpPr>
        <p:spPr>
          <a:xfrm>
            <a:off x="7044017" y="2713574"/>
            <a:ext cx="0" cy="120152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2555776" y="2341037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2555776" y="1742687"/>
            <a:ext cx="0" cy="32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442067" y="2375020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25" name="ZoneTexte 107524">
            <a:extLst>
              <a:ext uri="{FF2B5EF4-FFF2-40B4-BE49-F238E27FC236}">
                <a16:creationId xmlns:a16="http://schemas.microsoft.com/office/drawing/2014/main" id="{89A9F4C6-8EDD-4ACB-B3C9-80E3838CC351}"/>
              </a:ext>
            </a:extLst>
          </p:cNvPr>
          <p:cNvSpPr txBox="1"/>
          <p:nvPr/>
        </p:nvSpPr>
        <p:spPr>
          <a:xfrm>
            <a:off x="748992" y="4887650"/>
            <a:ext cx="589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sz="2400" dirty="0">
                <a:solidFill>
                  <a:prstClr val="black"/>
                </a:solidFill>
              </a:rPr>
              <a:t>Sur base de quelle occupation le code chiffré est-il calculé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758F2A-852C-464E-9813-2E8A13C91121}"/>
              </a:ext>
            </a:extLst>
          </p:cNvPr>
          <p:cNvSpPr/>
          <p:nvPr/>
        </p:nvSpPr>
        <p:spPr>
          <a:xfrm>
            <a:off x="5272795" y="2966640"/>
            <a:ext cx="1557467" cy="93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Détention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96BC8D5-169A-44B6-9CB6-14D4FD56EBAA}"/>
              </a:ext>
            </a:extLst>
          </p:cNvPr>
          <p:cNvCxnSpPr>
            <a:cxnSpLocks/>
          </p:cNvCxnSpPr>
          <p:nvPr/>
        </p:nvCxnSpPr>
        <p:spPr>
          <a:xfrm>
            <a:off x="5272795" y="2636912"/>
            <a:ext cx="0" cy="1278189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5E6FCC8-4992-4793-A8CE-CE76D995EAFF}"/>
              </a:ext>
            </a:extLst>
          </p:cNvPr>
          <p:cNvCxnSpPr/>
          <p:nvPr/>
        </p:nvCxnSpPr>
        <p:spPr>
          <a:xfrm>
            <a:off x="6830262" y="2636912"/>
            <a:ext cx="0" cy="1288125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E164BC7F-9DBE-4D70-91B5-78B9FC0B133C}"/>
              </a:ext>
            </a:extLst>
          </p:cNvPr>
          <p:cNvSpPr txBox="1"/>
          <p:nvPr/>
        </p:nvSpPr>
        <p:spPr>
          <a:xfrm>
            <a:off x="6228184" y="2375020"/>
            <a:ext cx="1224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30.09.2022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796DDB63-A4D7-4581-ABEB-5F45C7842882}"/>
              </a:ext>
            </a:extLst>
          </p:cNvPr>
          <p:cNvCxnSpPr>
            <a:cxnSpLocks/>
          </p:cNvCxnSpPr>
          <p:nvPr/>
        </p:nvCxnSpPr>
        <p:spPr>
          <a:xfrm>
            <a:off x="7044017" y="2173753"/>
            <a:ext cx="0" cy="28811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616ACBC-E1A9-4F71-BA11-15DD35C69A8A}"/>
              </a:ext>
            </a:extLst>
          </p:cNvPr>
          <p:cNvSpPr txBox="1"/>
          <p:nvPr/>
        </p:nvSpPr>
        <p:spPr>
          <a:xfrm>
            <a:off x="4739443" y="2384666"/>
            <a:ext cx="12749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13.10.2020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4F3F8C56-AFF7-4FCE-96E0-855C8BF18F3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5128919" y="1758946"/>
            <a:ext cx="2696" cy="650887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43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1.1.2. Rémunération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La rémunération doit faire l’objet de retenues ONSS, secteur chômage.</a:t>
            </a:r>
          </a:p>
          <a:p>
            <a:pPr marL="0" indent="0" algn="ctr">
              <a:spcBef>
                <a:spcPts val="600"/>
              </a:spcBef>
              <a:buNone/>
            </a:pPr>
            <a:endParaRPr lang="fr-BE" sz="3000" dirty="0"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fr-BE" sz="3000" dirty="0"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fr-BE" sz="3000" dirty="0"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fr-BE" sz="3000" dirty="0"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fr-BE" sz="2800" dirty="0"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fr-BE" sz="1600" dirty="0">
              <a:cs typeface="Times New Roman" pitchFamily="18" charset="0"/>
            </a:endParaRP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Plafond (C) salarial de </a:t>
            </a:r>
            <a:r>
              <a:rPr lang="en-US" sz="3000" dirty="0">
                <a:cs typeface="Times New Roman" pitchFamily="18" charset="0"/>
              </a:rPr>
              <a:t>3.136,46</a:t>
            </a:r>
            <a:r>
              <a:rPr lang="en-US" sz="3000" dirty="0"/>
              <a:t> </a:t>
            </a:r>
            <a:r>
              <a:rPr lang="fr-BE" sz="3000" dirty="0">
                <a:cs typeface="Times New Roman" pitchFamily="18" charset="0"/>
              </a:rPr>
              <a:t>€ brut par mois.</a:t>
            </a:r>
            <a:endParaRPr lang="fr-FR" sz="3000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316416" y="6072206"/>
            <a:ext cx="3703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7E42974-88EB-4B0D-9BED-ECBE8BC528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39" t="34592" r="22437" b="26189"/>
          <a:stretch/>
        </p:blipFill>
        <p:spPr>
          <a:xfrm>
            <a:off x="827584" y="2636912"/>
            <a:ext cx="7344816" cy="26208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EB149E-2A02-4037-95A5-B965924FBE4F}"/>
              </a:ext>
            </a:extLst>
          </p:cNvPr>
          <p:cNvSpPr/>
          <p:nvPr/>
        </p:nvSpPr>
        <p:spPr>
          <a:xfrm>
            <a:off x="971600" y="3356992"/>
            <a:ext cx="7200800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3ADB1E-CD9E-4C98-A051-F78B913033F0}"/>
              </a:ext>
            </a:extLst>
          </p:cNvPr>
          <p:cNvSpPr/>
          <p:nvPr/>
        </p:nvSpPr>
        <p:spPr>
          <a:xfrm>
            <a:off x="948760" y="4307396"/>
            <a:ext cx="7223640" cy="9504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1.1.2. Rémunération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u="sng" dirty="0">
                <a:cs typeface="Times New Roman" pitchFamily="18" charset="0"/>
              </a:rPr>
              <a:t>À prendre en considération</a:t>
            </a:r>
            <a:r>
              <a:rPr lang="fr-BE" sz="3000" dirty="0">
                <a:cs typeface="Times New Roman" pitchFamily="18" charset="0"/>
              </a:rPr>
              <a:t> :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>
                <a:cs typeface="Times New Roman" pitchFamily="18" charset="0"/>
              </a:rPr>
              <a:t>Le salaire avec cotisations ONSS secteur chômage.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>
                <a:cs typeface="Times New Roman" pitchFamily="18" charset="0"/>
              </a:rPr>
              <a:t>Les primes d'équipe et avantages en nature soumis à l’ONSS.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>
                <a:cs typeface="Times New Roman" pitchFamily="18" charset="0"/>
              </a:rPr>
              <a:t>L’indemnité de foyer mensuelle (sect.pub.).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Le salaire de fonctionnaire si une régularisation ONSS est effectuée.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La bourse d’études avec ONSS secteur chômage.</a:t>
            </a:r>
            <a:endParaRPr lang="en-GB" sz="3000" dirty="0"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1.1.2. Rémunération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600"/>
              </a:spcBef>
              <a:buNone/>
            </a:pPr>
            <a:r>
              <a:rPr lang="fr-BE" sz="3000" u="sng" dirty="0">
                <a:solidFill>
                  <a:prstClr val="black"/>
                </a:solidFill>
                <a:cs typeface="Times New Roman" pitchFamily="18" charset="0"/>
              </a:rPr>
              <a:t>À ne pas prendre en considération</a:t>
            </a:r>
            <a:r>
              <a:rPr lang="fr-BE" sz="3000" dirty="0">
                <a:solidFill>
                  <a:prstClr val="black"/>
                </a:solidFill>
                <a:cs typeface="Times New Roman" pitchFamily="18" charset="0"/>
              </a:rPr>
              <a:t> :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>
                <a:cs typeface="Times New Roman" pitchFamily="18" charset="0"/>
              </a:rPr>
              <a:t>La prime de fin d'année.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>
                <a:cs typeface="Times New Roman" pitchFamily="18" charset="0"/>
              </a:rPr>
              <a:t>L’indemnité de formation professionnelle.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Le contrat d’apprentissage industriel.</a:t>
            </a:r>
          </a:p>
          <a:p>
            <a:pPr lvl="0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>
                <a:solidFill>
                  <a:prstClr val="black"/>
                </a:solidFill>
                <a:cs typeface="Times New Roman" pitchFamily="18" charset="0"/>
              </a:rPr>
              <a:t>Le salaire de fonctionnaire si aucune régularisation ONSS n’est effectuée.</a:t>
            </a:r>
            <a:endParaRPr lang="fr-BE" sz="3000" dirty="0">
              <a:cs typeface="Times New Roman" pitchFamily="18" charset="0"/>
            </a:endParaRP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Le salaire octroyé dans le cadre d’un job étudiant.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Le salaire octroyé pour les heures supplémentaires.</a:t>
            </a: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44408" y="6072206"/>
            <a:ext cx="442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1.1.3. Base de calcul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b="1" u="sng" dirty="0"/>
              <a:t>Si rémunération fixe</a:t>
            </a:r>
            <a:r>
              <a:rPr lang="fr-BE" sz="3000" dirty="0"/>
              <a:t> : Le montant de celle-ci est pris en considération pour déterminer le code.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b="1" u="sng" dirty="0"/>
              <a:t>Si rémunération fixe</a:t>
            </a:r>
            <a:r>
              <a:rPr lang="fr-BE" sz="3000" u="sng" dirty="0"/>
              <a:t> </a:t>
            </a:r>
            <a:r>
              <a:rPr lang="fr-BE" sz="3000" b="1" u="sng" dirty="0"/>
              <a:t>mais augmentée de primes ou commissions variables</a:t>
            </a:r>
            <a:r>
              <a:rPr lang="fr-BE" sz="3000" b="1" dirty="0"/>
              <a:t> </a:t>
            </a:r>
            <a:r>
              <a:rPr lang="fr-BE" sz="3000" dirty="0"/>
              <a:t>: Prise en compte de la rémunération fixe augmentée de la moyenne des primes pour la période écoulée d'occupation (max. 12 mois). 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b="1" u="sng" dirty="0"/>
              <a:t>Si salaire horaire différent pour les semaines de travail de jour ou de nuit</a:t>
            </a:r>
            <a:r>
              <a:rPr lang="fr-BE" sz="3000" dirty="0"/>
              <a:t> : Le salaire horaire moyen est alors calculé sur le cycle complet.</a:t>
            </a:r>
            <a:endParaRPr lang="fr-FR" sz="30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08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1.1.4. Spécificités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>
                <a:cs typeface="Times New Roman" pitchFamily="18" charset="0"/>
              </a:rPr>
              <a:t>Après une interruption de carrière ou un crédit-temps (avec allocations), le code chiffré est calculé sur base d’une rémunération théorique correspondant à celle que le travailleur aurait perçue s’il n’avait pas interrompu ses prestations.</a:t>
            </a:r>
          </a:p>
          <a:p>
            <a:pPr marL="0" indent="0">
              <a:spcBef>
                <a:spcPts val="600"/>
              </a:spcBef>
              <a:buNone/>
            </a:pPr>
            <a:endParaRPr lang="fr-BE" sz="3000" dirty="0"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fr-BE" sz="3000" dirty="0">
                <a:cs typeface="Times New Roman" pitchFamily="18" charset="0"/>
                <a:sym typeface="Wingdings" panose="05000000000000000000" pitchFamily="2" charset="2"/>
              </a:rPr>
              <a:t> C</a:t>
            </a:r>
            <a:r>
              <a:rPr lang="fr-BE" sz="3000" dirty="0">
                <a:cs typeface="Times New Roman" pitchFamily="18" charset="0"/>
              </a:rPr>
              <a:t>onvertir le salaire en temps plein.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1.2. Formules 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Admission </a:t>
            </a:r>
            <a:r>
              <a:rPr lang="fr-BE" b="1" i="1" u="sng" dirty="0">
                <a:cs typeface="Times New Roman" pitchFamily="18" charset="0"/>
              </a:rPr>
              <a:t>temps plein</a:t>
            </a:r>
            <a:r>
              <a:rPr lang="fr-BE" sz="2700" b="1" i="1" dirty="0">
                <a:cs typeface="Times New Roman" pitchFamily="18" charset="0"/>
              </a:rPr>
              <a:t>*</a:t>
            </a:r>
            <a:endParaRPr lang="en-US" sz="27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algn="ctr">
              <a:spcBef>
                <a:spcPts val="600"/>
              </a:spcBef>
              <a:buFont typeface="Wingdings" pitchFamily="2" charset="2"/>
              <a:buNone/>
            </a:pPr>
            <a:endParaRPr lang="fr-FR" sz="1000" b="1" u="sng" dirty="0">
              <a:solidFill>
                <a:srgbClr val="C00000"/>
              </a:solidFill>
            </a:endParaRPr>
          </a:p>
          <a:p>
            <a:pPr marL="0" lvl="1" indent="0" algn="ctr">
              <a:spcBef>
                <a:spcPts val="600"/>
              </a:spcBef>
              <a:buFont typeface="Wingdings" pitchFamily="2" charset="2"/>
              <a:buNone/>
            </a:pPr>
            <a:r>
              <a:rPr lang="fr-FR" sz="3000" b="1" u="sng" dirty="0">
                <a:solidFill>
                  <a:schemeClr val="accent2">
                    <a:lumMod val="75000"/>
                  </a:schemeClr>
                </a:solidFill>
              </a:rPr>
              <a:t>Salaire mensuel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marL="0" lvl="1" indent="0" algn="ctr">
              <a:spcBef>
                <a:spcPts val="600"/>
              </a:spcBef>
              <a:buFont typeface="Wingdings" pitchFamily="2" charset="2"/>
              <a:buNone/>
            </a:pP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26</a:t>
            </a:r>
            <a:endParaRPr lang="fr-BE" sz="3000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0" lvl="1" indent="0">
              <a:spcBef>
                <a:spcPts val="600"/>
              </a:spcBef>
              <a:buClr>
                <a:schemeClr val="tx1"/>
              </a:buClr>
              <a:buNone/>
            </a:pPr>
            <a:endParaRPr lang="fr-BE" sz="3000" u="sng" dirty="0"/>
          </a:p>
          <a:p>
            <a:pPr marL="0" lvl="1" indent="0">
              <a:spcBef>
                <a:spcPts val="600"/>
              </a:spcBef>
              <a:buClr>
                <a:schemeClr val="tx1"/>
              </a:buClr>
              <a:buNone/>
            </a:pPr>
            <a:r>
              <a:rPr lang="fr-BE" sz="3000" u="sng" dirty="0"/>
              <a:t>Exemple</a:t>
            </a:r>
            <a:r>
              <a:rPr lang="fr-BE" sz="3000" dirty="0"/>
              <a:t> : Salaire de 2.146,89 € brut/</a:t>
            </a:r>
            <a:r>
              <a:rPr lang="fr-FR" sz="3000" dirty="0"/>
              <a:t>mois.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FR" sz="3000" dirty="0"/>
              <a:t>Rémunération journalière = </a:t>
            </a:r>
            <a:r>
              <a:rPr lang="fr-BE" sz="3000" dirty="0"/>
              <a:t>2.146,89</a:t>
            </a:r>
            <a:r>
              <a:rPr lang="fr-FR" sz="3000" dirty="0"/>
              <a:t>/26.</a:t>
            </a:r>
            <a:endParaRPr lang="fr-BE" sz="3000" dirty="0"/>
          </a:p>
          <a:p>
            <a:pPr marL="0" lvl="1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S</a:t>
            </a:r>
            <a:r>
              <a:rPr lang="fr-BE" sz="3000" dirty="0"/>
              <a:t>oit 82,57269 € par jour = 82,5727 €.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è"/>
            </a:pPr>
            <a:endParaRPr lang="fr-FR" sz="3000" i="1" dirty="0"/>
          </a:p>
          <a:p>
            <a:pPr>
              <a:spcBef>
                <a:spcPts val="600"/>
              </a:spcBef>
              <a:buNone/>
            </a:pPr>
            <a:r>
              <a:rPr lang="fr-BE" sz="2400" i="1" dirty="0">
                <a:solidFill>
                  <a:prstClr val="black"/>
                </a:solidFill>
              </a:rPr>
              <a:t>* préfixes 01, 02, 05, 06, 09, 21, 22, 57 &amp; 99.</a:t>
            </a:r>
            <a:endParaRPr lang="fr-BE" sz="2400" i="1" dirty="0"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81389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1.2. Formules 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Admission </a:t>
            </a:r>
            <a:r>
              <a:rPr lang="fr-BE" b="1" i="1" u="sng" dirty="0">
                <a:cs typeface="Times New Roman" pitchFamily="18" charset="0"/>
              </a:rPr>
              <a:t>temps plein</a:t>
            </a:r>
            <a:r>
              <a:rPr lang="fr-BE" sz="2700" b="1" i="1" dirty="0">
                <a:cs typeface="Times New Roman" pitchFamily="18" charset="0"/>
              </a:rPr>
              <a:t>*</a:t>
            </a:r>
            <a:endParaRPr lang="en-US" sz="27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algn="ctr">
              <a:spcBef>
                <a:spcPts val="600"/>
              </a:spcBef>
              <a:buFont typeface="Wingdings" pitchFamily="2" charset="2"/>
              <a:buNone/>
            </a:pPr>
            <a:endParaRPr lang="fr-FR" sz="1000" b="1" u="sng" dirty="0">
              <a:solidFill>
                <a:srgbClr val="C00000"/>
              </a:solidFill>
            </a:endParaRPr>
          </a:p>
          <a:p>
            <a:pPr marL="0" lvl="1" indent="0" algn="ctr">
              <a:spcBef>
                <a:spcPts val="600"/>
              </a:spcBef>
              <a:buFont typeface="Wingdings" pitchFamily="2" charset="2"/>
              <a:buNone/>
            </a:pPr>
            <a:r>
              <a:rPr lang="fr-FR" sz="3000" b="1" u="sng" dirty="0">
                <a:solidFill>
                  <a:schemeClr val="accent2">
                    <a:lumMod val="75000"/>
                  </a:schemeClr>
                </a:solidFill>
              </a:rPr>
              <a:t>Salaire horaire x Q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marL="0" lvl="1" indent="0" algn="ctr">
              <a:spcBef>
                <a:spcPts val="600"/>
              </a:spcBef>
              <a:buFont typeface="Wingdings" pitchFamily="2" charset="2"/>
              <a:buNone/>
            </a:pP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6</a:t>
            </a:r>
            <a:endParaRPr lang="fr-BE" sz="3000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0" lvl="1" indent="0">
              <a:spcBef>
                <a:spcPts val="600"/>
              </a:spcBef>
              <a:buClr>
                <a:schemeClr val="tx1"/>
              </a:buClr>
              <a:buNone/>
            </a:pPr>
            <a:endParaRPr lang="fr-BE" sz="3000" u="sng" dirty="0"/>
          </a:p>
          <a:p>
            <a:pPr marL="0" lvl="1" indent="0">
              <a:spcBef>
                <a:spcPts val="600"/>
              </a:spcBef>
              <a:buClr>
                <a:schemeClr val="tx1"/>
              </a:buClr>
              <a:buNone/>
            </a:pPr>
            <a:r>
              <a:rPr lang="fr-BE" sz="3000" u="sng" dirty="0"/>
              <a:t>Exemple</a:t>
            </a:r>
            <a:r>
              <a:rPr lang="fr-BE" sz="3000" dirty="0"/>
              <a:t> : Salaire de 12,5770 € brut/</a:t>
            </a:r>
            <a:r>
              <a:rPr lang="fr-FR" sz="3000" dirty="0"/>
              <a:t>heure &amp; 38/38.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FR" sz="3000" dirty="0"/>
              <a:t>Rémunération journalière = </a:t>
            </a:r>
            <a:r>
              <a:rPr lang="fr-BE" sz="3000" dirty="0"/>
              <a:t>12,577 x 38</a:t>
            </a:r>
            <a:r>
              <a:rPr lang="fr-FR" sz="3000" dirty="0"/>
              <a:t>/6.</a:t>
            </a:r>
            <a:endParaRPr lang="fr-BE" sz="3000" dirty="0"/>
          </a:p>
          <a:p>
            <a:pPr marL="0" lvl="1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S</a:t>
            </a:r>
            <a:r>
              <a:rPr lang="fr-BE" sz="3000" dirty="0"/>
              <a:t>oit 79,65433 € par jour = 79,6543 €.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fr-FR" sz="3000" i="1" dirty="0"/>
          </a:p>
          <a:p>
            <a:pPr>
              <a:spcBef>
                <a:spcPts val="600"/>
              </a:spcBef>
              <a:buNone/>
            </a:pPr>
            <a:r>
              <a:rPr lang="fr-BE" sz="2400" i="1" dirty="0">
                <a:solidFill>
                  <a:prstClr val="black"/>
                </a:solidFill>
              </a:rPr>
              <a:t>* préfixes 01, 02, 05, 06, 09, 21, 22, 57 &amp; 99.</a:t>
            </a:r>
            <a:endParaRPr lang="fr-BE" sz="2400" i="1" dirty="0"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54260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1.2. Formules 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Admission </a:t>
            </a:r>
            <a:r>
              <a:rPr lang="fr-BE" b="1" i="1" u="sng" dirty="0">
                <a:cs typeface="Times New Roman" pitchFamily="18" charset="0"/>
              </a:rPr>
              <a:t>temps partiel volontaire</a:t>
            </a:r>
            <a:r>
              <a:rPr lang="fr-BE" sz="2700" b="1" i="1" dirty="0">
                <a:cs typeface="Times New Roman" pitchFamily="18" charset="0"/>
              </a:rPr>
              <a:t>*</a:t>
            </a:r>
            <a:endParaRPr lang="en-US" sz="27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algn="ctr">
              <a:spcBef>
                <a:spcPts val="600"/>
              </a:spcBef>
              <a:buFont typeface="Wingdings" pitchFamily="2" charset="2"/>
              <a:buNone/>
            </a:pPr>
            <a:endParaRPr lang="fr-FR" sz="1000" b="1" u="sng" dirty="0">
              <a:solidFill>
                <a:srgbClr val="C00000"/>
              </a:solidFill>
            </a:endParaRPr>
          </a:p>
          <a:p>
            <a:pPr marL="0" lvl="1" indent="0" algn="ctr">
              <a:spcBef>
                <a:spcPts val="600"/>
              </a:spcBef>
              <a:buFont typeface="Wingdings" pitchFamily="2" charset="2"/>
              <a:buNone/>
            </a:pPr>
            <a:r>
              <a:rPr lang="fr-FR" sz="3000" b="1" u="sng" dirty="0">
                <a:solidFill>
                  <a:schemeClr val="accent2">
                    <a:lumMod val="75000"/>
                  </a:schemeClr>
                </a:solidFill>
              </a:rPr>
              <a:t>Salaire horaire x S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marL="0" lvl="1" indent="0" algn="ctr">
              <a:spcBef>
                <a:spcPts val="600"/>
              </a:spcBef>
              <a:buFont typeface="Wingdings" pitchFamily="2" charset="2"/>
              <a:buNone/>
            </a:pP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6</a:t>
            </a:r>
            <a:endParaRPr lang="fr-BE" sz="3000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0" lvl="1" indent="0">
              <a:spcBef>
                <a:spcPts val="600"/>
              </a:spcBef>
              <a:buClr>
                <a:schemeClr val="tx1"/>
              </a:buClr>
              <a:buNone/>
            </a:pPr>
            <a:endParaRPr lang="fr-BE" sz="3000" u="sng" dirty="0"/>
          </a:p>
          <a:p>
            <a:pPr marL="0" lvl="1" indent="0">
              <a:spcBef>
                <a:spcPts val="600"/>
              </a:spcBef>
              <a:buClr>
                <a:schemeClr val="tx1"/>
              </a:buClr>
              <a:buNone/>
            </a:pPr>
            <a:r>
              <a:rPr lang="fr-BE" sz="3000" u="sng" dirty="0"/>
              <a:t>Exemple</a:t>
            </a:r>
            <a:r>
              <a:rPr lang="fr-BE" sz="3000" dirty="0"/>
              <a:t> : Salaire de 13,1940 € brut/</a:t>
            </a:r>
            <a:r>
              <a:rPr lang="fr-FR" sz="3000" dirty="0"/>
              <a:t>heure &amp; 20/37.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FR" sz="3000" dirty="0"/>
              <a:t>Rémunération journalière = </a:t>
            </a:r>
            <a:r>
              <a:rPr lang="fr-BE" sz="3000" dirty="0"/>
              <a:t>13,1940 x 37</a:t>
            </a:r>
            <a:r>
              <a:rPr lang="fr-FR" sz="3000" dirty="0"/>
              <a:t>/6.</a:t>
            </a:r>
            <a:endParaRPr lang="fr-BE" sz="3000" dirty="0"/>
          </a:p>
          <a:p>
            <a:pPr marL="0" lvl="1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S</a:t>
            </a:r>
            <a:r>
              <a:rPr lang="fr-BE" sz="3000" dirty="0"/>
              <a:t>oit 81,3630 € par jour.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è"/>
            </a:pPr>
            <a:endParaRPr lang="fr-FR" sz="3000" i="1" dirty="0"/>
          </a:p>
          <a:p>
            <a:pPr>
              <a:spcBef>
                <a:spcPts val="600"/>
              </a:spcBef>
              <a:buNone/>
            </a:pPr>
            <a:r>
              <a:rPr lang="fr-BE" sz="2400" i="1" dirty="0">
                <a:solidFill>
                  <a:prstClr val="black"/>
                </a:solidFill>
              </a:rPr>
              <a:t>* préfixes 03, 04, 10 &amp; 58.</a:t>
            </a:r>
            <a:endParaRPr lang="fr-BE" sz="2400" i="1" dirty="0"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20063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1.2. Formules 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Admission </a:t>
            </a:r>
            <a:r>
              <a:rPr lang="fr-BE" b="1" i="1" u="sng" dirty="0">
                <a:cs typeface="Times New Roman" pitchFamily="18" charset="0"/>
              </a:rPr>
              <a:t>temps partiel volontaire</a:t>
            </a:r>
            <a:r>
              <a:rPr lang="fr-BE" sz="2700" b="1" i="1" dirty="0">
                <a:cs typeface="Times New Roman" pitchFamily="18" charset="0"/>
              </a:rPr>
              <a:t>*</a:t>
            </a:r>
            <a:endParaRPr lang="en-US" sz="27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algn="ctr">
              <a:spcBef>
                <a:spcPts val="600"/>
              </a:spcBef>
              <a:buFont typeface="Wingdings" pitchFamily="2" charset="2"/>
              <a:buNone/>
            </a:pPr>
            <a:endParaRPr lang="fr-FR" sz="1000" b="1" u="sng" dirty="0">
              <a:solidFill>
                <a:srgbClr val="C00000"/>
              </a:solidFill>
            </a:endParaRPr>
          </a:p>
          <a:p>
            <a:pPr marL="0" lvl="1" indent="0">
              <a:spcBef>
                <a:spcPts val="600"/>
              </a:spcBef>
              <a:buNone/>
            </a:pPr>
            <a:r>
              <a:rPr lang="fr-FR" sz="3000" dirty="0"/>
              <a:t>1) </a:t>
            </a:r>
            <a:r>
              <a:rPr lang="fr-FR" sz="3000" b="1" u="sng" dirty="0">
                <a:solidFill>
                  <a:schemeClr val="accent2">
                    <a:lumMod val="75000"/>
                  </a:schemeClr>
                </a:solidFill>
              </a:rPr>
              <a:t>Salaire mensuel x 3</a:t>
            </a:r>
            <a:r>
              <a:rPr lang="fr-FR" sz="3000" b="1" dirty="0">
                <a:solidFill>
                  <a:srgbClr val="C00000"/>
                </a:solidFill>
              </a:rPr>
              <a:t>	       </a:t>
            </a:r>
            <a:r>
              <a:rPr lang="fr-FR" sz="3000" dirty="0"/>
              <a:t>2) </a:t>
            </a:r>
            <a:r>
              <a:rPr lang="fr-FR" sz="3000" b="1" u="sng" dirty="0">
                <a:solidFill>
                  <a:schemeClr val="accent2">
                    <a:lumMod val="75000"/>
                  </a:schemeClr>
                </a:solidFill>
              </a:rPr>
              <a:t>Salaire horaire x S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lvl="1">
              <a:spcBef>
                <a:spcPts val="600"/>
              </a:spcBef>
              <a:buFont typeface="Wingdings" pitchFamily="2" charset="2"/>
              <a:buNone/>
            </a:pP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		    Q x 13				      6</a:t>
            </a:r>
            <a:endParaRPr lang="fr-BE" sz="3000" b="1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0" lvl="1" indent="0">
              <a:spcBef>
                <a:spcPts val="600"/>
              </a:spcBef>
              <a:buFont typeface="Wingdings" pitchFamily="2" charset="2"/>
              <a:buNone/>
            </a:pPr>
            <a:endParaRPr lang="fr-BE" sz="3000" b="1" u="sng" dirty="0">
              <a:solidFill>
                <a:srgbClr val="C00000"/>
              </a:solidFill>
            </a:endParaRPr>
          </a:p>
          <a:p>
            <a:pPr marL="0" lvl="1" indent="0">
              <a:spcBef>
                <a:spcPts val="600"/>
              </a:spcBef>
              <a:buClr>
                <a:schemeClr val="tx1"/>
              </a:buClr>
              <a:buNone/>
            </a:pPr>
            <a:r>
              <a:rPr lang="fr-BE" sz="3000" u="sng" dirty="0"/>
              <a:t>Exemple</a:t>
            </a:r>
            <a:r>
              <a:rPr lang="fr-BE" sz="3000" dirty="0"/>
              <a:t> : Salaire de 1.478,37 € brut/</a:t>
            </a:r>
            <a:r>
              <a:rPr lang="fr-FR" sz="3000" dirty="0"/>
              <a:t>mois &amp; 24/38.</a:t>
            </a:r>
          </a:p>
          <a:p>
            <a:pPr marL="0" lvl="1" indent="0">
              <a:spcBef>
                <a:spcPts val="600"/>
              </a:spcBef>
              <a:buFontTx/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FR" sz="3000" dirty="0"/>
              <a:t>Rémunération horaire = (</a:t>
            </a:r>
            <a:r>
              <a:rPr lang="fr-BE" sz="3000" dirty="0"/>
              <a:t>1.478,37 x 3)/(24 x 13)</a:t>
            </a:r>
            <a:r>
              <a:rPr lang="fr-FR" sz="3000" dirty="0"/>
              <a:t>.</a:t>
            </a:r>
            <a:endParaRPr lang="fr-BE" sz="3000" dirty="0"/>
          </a:p>
          <a:p>
            <a:pPr marL="0" lvl="1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Rémunération journalière = 14,2151 x 38/6.</a:t>
            </a:r>
          </a:p>
          <a:p>
            <a:pPr marL="0" lvl="1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S</a:t>
            </a:r>
            <a:r>
              <a:rPr lang="fr-BE" sz="3000" dirty="0"/>
              <a:t>oit 90,02896 € par jour </a:t>
            </a:r>
            <a:r>
              <a:rPr lang="fr-BE" sz="3000" dirty="0">
                <a:solidFill>
                  <a:prstClr val="black"/>
                </a:solidFill>
              </a:rPr>
              <a:t>= 90,0290 €.</a:t>
            </a:r>
            <a:endParaRPr lang="fr-BE" sz="3000" dirty="0"/>
          </a:p>
          <a:p>
            <a:pPr>
              <a:spcBef>
                <a:spcPts val="600"/>
              </a:spcBef>
              <a:buNone/>
            </a:pPr>
            <a:r>
              <a:rPr lang="fr-BE" sz="2400" i="1" dirty="0">
                <a:solidFill>
                  <a:prstClr val="black"/>
                </a:solidFill>
              </a:rPr>
              <a:t>* préfixes 03, 04, 10 &amp; 58.</a:t>
            </a:r>
            <a:endParaRPr lang="fr-BE" sz="2400" i="1" dirty="0"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57404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C6DC31-76BB-42E6-82D9-A129A0E8D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Pour une 1</a:t>
            </a:r>
            <a:r>
              <a:rPr lang="fr-BE" sz="3000" baseline="30000" dirty="0"/>
              <a:t>ère</a:t>
            </a:r>
            <a:r>
              <a:rPr lang="fr-BE" sz="3000" dirty="0"/>
              <a:t> DA en CC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01/</a:t>
            </a:r>
            <a:r>
              <a:rPr lang="fr-BE" sz="3000" dirty="0"/>
              <a:t> au 21.11.2022 </a:t>
            </a:r>
            <a:r>
              <a:rPr lang="fr-BE" sz="2500" dirty="0"/>
              <a:t>(fin d’occupation au 18.11.2022)</a:t>
            </a:r>
            <a:r>
              <a:rPr lang="fr-BE" sz="3000" dirty="0"/>
              <a:t>, quel est le code chiffré pour un salaire de :</a:t>
            </a:r>
          </a:p>
          <a:p>
            <a:pPr marL="0" indent="0">
              <a:spcBef>
                <a:spcPts val="600"/>
              </a:spcBef>
              <a:buNone/>
            </a:pPr>
            <a:endParaRPr lang="fr-BE" sz="8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11,2662€ /heure (38/38) ?</a:t>
            </a:r>
          </a:p>
          <a:p>
            <a:pPr marL="0" indent="0">
              <a:spcBef>
                <a:spcPts val="600"/>
              </a:spcBef>
              <a:buNone/>
            </a:pPr>
            <a:endParaRPr lang="fr-BE" sz="8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2.648,53€ /mois (35/35) ?</a:t>
            </a:r>
          </a:p>
          <a:p>
            <a:pPr marL="0" indent="0">
              <a:spcBef>
                <a:spcPts val="600"/>
              </a:spcBef>
              <a:buNone/>
            </a:pPr>
            <a:endParaRPr lang="fr-BE" sz="8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14,3880€ /heure (37,50/37,50) ?</a:t>
            </a:r>
          </a:p>
          <a:p>
            <a:pPr marL="0" indent="0">
              <a:spcBef>
                <a:spcPts val="600"/>
              </a:spcBef>
              <a:buNone/>
            </a:pPr>
            <a:endParaRPr lang="fr-BE" sz="8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13,2760€ /heure (32/38) ?</a:t>
            </a:r>
          </a:p>
          <a:p>
            <a:pPr marL="0" indent="0">
              <a:spcBef>
                <a:spcPts val="600"/>
              </a:spcBef>
              <a:buNone/>
            </a:pPr>
            <a:endParaRPr lang="fr-BE" sz="8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2.172,33€ /mois (34/38) ?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90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8BA942-C32F-4958-9A66-F4FF7262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Exercice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1788-8380-4BCC-83CC-D74AC0F65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dirty="0"/>
              <a:t>Pour une 1</a:t>
            </a:r>
            <a:r>
              <a:rPr lang="fr-BE" baseline="30000" dirty="0"/>
              <a:t>ère</a:t>
            </a:r>
            <a:r>
              <a:rPr lang="fr-BE" dirty="0"/>
              <a:t> DA en CC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03/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dirty="0"/>
              <a:t>au 21.11.2022 </a:t>
            </a:r>
            <a:r>
              <a:rPr kumimoji="0" lang="fr-BE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(fin d’occupation au </a:t>
            </a:r>
            <a:r>
              <a:rPr lang="fr-BE" sz="2700" dirty="0">
                <a:solidFill>
                  <a:prstClr val="black"/>
                </a:solidFill>
                <a:latin typeface="Calibri"/>
              </a:rPr>
              <a:t>18</a:t>
            </a:r>
            <a:r>
              <a:rPr kumimoji="0" lang="fr-BE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.11.2022)</a:t>
            </a:r>
            <a:r>
              <a:rPr lang="fr-BE" sz="3000" dirty="0"/>
              <a:t>, </a:t>
            </a:r>
            <a:r>
              <a:rPr lang="fr-BE" dirty="0"/>
              <a:t>quel sera le code chiffré pour un salaire de: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BE" sz="3000" dirty="0"/>
              <a:t>13,8897€ /heure (19/38) 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BE" sz="3000" dirty="0"/>
              <a:t>1543,28€ /mois (16/38) 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BE" sz="3000" dirty="0"/>
              <a:t>16,2732€ /heure (25/39) 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BE" sz="3000" dirty="0"/>
              <a:t>11,5432€ /heure (21/37) 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BE" sz="3000" dirty="0"/>
              <a:t>872,27€ /mois (13/36)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2C3BCE-194C-4FCB-B497-86A14679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68141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1.3. Barèmes</a:t>
            </a:r>
            <a:endParaRPr lang="en-US" sz="4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fr-BE" sz="3000" dirty="0"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3000" dirty="0">
                <a:cs typeface="Times New Roman" pitchFamily="18" charset="0"/>
              </a:rPr>
              <a:t>Le </a:t>
            </a:r>
            <a:r>
              <a:rPr lang="fr-BE" sz="3000" b="1" dirty="0">
                <a:cs typeface="Times New Roman" pitchFamily="18" charset="0"/>
              </a:rPr>
              <a:t>barème applicable </a:t>
            </a:r>
            <a:r>
              <a:rPr lang="fr-BE" sz="3000" dirty="0">
                <a:cs typeface="Times New Roman" pitchFamily="18" charset="0"/>
              </a:rPr>
              <a:t>pour déterminer le code chiffré n’est pas celui valable au moment de la DA mais bien </a:t>
            </a:r>
            <a:r>
              <a:rPr lang="fr-BE" sz="3000" b="1" dirty="0">
                <a:cs typeface="Times New Roman" pitchFamily="18" charset="0"/>
              </a:rPr>
              <a:t>celui valable lors du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dernier jour de la dernière occupation d’au moins 4 semaines.</a:t>
            </a: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5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685946" y="4564485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en CC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01.11.2022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814502" y="3003593"/>
            <a:ext cx="2050488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814501" y="2333993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2864989" y="2332092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256441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01.09.2014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2338207" y="2008048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18.06.2017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2896268" y="3001692"/>
            <a:ext cx="4507633" cy="914400"/>
          </a:xfrm>
          <a:prstGeom prst="rect">
            <a:avLst/>
          </a:prstGeom>
          <a:solidFill>
            <a:srgbClr val="FF9933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Détention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2338207" y="145191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19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.06.2017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422D28D-9C2A-4074-9336-0D04E71BD444}"/>
              </a:ext>
            </a:extLst>
          </p:cNvPr>
          <p:cNvCxnSpPr>
            <a:cxnSpLocks/>
          </p:cNvCxnSpPr>
          <p:nvPr/>
        </p:nvCxnSpPr>
        <p:spPr>
          <a:xfrm>
            <a:off x="7403901" y="1719101"/>
            <a:ext cx="0" cy="219600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6869792" y="145191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31.10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.2022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2896267" y="2331101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2888939" y="1742687"/>
            <a:ext cx="0" cy="32400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33314" y="2341039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25" name="ZoneTexte 107524">
            <a:extLst>
              <a:ext uri="{FF2B5EF4-FFF2-40B4-BE49-F238E27FC236}">
                <a16:creationId xmlns:a16="http://schemas.microsoft.com/office/drawing/2014/main" id="{89A9F4C6-8EDD-4ACB-B3C9-80E3838CC351}"/>
              </a:ext>
            </a:extLst>
          </p:cNvPr>
          <p:cNvSpPr txBox="1"/>
          <p:nvPr/>
        </p:nvSpPr>
        <p:spPr>
          <a:xfrm>
            <a:off x="748992" y="4887650"/>
            <a:ext cx="589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Sur base de quel barème le code chiffré est-il déterminé ? </a:t>
            </a:r>
          </a:p>
        </p:txBody>
      </p:sp>
    </p:spTree>
    <p:extLst>
      <p:ext uri="{BB962C8B-B14F-4D97-AF65-F5344CB8AC3E}">
        <p14:creationId xmlns:p14="http://schemas.microsoft.com/office/powerpoint/2010/main" val="304047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1.4. Notion de « </a:t>
            </a:r>
            <a: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  <a:t>revalorisation</a:t>
            </a:r>
            <a:r>
              <a:rPr lang="fr-BE" sz="4000" b="1" i="1" dirty="0">
                <a:cs typeface="Times New Roman" pitchFamily="18" charset="0"/>
              </a:rPr>
              <a:t> »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Clr>
                <a:srgbClr val="CCFF33"/>
              </a:buClr>
              <a:buSzPct val="70000"/>
              <a:buNone/>
            </a:pPr>
            <a:endParaRPr lang="fr-BE" sz="3000" dirty="0">
              <a:cs typeface="Times New Roman" pitchFamily="18" charset="0"/>
            </a:endParaRPr>
          </a:p>
          <a:p>
            <a:pPr marL="0" indent="0">
              <a:spcBef>
                <a:spcPts val="600"/>
              </a:spcBef>
              <a:buClr>
                <a:srgbClr val="CCFF33"/>
              </a:buClr>
              <a:buSzPct val="70000"/>
              <a:buNone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Si</a:t>
            </a:r>
            <a:r>
              <a:rPr lang="fr-BE" sz="3000" dirty="0">
                <a:cs typeface="Times New Roman" pitchFamily="18" charset="0"/>
              </a:rPr>
              <a:t> le barème applicable au dernier jour de travail entraine l’octroi du code chiffré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cs typeface="Times New Roman" pitchFamily="18" charset="0"/>
              </a:rPr>
              <a:t>le plus élevé de l’époque</a:t>
            </a:r>
            <a:r>
              <a:rPr lang="fr-BE" sz="3000" dirty="0">
                <a:cs typeface="Times New Roman" pitchFamily="18" charset="0"/>
              </a:rPr>
              <a:t>, nous devons procéder à une revalorisation de la rémunération.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34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1.4. Notion de « </a:t>
            </a:r>
            <a: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  <a:t>revalorisation</a:t>
            </a:r>
            <a:r>
              <a:rPr lang="fr-BE" sz="4000" b="1" i="1" dirty="0">
                <a:cs typeface="Times New Roman" pitchFamily="18" charset="0"/>
              </a:rPr>
              <a:t> »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Avant le 01.01.2002 : code chiffré max. </a:t>
            </a:r>
            <a:r>
              <a:rPr lang="fr-BE" sz="2600" b="1" dirty="0">
                <a:cs typeface="Times New Roman" pitchFamily="18" charset="0"/>
              </a:rPr>
              <a:t>54</a:t>
            </a:r>
            <a:r>
              <a:rPr lang="fr-BE" sz="2600" dirty="0">
                <a:cs typeface="Times New Roman" pitchFamily="18" charset="0"/>
              </a:rPr>
              <a:t>. 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Du 01.01.2002 au 31.12.2006 : code chiffré max. </a:t>
            </a:r>
            <a:r>
              <a:rPr lang="fr-BE" sz="2600" b="1" dirty="0">
                <a:cs typeface="Times New Roman" pitchFamily="18" charset="0"/>
              </a:rPr>
              <a:t>58</a:t>
            </a:r>
            <a:r>
              <a:rPr lang="fr-BE" sz="2600" dirty="0">
                <a:cs typeface="Times New Roman" pitchFamily="18" charset="0"/>
              </a:rPr>
              <a:t>.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solidFill>
                  <a:prstClr val="black"/>
                </a:solidFill>
                <a:cs typeface="Times New Roman" pitchFamily="18" charset="0"/>
              </a:rPr>
              <a:t>Du 01.01.2007 au 31.12.2008 : code chiffré max. </a:t>
            </a:r>
            <a:r>
              <a:rPr lang="fr-BE" sz="2600" b="1" dirty="0">
                <a:solidFill>
                  <a:prstClr val="black"/>
                </a:solidFill>
                <a:cs typeface="Times New Roman" pitchFamily="18" charset="0"/>
              </a:rPr>
              <a:t>59</a:t>
            </a:r>
            <a:r>
              <a:rPr lang="fr-BE" sz="2600" dirty="0">
                <a:solidFill>
                  <a:prstClr val="black"/>
                </a:solidFill>
                <a:cs typeface="Times New Roman" pitchFamily="18" charset="0"/>
              </a:rPr>
              <a:t>.</a:t>
            </a:r>
            <a:endParaRPr lang="fr-BE" sz="2600" dirty="0">
              <a:cs typeface="Times New Roman" pitchFamily="18" charset="0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Du 01.01.2009 au 28.02.2011 : code chiffré max. </a:t>
            </a:r>
            <a:r>
              <a:rPr lang="fr-BE" sz="2600" b="1" dirty="0">
                <a:cs typeface="Times New Roman" pitchFamily="18" charset="0"/>
              </a:rPr>
              <a:t>70</a:t>
            </a:r>
            <a:r>
              <a:rPr lang="fr-BE" sz="2600" dirty="0">
                <a:cs typeface="Times New Roman" pitchFamily="18" charset="0"/>
              </a:rPr>
              <a:t>.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Du 01.03.2011 au 31.03.2013 : code chiffré max. </a:t>
            </a:r>
            <a:r>
              <a:rPr lang="fr-BE" sz="2600" b="1" dirty="0">
                <a:cs typeface="Times New Roman" pitchFamily="18" charset="0"/>
              </a:rPr>
              <a:t>72</a:t>
            </a:r>
            <a:r>
              <a:rPr lang="fr-BE" sz="2600" dirty="0">
                <a:cs typeface="Times New Roman" pitchFamily="18" charset="0"/>
              </a:rPr>
              <a:t>.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Du 01.04.2013 au 30.06.2015 : code chiffré max. </a:t>
            </a:r>
            <a:r>
              <a:rPr lang="fr-BE" sz="2600" b="1" dirty="0">
                <a:cs typeface="Times New Roman" pitchFamily="18" charset="0"/>
              </a:rPr>
              <a:t>74</a:t>
            </a:r>
            <a:r>
              <a:rPr lang="fr-BE" sz="2600" dirty="0">
                <a:cs typeface="Times New Roman" pitchFamily="18" charset="0"/>
              </a:rPr>
              <a:t>.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Du 01.07.2015 au 31.08.2017 : code chiffré max. </a:t>
            </a:r>
            <a:r>
              <a:rPr lang="fr-BE" sz="2600" b="1" dirty="0">
                <a:cs typeface="Times New Roman" pitchFamily="18" charset="0"/>
              </a:rPr>
              <a:t>75</a:t>
            </a:r>
            <a:r>
              <a:rPr lang="fr-BE" sz="2600" dirty="0">
                <a:cs typeface="Times New Roman" pitchFamily="18" charset="0"/>
              </a:rPr>
              <a:t>.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Du 01.09.2017 au 31.08.2019 : code chiffré max. </a:t>
            </a:r>
            <a:r>
              <a:rPr lang="fr-BE" sz="2600" b="1" dirty="0">
                <a:cs typeface="Times New Roman" pitchFamily="18" charset="0"/>
              </a:rPr>
              <a:t>76</a:t>
            </a:r>
            <a:r>
              <a:rPr lang="fr-BE" sz="2600" dirty="0">
                <a:cs typeface="Times New Roman" pitchFamily="18" charset="0"/>
              </a:rPr>
              <a:t>.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Du 01.09.2019 au 30.06.2021 : code chiffré max. </a:t>
            </a:r>
            <a:r>
              <a:rPr lang="fr-BE" sz="2600" b="1" dirty="0">
                <a:cs typeface="Times New Roman" pitchFamily="18" charset="0"/>
              </a:rPr>
              <a:t>77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cs typeface="Times New Roman" pitchFamily="18" charset="0"/>
              </a:rPr>
              <a:t>Depuis le 01.07.2021 </a:t>
            </a:r>
            <a:r>
              <a:rPr lang="fr-BE" sz="2800" dirty="0">
                <a:cs typeface="Times New Roman" pitchFamily="18" charset="0"/>
              </a:rPr>
              <a:t>: code chiffré max. </a:t>
            </a:r>
            <a:r>
              <a:rPr lang="fr-BE" sz="2800" b="1" dirty="0">
                <a:cs typeface="Times New Roman" pitchFamily="18" charset="0"/>
              </a:rPr>
              <a:t>78</a:t>
            </a:r>
            <a:r>
              <a:rPr lang="fr-BE" sz="2800" dirty="0">
                <a:cs typeface="Times New Roman" pitchFamily="18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83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 </a:t>
            </a:r>
            <a:r>
              <a:rPr lang="fr-BE" b="1" i="1" dirty="0">
                <a:cs typeface="Times New Roman" pitchFamily="18" charset="0"/>
              </a:rPr>
              <a:t>1.4 Notion de « </a:t>
            </a: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revalorisation</a:t>
            </a:r>
            <a:r>
              <a:rPr lang="fr-BE" b="1" i="1" dirty="0">
                <a:cs typeface="Times New Roman" pitchFamily="18" charset="0"/>
              </a:rPr>
              <a:t> »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fr-BE" sz="3000" dirty="0">
                <a:cs typeface="Times New Roman" pitchFamily="18" charset="0"/>
              </a:rPr>
              <a:t>Diviser la rémunération de l’époque par l’indice multiplicateur valable à ce moment-là.</a:t>
            </a:r>
            <a:endParaRPr lang="fr-BE" sz="3000" baseline="30000" dirty="0">
              <a:cs typeface="Times New Roman" pitchFamily="18" charset="0"/>
            </a:endParaRPr>
          </a:p>
          <a:p>
            <a:pPr marL="514350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fr-BE" sz="3000" dirty="0">
                <a:cs typeface="Times New Roman" pitchFamily="18" charset="0"/>
              </a:rPr>
              <a:t>Multiplier le résultat par l’indice multiplicateur valable à la DA.</a:t>
            </a:r>
          </a:p>
          <a:p>
            <a:pPr marL="514350" indent="-514350" algn="just">
              <a:spcBef>
                <a:spcPts val="600"/>
              </a:spcBef>
              <a:buFont typeface="+mj-lt"/>
              <a:buAutoNum type="arabicPeriod"/>
            </a:pPr>
            <a:r>
              <a:rPr lang="fr-BE" sz="3000" dirty="0">
                <a:cs typeface="Times New Roman" pitchFamily="18" charset="0"/>
              </a:rPr>
              <a:t>Déterminer le code chiffré sur base de la rémunération réévaluée dans le barème valable à la DA.</a:t>
            </a:r>
          </a:p>
          <a:p>
            <a:pPr>
              <a:spcBef>
                <a:spcPct val="50000"/>
              </a:spcBef>
              <a:buClr>
                <a:srgbClr val="CCFF33"/>
              </a:buClr>
              <a:buSzPct val="70000"/>
              <a:buFont typeface="Wingdings" pitchFamily="2" charset="2"/>
              <a:buNone/>
            </a:pPr>
            <a:endParaRPr lang="fr-BE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spcBef>
                <a:spcPct val="50000"/>
              </a:spcBef>
              <a:buClr>
                <a:srgbClr val="CCFF33"/>
              </a:buClr>
              <a:buSzPct val="70000"/>
              <a:buFont typeface="Wingdings" pitchFamily="2" charset="2"/>
              <a:buNone/>
            </a:pPr>
            <a:endParaRPr lang="fr-FR" sz="2800" dirty="0"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5" name="Espace réservé du numéro de diapositive 46"/>
          <p:cNvSpPr txBox="1">
            <a:spLocks/>
          </p:cNvSpPr>
          <p:nvPr/>
        </p:nvSpPr>
        <p:spPr>
          <a:xfrm>
            <a:off x="8286776" y="6072206"/>
            <a:ext cx="500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C8F66B6-B79E-400A-88BC-15708D851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7" y="5088194"/>
            <a:ext cx="7272808" cy="9840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1B9BC09-DF2E-4B98-A8DD-1A3840227AB1}"/>
              </a:ext>
            </a:extLst>
          </p:cNvPr>
          <p:cNvSpPr/>
          <p:nvPr/>
        </p:nvSpPr>
        <p:spPr>
          <a:xfrm>
            <a:off x="5901757" y="5088194"/>
            <a:ext cx="2438248" cy="5040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234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6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685946" y="4564485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en CC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01.11.2022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814502" y="3003593"/>
            <a:ext cx="2050488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2.675,82 € brut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 mois (38/38)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814501" y="2333993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2864989" y="2332092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256441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01.09.2014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2338207" y="2008048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18.06.2017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2896268" y="3001692"/>
            <a:ext cx="4507633" cy="914400"/>
          </a:xfrm>
          <a:prstGeom prst="rect">
            <a:avLst/>
          </a:prstGeom>
          <a:solidFill>
            <a:srgbClr val="FF9933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Détention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2338207" y="145191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19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.06.2017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422D28D-9C2A-4074-9336-0D04E71BD444}"/>
              </a:ext>
            </a:extLst>
          </p:cNvPr>
          <p:cNvCxnSpPr>
            <a:cxnSpLocks/>
          </p:cNvCxnSpPr>
          <p:nvPr/>
        </p:nvCxnSpPr>
        <p:spPr>
          <a:xfrm>
            <a:off x="7403901" y="1719101"/>
            <a:ext cx="0" cy="219600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6869792" y="145191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31.10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.2022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2896267" y="2331101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2888939" y="1742687"/>
            <a:ext cx="0" cy="32400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33314" y="2341039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25" name="ZoneTexte 107524">
            <a:extLst>
              <a:ext uri="{FF2B5EF4-FFF2-40B4-BE49-F238E27FC236}">
                <a16:creationId xmlns:a16="http://schemas.microsoft.com/office/drawing/2014/main" id="{89A9F4C6-8EDD-4ACB-B3C9-80E3838CC351}"/>
              </a:ext>
            </a:extLst>
          </p:cNvPr>
          <p:cNvSpPr txBox="1"/>
          <p:nvPr/>
        </p:nvSpPr>
        <p:spPr>
          <a:xfrm>
            <a:off x="748992" y="4887650"/>
            <a:ext cx="5897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Quel sera le code chiffré à la DA ? </a:t>
            </a:r>
          </a:p>
        </p:txBody>
      </p:sp>
    </p:spTree>
    <p:extLst>
      <p:ext uri="{BB962C8B-B14F-4D97-AF65-F5344CB8AC3E}">
        <p14:creationId xmlns:p14="http://schemas.microsoft.com/office/powerpoint/2010/main" val="120880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récap. 1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685946" y="4564485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en CC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03.10.2022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814502" y="3003593"/>
            <a:ext cx="2050488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13,4510 €/h brut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814501" y="2333993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2864989" y="2332092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256441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01.01.2017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2338207" y="2008048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31.12.2018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2896267" y="3001692"/>
            <a:ext cx="4519017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Activité indépendante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2338207" y="145191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01.01.2019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422D28D-9C2A-4074-9336-0D04E71BD444}"/>
              </a:ext>
            </a:extLst>
          </p:cNvPr>
          <p:cNvCxnSpPr>
            <a:cxnSpLocks/>
          </p:cNvCxnSpPr>
          <p:nvPr/>
        </p:nvCxnSpPr>
        <p:spPr>
          <a:xfrm>
            <a:off x="7415284" y="1755101"/>
            <a:ext cx="0" cy="2160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6881175" y="145191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30.09.2022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2896267" y="2331101"/>
            <a:ext cx="0" cy="1584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2888939" y="1742687"/>
            <a:ext cx="0" cy="3240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68021" y="2346602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25" name="ZoneTexte 107524">
            <a:extLst>
              <a:ext uri="{FF2B5EF4-FFF2-40B4-BE49-F238E27FC236}">
                <a16:creationId xmlns:a16="http://schemas.microsoft.com/office/drawing/2014/main" id="{89A9F4C6-8EDD-4ACB-B3C9-80E3838CC351}"/>
              </a:ext>
            </a:extLst>
          </p:cNvPr>
          <p:cNvSpPr txBox="1"/>
          <p:nvPr/>
        </p:nvSpPr>
        <p:spPr>
          <a:xfrm>
            <a:off x="748992" y="4887650"/>
            <a:ext cx="589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Admissible art. 30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2400" dirty="0">
                <a:solidFill>
                  <a:prstClr val="black"/>
                </a:solidFill>
                <a:latin typeface="Calibri"/>
              </a:rPr>
              <a:t>Quel sera le code chiffré à la DA ?</a:t>
            </a:r>
            <a:endParaRPr kumimoji="0" lang="fr-B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71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récap. 2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685946" y="4564485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en CC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</a:t>
            </a:r>
            <a:r>
              <a:rPr lang="fr-BE" b="1" dirty="0">
                <a:solidFill>
                  <a:prstClr val="black"/>
                </a:solidFill>
                <a:latin typeface="Calibri"/>
              </a:rPr>
              <a:t>01.11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814502" y="3003593"/>
            <a:ext cx="2050488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2.372,73 €/m brut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814501" y="2333993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2864989" y="2332092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256441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01.01.2019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2338207" y="2008048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31.07.2021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A0539C-C31E-4811-8621-ECAC4D12C7BC}"/>
              </a:ext>
            </a:extLst>
          </p:cNvPr>
          <p:cNvSpPr/>
          <p:nvPr/>
        </p:nvSpPr>
        <p:spPr>
          <a:xfrm>
            <a:off x="5499296" y="3001692"/>
            <a:ext cx="1821247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Mutuelle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31F120D5-32BC-47DD-BD08-96239E1A4D1D}"/>
              </a:ext>
            </a:extLst>
          </p:cNvPr>
          <p:cNvCxnSpPr>
            <a:cxnSpLocks/>
          </p:cNvCxnSpPr>
          <p:nvPr/>
        </p:nvCxnSpPr>
        <p:spPr>
          <a:xfrm>
            <a:off x="7320543" y="2348589"/>
            <a:ext cx="0" cy="15840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FC333C14-2C68-45C1-9D65-2E62499A21DB}"/>
              </a:ext>
            </a:extLst>
          </p:cNvPr>
          <p:cNvSpPr txBox="1"/>
          <p:nvPr/>
        </p:nvSpPr>
        <p:spPr>
          <a:xfrm>
            <a:off x="4995240" y="2010035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01.11.2021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8BAED42-511F-4BF5-B2AD-6A45D07B1985}"/>
              </a:ext>
            </a:extLst>
          </p:cNvPr>
          <p:cNvSpPr txBox="1"/>
          <p:nvPr/>
        </p:nvSpPr>
        <p:spPr>
          <a:xfrm>
            <a:off x="6762483" y="2002483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31.10.2022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3559358" y="3001692"/>
            <a:ext cx="1909723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40/40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2.986,42€/m brut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3001461" y="146471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lang="fr-BE" sz="1600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1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.10.2021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422D28D-9C2A-4074-9336-0D04E71BD444}"/>
              </a:ext>
            </a:extLst>
          </p:cNvPr>
          <p:cNvCxnSpPr>
            <a:cxnSpLocks/>
          </p:cNvCxnSpPr>
          <p:nvPr/>
        </p:nvCxnSpPr>
        <p:spPr>
          <a:xfrm>
            <a:off x="3559358" y="1736589"/>
            <a:ext cx="0" cy="2196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4988478" y="145982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31.10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.2021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ED302FF1-120D-4F9E-A2A0-EBD6B12F3707}"/>
              </a:ext>
            </a:extLst>
          </p:cNvPr>
          <p:cNvCxnSpPr>
            <a:cxnSpLocks/>
          </p:cNvCxnSpPr>
          <p:nvPr/>
        </p:nvCxnSpPr>
        <p:spPr>
          <a:xfrm>
            <a:off x="5499296" y="2331101"/>
            <a:ext cx="0" cy="15840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5469081" y="2331101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5461753" y="1742687"/>
            <a:ext cx="0" cy="32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39236" y="2341037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FCB9EA28-B434-483B-9B05-26315B82880D}"/>
              </a:ext>
            </a:extLst>
          </p:cNvPr>
          <p:cNvSpPr txBox="1"/>
          <p:nvPr/>
        </p:nvSpPr>
        <p:spPr>
          <a:xfrm>
            <a:off x="788096" y="4501037"/>
            <a:ext cx="589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l’intéressé est</a:t>
            </a:r>
            <a:r>
              <a:rPr kumimoji="0" lang="fr-BE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admissible art. 30, quel sera le </a:t>
            </a: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code chiffré à la DA ?</a:t>
            </a:r>
          </a:p>
        </p:txBody>
      </p:sp>
    </p:spTree>
    <p:extLst>
      <p:ext uri="{BB962C8B-B14F-4D97-AF65-F5344CB8AC3E}">
        <p14:creationId xmlns:p14="http://schemas.microsoft.com/office/powerpoint/2010/main" val="250110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récap. 3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685946" y="4564485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en CC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03.10.2022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483626" y="3001692"/>
            <a:ext cx="2050488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21/38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1132,77 €/m brut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476571" y="2348589"/>
            <a:ext cx="0" cy="158400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2534114" y="2348589"/>
            <a:ext cx="0" cy="158400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32434" y="2026533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08.07.2013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1939722" y="2047758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30.06.2016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A0539C-C31E-4811-8621-ECAC4D12C7BC}"/>
              </a:ext>
            </a:extLst>
          </p:cNvPr>
          <p:cNvSpPr/>
          <p:nvPr/>
        </p:nvSpPr>
        <p:spPr>
          <a:xfrm>
            <a:off x="4788024" y="3001692"/>
            <a:ext cx="253252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Indépendant</a:t>
            </a: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31F120D5-32BC-47DD-BD08-96239E1A4D1D}"/>
              </a:ext>
            </a:extLst>
          </p:cNvPr>
          <p:cNvCxnSpPr>
            <a:cxnSpLocks/>
          </p:cNvCxnSpPr>
          <p:nvPr/>
        </p:nvCxnSpPr>
        <p:spPr>
          <a:xfrm>
            <a:off x="7320543" y="2348589"/>
            <a:ext cx="0" cy="15840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FC333C14-2C68-45C1-9D65-2E62499A21DB}"/>
              </a:ext>
            </a:extLst>
          </p:cNvPr>
          <p:cNvSpPr txBox="1"/>
          <p:nvPr/>
        </p:nvSpPr>
        <p:spPr>
          <a:xfrm>
            <a:off x="4385619" y="2092258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01.10.2017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8BAED42-511F-4BF5-B2AD-6A45D07B1985}"/>
              </a:ext>
            </a:extLst>
          </p:cNvPr>
          <p:cNvSpPr txBox="1"/>
          <p:nvPr/>
        </p:nvSpPr>
        <p:spPr>
          <a:xfrm>
            <a:off x="6762483" y="2002483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30.09.2022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2633627" y="3001692"/>
            <a:ext cx="1909723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Détention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2190249" y="145982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01.07.2016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422D28D-9C2A-4074-9336-0D04E71BD444}"/>
              </a:ext>
            </a:extLst>
          </p:cNvPr>
          <p:cNvCxnSpPr>
            <a:cxnSpLocks/>
          </p:cNvCxnSpPr>
          <p:nvPr/>
        </p:nvCxnSpPr>
        <p:spPr>
          <a:xfrm>
            <a:off x="2627784" y="2386312"/>
            <a:ext cx="0" cy="1552375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4002679" y="1486708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16.07.2017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ED302FF1-120D-4F9E-A2A0-EBD6B12F3707}"/>
              </a:ext>
            </a:extLst>
          </p:cNvPr>
          <p:cNvCxnSpPr>
            <a:cxnSpLocks/>
          </p:cNvCxnSpPr>
          <p:nvPr/>
        </p:nvCxnSpPr>
        <p:spPr>
          <a:xfrm>
            <a:off x="4788024" y="2331101"/>
            <a:ext cx="0" cy="15840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4543350" y="2331101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4543350" y="1798378"/>
            <a:ext cx="0" cy="32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39236" y="2341037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FCB9EA28-B434-483B-9B05-26315B82880D}"/>
              </a:ext>
            </a:extLst>
          </p:cNvPr>
          <p:cNvSpPr txBox="1"/>
          <p:nvPr/>
        </p:nvSpPr>
        <p:spPr>
          <a:xfrm>
            <a:off x="788096" y="4501037"/>
            <a:ext cx="589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l’intéressé est admissible 03/, quel sera le code chiffré à la DA ?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DE0C6AC5-705D-4A69-BF4E-DB01D3F3DEBE}"/>
              </a:ext>
            </a:extLst>
          </p:cNvPr>
          <p:cNvCxnSpPr>
            <a:cxnSpLocks/>
          </p:cNvCxnSpPr>
          <p:nvPr/>
        </p:nvCxnSpPr>
        <p:spPr>
          <a:xfrm>
            <a:off x="2625011" y="1742687"/>
            <a:ext cx="0" cy="386232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8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récap. 4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7373045" y="4575417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en CC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24</a:t>
            </a:r>
            <a:r>
              <a:rPr lang="fr-BE" b="1" dirty="0">
                <a:solidFill>
                  <a:prstClr val="black"/>
                </a:solidFill>
                <a:latin typeface="Calibri"/>
              </a:rPr>
              <a:t>.11.2022</a:t>
            </a: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814502" y="3003593"/>
            <a:ext cx="1899128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13,4608 €/h brut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814501" y="2333993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2713630" y="2332418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256441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03.09.2018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2216374" y="2016092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EEECE1">
                    <a:lumMod val="50000"/>
                  </a:srgbClr>
                </a:solidFill>
                <a:latin typeface="Calibri"/>
              </a:rPr>
              <a:t>04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.08.2019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2743155" y="3002018"/>
            <a:ext cx="1798293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21,2502 €/h brut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2177768" y="146379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05.08.2019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3941930" y="1458109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15.09.2019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4499990" y="2333993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4492662" y="1745579"/>
            <a:ext cx="0" cy="32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186857" y="2415148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E5125DF-C4AD-44A8-8D16-4DEB7ECF234D}"/>
              </a:ext>
            </a:extLst>
          </p:cNvPr>
          <p:cNvCxnSpPr>
            <a:cxnSpLocks/>
          </p:cNvCxnSpPr>
          <p:nvPr/>
        </p:nvCxnSpPr>
        <p:spPr>
          <a:xfrm>
            <a:off x="2743155" y="2332418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A9C5133-3DD9-4048-B976-301EFB8EB732}"/>
              </a:ext>
            </a:extLst>
          </p:cNvPr>
          <p:cNvCxnSpPr>
            <a:cxnSpLocks/>
          </p:cNvCxnSpPr>
          <p:nvPr/>
        </p:nvCxnSpPr>
        <p:spPr>
          <a:xfrm>
            <a:off x="2735828" y="1750731"/>
            <a:ext cx="0" cy="32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4DBCE8B-19B8-4662-8145-FAE5B0B7155C}"/>
              </a:ext>
            </a:extLst>
          </p:cNvPr>
          <p:cNvSpPr/>
          <p:nvPr/>
        </p:nvSpPr>
        <p:spPr>
          <a:xfrm>
            <a:off x="4519116" y="3004577"/>
            <a:ext cx="1791069" cy="9144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28/38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16,2792 €/h brut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2C29F69-D12A-45A4-8FAF-6582BE952CC6}"/>
              </a:ext>
            </a:extLst>
          </p:cNvPr>
          <p:cNvCxnSpPr>
            <a:cxnSpLocks/>
          </p:cNvCxnSpPr>
          <p:nvPr/>
        </p:nvCxnSpPr>
        <p:spPr>
          <a:xfrm>
            <a:off x="4515603" y="2332418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104E6A0D-3BBD-40C4-8DBF-26857069725F}"/>
              </a:ext>
            </a:extLst>
          </p:cNvPr>
          <p:cNvSpPr txBox="1"/>
          <p:nvPr/>
        </p:nvSpPr>
        <p:spPr>
          <a:xfrm>
            <a:off x="3995129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EEECE1">
                    <a:lumMod val="50000"/>
                  </a:srgbClr>
                </a:solidFill>
                <a:latin typeface="Calibri"/>
              </a:rPr>
              <a:t>16.09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.2019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EBFD213-0CF3-41CD-ADE6-115B6194AD44}"/>
              </a:ext>
            </a:extLst>
          </p:cNvPr>
          <p:cNvSpPr txBox="1"/>
          <p:nvPr/>
        </p:nvSpPr>
        <p:spPr>
          <a:xfrm>
            <a:off x="5795545" y="2007084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30.10.2022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EA3B54A5-13D6-4FD9-9653-31539316A262}"/>
              </a:ext>
            </a:extLst>
          </p:cNvPr>
          <p:cNvCxnSpPr>
            <a:cxnSpLocks/>
          </p:cNvCxnSpPr>
          <p:nvPr/>
        </p:nvCxnSpPr>
        <p:spPr>
          <a:xfrm>
            <a:off x="6317349" y="2326361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1AFA104-C5B9-4AA6-BAF2-75AF7D8AF3CD}"/>
              </a:ext>
            </a:extLst>
          </p:cNvPr>
          <p:cNvSpPr/>
          <p:nvPr/>
        </p:nvSpPr>
        <p:spPr>
          <a:xfrm>
            <a:off x="6343422" y="3005560"/>
            <a:ext cx="1798293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</a:t>
            </a:r>
            <a:r>
              <a:rPr lang="fr-BE" b="1" dirty="0">
                <a:solidFill>
                  <a:prstClr val="black"/>
                </a:solidFill>
                <a:latin typeface="Calibri"/>
              </a:rPr>
              <a:t>D</a:t>
            </a:r>
            <a:endParaRPr kumimoji="0" lang="fr-B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b="1" dirty="0">
                <a:solidFill>
                  <a:prstClr val="black"/>
                </a:solidFill>
                <a:latin typeface="Calibri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14,5750 €/h brut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9640ABA-CEEE-4BDF-92BF-E68C3632238D}"/>
              </a:ext>
            </a:extLst>
          </p:cNvPr>
          <p:cNvSpPr txBox="1"/>
          <p:nvPr/>
        </p:nvSpPr>
        <p:spPr>
          <a:xfrm>
            <a:off x="5778038" y="145401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3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1.10.2022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F3AF22E3-BB14-4C80-A378-86112C006F28}"/>
              </a:ext>
            </a:extLst>
          </p:cNvPr>
          <p:cNvSpPr txBox="1"/>
          <p:nvPr/>
        </p:nvSpPr>
        <p:spPr>
          <a:xfrm>
            <a:off x="7542200" y="1448329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23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.11.2022</a:t>
            </a: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E99B34F-4AA4-4AD9-822C-4D8F90882EE4}"/>
              </a:ext>
            </a:extLst>
          </p:cNvPr>
          <p:cNvCxnSpPr>
            <a:cxnSpLocks/>
          </p:cNvCxnSpPr>
          <p:nvPr/>
        </p:nvCxnSpPr>
        <p:spPr>
          <a:xfrm>
            <a:off x="8141715" y="1740951"/>
            <a:ext cx="0" cy="2160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5A001200-D74D-4184-A6AE-51B69CC7453D}"/>
              </a:ext>
            </a:extLst>
          </p:cNvPr>
          <p:cNvCxnSpPr>
            <a:cxnSpLocks/>
          </p:cNvCxnSpPr>
          <p:nvPr/>
        </p:nvCxnSpPr>
        <p:spPr>
          <a:xfrm>
            <a:off x="6343425" y="2322638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309C3E1F-2CD0-4D5B-BA61-C41D07200349}"/>
              </a:ext>
            </a:extLst>
          </p:cNvPr>
          <p:cNvCxnSpPr>
            <a:cxnSpLocks/>
          </p:cNvCxnSpPr>
          <p:nvPr/>
        </p:nvCxnSpPr>
        <p:spPr>
          <a:xfrm>
            <a:off x="6336098" y="1740951"/>
            <a:ext cx="0" cy="32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92EC8735-AA80-4D30-9566-1B346137886D}"/>
              </a:ext>
            </a:extLst>
          </p:cNvPr>
          <p:cNvSpPr txBox="1"/>
          <p:nvPr/>
        </p:nvSpPr>
        <p:spPr>
          <a:xfrm>
            <a:off x="788096" y="4501037"/>
            <a:ext cx="589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l’intéressé est</a:t>
            </a:r>
            <a:r>
              <a:rPr kumimoji="0" lang="fr-BE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admissible art. 30, quel sera </a:t>
            </a: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code chiffré à la DA ?</a:t>
            </a:r>
          </a:p>
        </p:txBody>
      </p:sp>
    </p:spTree>
    <p:extLst>
      <p:ext uri="{BB962C8B-B14F-4D97-AF65-F5344CB8AC3E}">
        <p14:creationId xmlns:p14="http://schemas.microsoft.com/office/powerpoint/2010/main" val="254708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récap. 5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520294" y="4555595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en CC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</a:t>
            </a:r>
            <a:r>
              <a:rPr lang="fr-BE" b="1" dirty="0">
                <a:solidFill>
                  <a:prstClr val="black"/>
                </a:solidFill>
                <a:latin typeface="Calibri"/>
              </a:rPr>
              <a:t>24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.11.2022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814501" y="3003593"/>
            <a:ext cx="4133831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3.599,92 €/m brut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814501" y="2333993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4955668" y="2348589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256441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01.01.2018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4428886" y="202454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EEECE1">
                    <a:lumMod val="50000"/>
                  </a:srgbClr>
                </a:solidFill>
                <a:latin typeface="Calibri"/>
              </a:rPr>
              <a:t>26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.10.2022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4962996" y="3003593"/>
            <a:ext cx="1909723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2.170,86 €/m brut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4438626" y="1428876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27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.10.2022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422D28D-9C2A-4074-9336-0D04E71BD444}"/>
              </a:ext>
            </a:extLst>
          </p:cNvPr>
          <p:cNvCxnSpPr>
            <a:cxnSpLocks/>
          </p:cNvCxnSpPr>
          <p:nvPr/>
        </p:nvCxnSpPr>
        <p:spPr>
          <a:xfrm>
            <a:off x="6876256" y="1719101"/>
            <a:ext cx="0" cy="2196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6323115" y="1445861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23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.11.2022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4962996" y="2348589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4955668" y="1760175"/>
            <a:ext cx="0" cy="32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20272" y="2404485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FCB9EA28-B434-483B-9B05-26315B82880D}"/>
              </a:ext>
            </a:extLst>
          </p:cNvPr>
          <p:cNvSpPr txBox="1"/>
          <p:nvPr/>
        </p:nvSpPr>
        <p:spPr>
          <a:xfrm>
            <a:off x="788096" y="4501037"/>
            <a:ext cx="589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l’intéressé est admissible art. 30, quel sera le code chiffré à la DA ?</a:t>
            </a:r>
          </a:p>
        </p:txBody>
      </p:sp>
    </p:spTree>
    <p:extLst>
      <p:ext uri="{BB962C8B-B14F-4D97-AF65-F5344CB8AC3E}">
        <p14:creationId xmlns:p14="http://schemas.microsoft.com/office/powerpoint/2010/main" val="249929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récap. 6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685946" y="4564485"/>
            <a:ext cx="1506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au 1</a:t>
            </a:r>
            <a:r>
              <a:rPr kumimoji="0" lang="fr-BE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ier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jour de 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</a:t>
            </a:r>
            <a:r>
              <a:rPr lang="fr-BE" b="1" dirty="0">
                <a:solidFill>
                  <a:prstClr val="black"/>
                </a:solidFill>
                <a:latin typeface="Calibri"/>
              </a:rPr>
              <a:t>17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.11.2022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814501" y="3003593"/>
            <a:ext cx="6624730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16,5473 €/h brut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814501" y="2333993"/>
            <a:ext cx="0" cy="15840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256441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01.06.2017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39236" y="2341037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FCB9EA28-B434-483B-9B05-26315B82880D}"/>
              </a:ext>
            </a:extLst>
          </p:cNvPr>
          <p:cNvSpPr txBox="1"/>
          <p:nvPr/>
        </p:nvSpPr>
        <p:spPr>
          <a:xfrm>
            <a:off x="788096" y="4501037"/>
            <a:ext cx="5897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Quel sera le code chiffré à la DA ?</a:t>
            </a:r>
          </a:p>
        </p:txBody>
      </p:sp>
    </p:spTree>
    <p:extLst>
      <p:ext uri="{BB962C8B-B14F-4D97-AF65-F5344CB8AC3E}">
        <p14:creationId xmlns:p14="http://schemas.microsoft.com/office/powerpoint/2010/main" val="1556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récap. 7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685946" y="4564485"/>
            <a:ext cx="1506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au 1</a:t>
            </a:r>
            <a:r>
              <a:rPr kumimoji="0" lang="fr-BE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ier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jour de 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</a:t>
            </a:r>
            <a:r>
              <a:rPr lang="fr-BE" b="1" dirty="0">
                <a:solidFill>
                  <a:prstClr val="black"/>
                </a:solidFill>
                <a:latin typeface="Calibri"/>
              </a:rPr>
              <a:t>07</a:t>
            </a: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.11.2022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814501" y="3003593"/>
            <a:ext cx="662473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20/40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12,9999 €/h brut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814501" y="2333993"/>
            <a:ext cx="0" cy="1584000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256441" y="2010035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01.08.2018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39236" y="2341037"/>
            <a:ext cx="0" cy="216000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FCB9EA28-B434-483B-9B05-26315B82880D}"/>
              </a:ext>
            </a:extLst>
          </p:cNvPr>
          <p:cNvSpPr txBox="1"/>
          <p:nvPr/>
        </p:nvSpPr>
        <p:spPr>
          <a:xfrm>
            <a:off x="788096" y="4501037"/>
            <a:ext cx="5897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Quel sera le code chiffré à la DA ?</a:t>
            </a:r>
          </a:p>
        </p:txBody>
      </p:sp>
    </p:spTree>
    <p:extLst>
      <p:ext uri="{BB962C8B-B14F-4D97-AF65-F5344CB8AC3E}">
        <p14:creationId xmlns:p14="http://schemas.microsoft.com/office/powerpoint/2010/main" val="244335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Exercice récap. 8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7749687" y="4593369"/>
            <a:ext cx="1506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en CC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01.11.2022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442B9-4613-409D-8568-49E4ABC05CB9}"/>
              </a:ext>
            </a:extLst>
          </p:cNvPr>
          <p:cNvSpPr/>
          <p:nvPr/>
        </p:nvSpPr>
        <p:spPr>
          <a:xfrm>
            <a:off x="429795" y="3003593"/>
            <a:ext cx="1899128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36/36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19,4139€/h brut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44E5D82-6B20-4CBB-AA99-6582FC41D526}"/>
              </a:ext>
            </a:extLst>
          </p:cNvPr>
          <p:cNvCxnSpPr>
            <a:cxnSpLocks/>
          </p:cNvCxnSpPr>
          <p:nvPr/>
        </p:nvCxnSpPr>
        <p:spPr>
          <a:xfrm>
            <a:off x="404732" y="2333993"/>
            <a:ext cx="0" cy="158400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B1379A5-EC15-4B6C-BB79-DD7FA86010E4}"/>
              </a:ext>
            </a:extLst>
          </p:cNvPr>
          <p:cNvCxnSpPr>
            <a:cxnSpLocks/>
          </p:cNvCxnSpPr>
          <p:nvPr/>
        </p:nvCxnSpPr>
        <p:spPr>
          <a:xfrm>
            <a:off x="2328923" y="2364896"/>
            <a:ext cx="0" cy="158400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7DACC64-E6DA-41A9-B758-32F3DD8123B4}"/>
              </a:ext>
            </a:extLst>
          </p:cNvPr>
          <p:cNvSpPr txBox="1"/>
          <p:nvPr/>
        </p:nvSpPr>
        <p:spPr>
          <a:xfrm>
            <a:off x="-60856" y="2026342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03.04.2017</a:t>
            </a:r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C7A85D-AD4D-48BE-B612-E46B71D2D64B}"/>
              </a:ext>
            </a:extLst>
          </p:cNvPr>
          <p:cNvSpPr txBox="1"/>
          <p:nvPr/>
        </p:nvSpPr>
        <p:spPr>
          <a:xfrm>
            <a:off x="1646965" y="2026342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11.10.2020</a:t>
            </a:r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130B70-CCBF-4096-83F5-310E3A0D8E5A}"/>
              </a:ext>
            </a:extLst>
          </p:cNvPr>
          <p:cNvSpPr/>
          <p:nvPr/>
        </p:nvSpPr>
        <p:spPr>
          <a:xfrm>
            <a:off x="2346416" y="3002610"/>
            <a:ext cx="1798293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2549,89€/m brut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2E22DB7-A930-452F-A5BD-3BB76C314760}"/>
              </a:ext>
            </a:extLst>
          </p:cNvPr>
          <p:cNvSpPr txBox="1"/>
          <p:nvPr/>
        </p:nvSpPr>
        <p:spPr>
          <a:xfrm>
            <a:off x="1788356" y="1474201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12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.10.2020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68D779F-ECF7-45B0-BF1D-CC59CE488ABD}"/>
              </a:ext>
            </a:extLst>
          </p:cNvPr>
          <p:cNvSpPr txBox="1"/>
          <p:nvPr/>
        </p:nvSpPr>
        <p:spPr>
          <a:xfrm>
            <a:off x="3669992" y="1474201"/>
            <a:ext cx="1406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02.01.2022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1CFFE2-3C99-4ADC-8D60-43378C14D83B}"/>
              </a:ext>
            </a:extLst>
          </p:cNvPr>
          <p:cNvCxnSpPr>
            <a:cxnSpLocks/>
          </p:cNvCxnSpPr>
          <p:nvPr/>
        </p:nvCxnSpPr>
        <p:spPr>
          <a:xfrm>
            <a:off x="4150219" y="2364896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840D9C-9F88-4E4E-BB95-1E2D4E27A5E8}"/>
              </a:ext>
            </a:extLst>
          </p:cNvPr>
          <p:cNvCxnSpPr>
            <a:cxnSpLocks/>
          </p:cNvCxnSpPr>
          <p:nvPr/>
        </p:nvCxnSpPr>
        <p:spPr>
          <a:xfrm>
            <a:off x="4129464" y="1767535"/>
            <a:ext cx="0" cy="32400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E5125DF-C4AD-44A8-8D16-4DEB7ECF234D}"/>
              </a:ext>
            </a:extLst>
          </p:cNvPr>
          <p:cNvCxnSpPr>
            <a:cxnSpLocks/>
          </p:cNvCxnSpPr>
          <p:nvPr/>
        </p:nvCxnSpPr>
        <p:spPr>
          <a:xfrm>
            <a:off x="2353534" y="2364896"/>
            <a:ext cx="0" cy="158400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A9C5133-3DD9-4048-B976-301EFB8EB732}"/>
              </a:ext>
            </a:extLst>
          </p:cNvPr>
          <p:cNvCxnSpPr>
            <a:cxnSpLocks/>
          </p:cNvCxnSpPr>
          <p:nvPr/>
        </p:nvCxnSpPr>
        <p:spPr>
          <a:xfrm>
            <a:off x="2353534" y="1786883"/>
            <a:ext cx="0" cy="32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4DBCE8B-19B8-4662-8145-FAE5B0B7155C}"/>
              </a:ext>
            </a:extLst>
          </p:cNvPr>
          <p:cNvSpPr/>
          <p:nvPr/>
        </p:nvSpPr>
        <p:spPr>
          <a:xfrm>
            <a:off x="4150218" y="3005250"/>
            <a:ext cx="1791069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37/37</a:t>
            </a:r>
            <a:endParaRPr lang="fr-BE" b="1" dirty="0">
              <a:solidFill>
                <a:prstClr val="black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18,2655€/h brut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2C29F69-D12A-45A4-8FAF-6582BE952CC6}"/>
              </a:ext>
            </a:extLst>
          </p:cNvPr>
          <p:cNvCxnSpPr>
            <a:cxnSpLocks/>
          </p:cNvCxnSpPr>
          <p:nvPr/>
        </p:nvCxnSpPr>
        <p:spPr>
          <a:xfrm>
            <a:off x="4144709" y="2345638"/>
            <a:ext cx="0" cy="158400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104E6A0D-3BBD-40C4-8DBF-26857069725F}"/>
              </a:ext>
            </a:extLst>
          </p:cNvPr>
          <p:cNvSpPr txBox="1"/>
          <p:nvPr/>
        </p:nvSpPr>
        <p:spPr>
          <a:xfrm>
            <a:off x="3669992" y="2047156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03.01.2022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EBFD213-0CF3-41CD-ADE6-115B6194AD44}"/>
              </a:ext>
            </a:extLst>
          </p:cNvPr>
          <p:cNvSpPr txBox="1"/>
          <p:nvPr/>
        </p:nvSpPr>
        <p:spPr>
          <a:xfrm>
            <a:off x="5255442" y="2073043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30.01.2022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EA3B54A5-13D6-4FD9-9653-31539316A262}"/>
              </a:ext>
            </a:extLst>
          </p:cNvPr>
          <p:cNvCxnSpPr>
            <a:cxnSpLocks/>
          </p:cNvCxnSpPr>
          <p:nvPr/>
        </p:nvCxnSpPr>
        <p:spPr>
          <a:xfrm>
            <a:off x="5941287" y="2333010"/>
            <a:ext cx="0" cy="158400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1AFA104-C5B9-4AA6-BAF2-75AF7D8AF3CD}"/>
              </a:ext>
            </a:extLst>
          </p:cNvPr>
          <p:cNvSpPr/>
          <p:nvPr/>
        </p:nvSpPr>
        <p:spPr>
          <a:xfrm>
            <a:off x="5946796" y="3005387"/>
            <a:ext cx="1798293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Empl. 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38/38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2138,25€/m brut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9640ABA-CEEE-4BDF-92BF-E68C3632238D}"/>
              </a:ext>
            </a:extLst>
          </p:cNvPr>
          <p:cNvSpPr txBox="1"/>
          <p:nvPr/>
        </p:nvSpPr>
        <p:spPr>
          <a:xfrm>
            <a:off x="5405259" y="1487917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31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.01.2022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F3AF22E3-BB14-4C80-A378-86112C006F28}"/>
              </a:ext>
            </a:extLst>
          </p:cNvPr>
          <p:cNvSpPr txBox="1"/>
          <p:nvPr/>
        </p:nvSpPr>
        <p:spPr>
          <a:xfrm>
            <a:off x="7084293" y="1487917"/>
            <a:ext cx="111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6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30.09</a:t>
            </a:r>
            <a:r>
              <a:rPr kumimoji="0" lang="fr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.2022</a:t>
            </a: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E99B34F-4AA4-4AD9-822C-4D8F90882EE4}"/>
              </a:ext>
            </a:extLst>
          </p:cNvPr>
          <p:cNvCxnSpPr>
            <a:cxnSpLocks/>
          </p:cNvCxnSpPr>
          <p:nvPr/>
        </p:nvCxnSpPr>
        <p:spPr>
          <a:xfrm>
            <a:off x="7745089" y="1769638"/>
            <a:ext cx="0" cy="2160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5A001200-D74D-4184-A6AE-51B69CC7453D}"/>
              </a:ext>
            </a:extLst>
          </p:cNvPr>
          <p:cNvCxnSpPr>
            <a:cxnSpLocks/>
          </p:cNvCxnSpPr>
          <p:nvPr/>
        </p:nvCxnSpPr>
        <p:spPr>
          <a:xfrm>
            <a:off x="5935202" y="2333010"/>
            <a:ext cx="0" cy="158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309C3E1F-2CD0-4D5B-BA61-C41D07200349}"/>
              </a:ext>
            </a:extLst>
          </p:cNvPr>
          <p:cNvCxnSpPr>
            <a:cxnSpLocks/>
          </p:cNvCxnSpPr>
          <p:nvPr/>
        </p:nvCxnSpPr>
        <p:spPr>
          <a:xfrm>
            <a:off x="5935202" y="1786883"/>
            <a:ext cx="0" cy="324000"/>
          </a:xfrm>
          <a:prstGeom prst="line">
            <a:avLst/>
          </a:prstGeom>
          <a:ln w="2857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92EC8735-AA80-4D30-9566-1B346137886D}"/>
              </a:ext>
            </a:extLst>
          </p:cNvPr>
          <p:cNvSpPr txBox="1"/>
          <p:nvPr/>
        </p:nvSpPr>
        <p:spPr>
          <a:xfrm>
            <a:off x="788096" y="4501037"/>
            <a:ext cx="5897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l’intéressé est admissible art. 30, quel sera le code chiffré à la DA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9FDBD-0A90-427A-A24B-6ACE6561F5C1}"/>
              </a:ext>
            </a:extLst>
          </p:cNvPr>
          <p:cNvSpPr/>
          <p:nvPr/>
        </p:nvSpPr>
        <p:spPr>
          <a:xfrm>
            <a:off x="7740940" y="3002610"/>
            <a:ext cx="838623" cy="9037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inactif</a:t>
            </a:r>
          </a:p>
        </p:txBody>
      </p:sp>
      <p:cxnSp>
        <p:nvCxnSpPr>
          <p:cNvPr id="107520" name="Connecteur droit avec flèche 107519">
            <a:extLst>
              <a:ext uri="{FF2B5EF4-FFF2-40B4-BE49-F238E27FC236}">
                <a16:creationId xmlns:a16="http://schemas.microsoft.com/office/drawing/2014/main" id="{9337262D-7BD9-4AC2-B48C-61AE688BC9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79563" y="2411597"/>
            <a:ext cx="0" cy="216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D14CC5A-93CA-4F10-92DA-6DC1B380ADDB}"/>
              </a:ext>
            </a:extLst>
          </p:cNvPr>
          <p:cNvCxnSpPr>
            <a:cxnSpLocks/>
          </p:cNvCxnSpPr>
          <p:nvPr/>
        </p:nvCxnSpPr>
        <p:spPr>
          <a:xfrm>
            <a:off x="372109" y="3917993"/>
            <a:ext cx="83632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93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5D32BFEA545C4385104AB5091D3485" ma:contentTypeVersion="4" ma:contentTypeDescription="Crée un document." ma:contentTypeScope="" ma:versionID="0bb1294de808c5098690370d06029b9e">
  <xsd:schema xmlns:xsd="http://www.w3.org/2001/XMLSchema" xmlns:xs="http://www.w3.org/2001/XMLSchema" xmlns:p="http://schemas.microsoft.com/office/2006/metadata/properties" xmlns:ns2="447dc5be-6c5f-4788-b00f-a02e84403ceb" xmlns:ns3="41daa35d-0841-4078-8e3c-042c746e8d98" targetNamespace="http://schemas.microsoft.com/office/2006/metadata/properties" ma:root="true" ma:fieldsID="76ec0f4aec764fe0c01f4239d0947e3c" ns2:_="" ns3:_="">
    <xsd:import namespace="447dc5be-6c5f-4788-b00f-a02e84403ceb"/>
    <xsd:import namespace="41daa35d-0841-4078-8e3c-042c746e8d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dc5be-6c5f-4788-b00f-a02e84403c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aa35d-0841-4078-8e3c-042c746e8d9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Matériel Formation" ma:contentTypeID="0x01010011E8FC1629FD884B95A0235DC4123BD80037E0190D7060C1489B20FAF4695DD315" ma:contentTypeVersion="56" ma:contentTypeDescription="" ma:contentTypeScope="" ma:versionID="cd92e5dc8922b9f814c45ae25cc72c2f">
  <xsd:schema xmlns:xsd="http://www.w3.org/2001/XMLSchema" xmlns:xs="http://www.w3.org/2001/XMLSchema" xmlns:p="http://schemas.microsoft.com/office/2006/metadata/properties" xmlns:ns2="bdec1399-7c99-4025-bfb6-e1e799e6630a" xmlns:ns3="7d2a3af0-b854-4018-b3fb-98bf2b75e19a" xmlns:ns4="1e832426-6819-49af-b751-404cdfce1567" targetNamespace="http://schemas.microsoft.com/office/2006/metadata/properties" ma:root="true" ma:fieldsID="f74107414c9e56c27ee6d145e01d70b8" ns2:_="" ns3:_="" ns4:_="">
    <xsd:import namespace="bdec1399-7c99-4025-bfb6-e1e799e6630a"/>
    <xsd:import namespace="7d2a3af0-b854-4018-b3fb-98bf2b75e19a"/>
    <xsd:import namespace="1e832426-6819-49af-b751-404cdfce1567"/>
    <xsd:element name="properties">
      <xsd:complexType>
        <xsd:sequence>
          <xsd:element name="documentManagement">
            <xsd:complexType>
              <xsd:all>
                <xsd:element ref="ns2:Module" minOccurs="0"/>
                <xsd:element ref="ns2:Statut"/>
                <xsd:element ref="ns4:_dlc_DocIdPersistId" minOccurs="0"/>
                <xsd:element ref="ns2:md32eaf952984c26aec09f4d347b7a74" minOccurs="0"/>
                <xsd:element ref="ns4:TaxCatchAll" minOccurs="0"/>
                <xsd:element ref="ns4:TaxCatchAllLabel" minOccurs="0"/>
                <xsd:element ref="ns2:jf19b1af64ba461daa355c445df11db3" minOccurs="0"/>
                <xsd:element ref="ns2:j804b76d84c34da19371d405cb7d8703" minOccurs="0"/>
                <xsd:element ref="ns2:k7d10f80c005470c98686ee276ce795b" minOccurs="0"/>
                <xsd:element ref="ns4:_dlc_DocId" minOccurs="0"/>
                <xsd:element ref="ns2:occ5f7d46c654b18859d90e8d617f5d0" minOccurs="0"/>
                <xsd:element ref="ns4:_dlc_DocIdUr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ec1399-7c99-4025-bfb6-e1e799e6630a" elementFormDefault="qualified">
    <xsd:import namespace="http://schemas.microsoft.com/office/2006/documentManagement/types"/>
    <xsd:import namespace="http://schemas.microsoft.com/office/infopath/2007/PartnerControls"/>
    <xsd:element name="Module" ma:index="4" nillable="true" ma:displayName="Module" ma:description="Valeurs 1 à 80" ma:indexed="true" ma:internalName="Module" ma:readOnly="false" ma:percentage="FALSE">
      <xsd:simpleType>
        <xsd:restriction base="dms:Number">
          <xsd:maxInclusive value="80"/>
          <xsd:minInclusive value="0"/>
        </xsd:restriction>
      </xsd:simpleType>
    </xsd:element>
    <xsd:element name="Statut" ma:index="5" ma:displayName="Statut" ma:default="En cours" ma:format="RadioButtons" ma:indexed="true" ma:internalName="Statut" ma:readOnly="false">
      <xsd:simpleType>
        <xsd:restriction base="dms:Choice">
          <xsd:enumeration value="En cours"/>
          <xsd:enumeration value="Final"/>
          <xsd:enumeration value="Archive"/>
        </xsd:restriction>
      </xsd:simpleType>
    </xsd:element>
    <xsd:element name="md32eaf952984c26aec09f4d347b7a74" ma:index="11" nillable="true" ma:taxonomy="true" ma:internalName="md32eaf952984c26aec09f4d347b7a74" ma:taxonomyFieldName="Type_x0020_document" ma:displayName="Type document" ma:indexed="true" ma:readOnly="false" ma:fieldId="{6d32eaf9-5298-4c26-aec0-9f4d347b7a74}" ma:sspId="4a2598b1-08ab-4950-8754-92b55e3dff8f" ma:termSetId="2e89b6d9-ed4d-4b29-9fc3-ad84c74cbac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f19b1af64ba461daa355c445df11db3" ma:index="15" nillable="true" ma:taxonomy="true" ma:internalName="jf19b1af64ba461daa355c445df11db3" ma:taxonomyFieldName="Type_x0020_formation" ma:displayName="Type formation" ma:indexed="true" ma:readOnly="false" ma:fieldId="{3f19b1af-64ba-461d-aa35-5c445df11db3}" ma:sspId="4a2598b1-08ab-4950-8754-92b55e3dff8f" ma:termSetId="f1b6e414-f9e1-424a-b54b-6296e61f8b6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04b76d84c34da19371d405cb7d8703" ma:index="19" nillable="true" ma:taxonomy="true" ma:internalName="j804b76d84c34da19371d405cb7d8703" ma:taxonomyFieldName="Domaine" ma:displayName="Domaine" ma:readOnly="false" ma:fieldId="{3804b76d-84c3-4da1-9371-d405cb7d8703}" ma:taxonomyMulti="true" ma:sspId="4a2598b1-08ab-4950-8754-92b55e3dff8f" ma:termSetId="9aa396fc-6b21-4f6c-8f09-b5be8f19703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7d10f80c005470c98686ee276ce795b" ma:index="21" nillable="true" ma:taxonomy="true" ma:internalName="k7d10f80c005470c98686ee276ce795b" ma:taxonomyFieldName="Th_x00e8_me" ma:displayName="Thème" ma:readOnly="false" ma:fieldId="{47d10f80-c005-470c-9868-6ee276ce795b}" ma:taxonomyMulti="true" ma:sspId="4a2598b1-08ab-4950-8754-92b55e3dff8f" ma:termSetId="96e8d8b8-5f8c-4d13-a79b-e20e52e1720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cc5f7d46c654b18859d90e8d617f5d0" ma:index="23" nillable="true" ma:taxonomy="true" ma:internalName="occ5f7d46c654b18859d90e8d617f5d0" ma:taxonomyFieldName="Public_x0020_Cible" ma:displayName="Public Cible" ma:readOnly="false" ma:fieldId="{8cc5f7d4-6c65-4b18-859d-90e8d617f5d0}" ma:taxonomyMulti="true" ma:sspId="4a2598b1-08ab-4950-8754-92b55e3dff8f" ma:termSetId="15f25491-8512-4b98-b974-b3af985da75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2a3af0-b854-4018-b3fb-98bf2b75e1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8" nillable="true" ma:displayName="Tags" ma:internalName="MediaServiceAutoTags" ma:readOnly="true">
      <xsd:simpleType>
        <xsd:restriction base="dms:Text"/>
      </xsd:simpleType>
    </xsd:element>
    <xsd:element name="MediaServiceLocation" ma:index="29" nillable="true" ma:displayName="Location" ma:internalName="MediaServiceLocation" ma:readOnly="true">
      <xsd:simpleType>
        <xsd:restriction base="dms:Text"/>
      </xsd:simple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3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832426-6819-49af-b751-404cdfce1567" elementFormDefault="qualified">
    <xsd:import namespace="http://schemas.microsoft.com/office/2006/documentManagement/types"/>
    <xsd:import namespace="http://schemas.microsoft.com/office/infopath/2007/PartnerControls"/>
    <xsd:element name="_dlc_DocIdPersistId" ma:index="10" nillable="true" ma:displayName="Id blijven behouden" ma:description="Id behouden tijdens toevoegen." ma:hidden="true" ma:internalName="_dlc_DocIdPersistId" ma:readOnly="true">
      <xsd:simpleType>
        <xsd:restriction base="dms:Boolean"/>
      </xsd:simpleType>
    </xsd:element>
    <xsd:element name="TaxCatchAll" ma:index="12" nillable="true" ma:displayName="Taxonomy Catch All Column" ma:hidden="true" ma:list="{323679a5-830d-4928-9bb5-b6f35125faa4}" ma:internalName="TaxCatchAll" ma:readOnly="false" ma:showField="CatchAllData" ma:web="bdec1399-7c99-4025-bfb6-e1e799e663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323679a5-830d-4928-9bb5-b6f35125faa4}" ma:internalName="TaxCatchAllLabel" ma:readOnly="true" ma:showField="CatchAllDataLabel" ma:web="bdec1399-7c99-4025-bfb6-e1e799e663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2" nillable="true" ma:displayName="Valeur d’ID de document" ma:description="Valeur de l’ID de document affecté à cet élément." ma:internalName="_dlc_DocId" ma:readOnly="true">
      <xsd:simpleType>
        <xsd:restriction base="dms:Text"/>
      </xsd:simpleType>
    </xsd:element>
    <xsd:element name="_dlc_DocIdUrl" ma:index="24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4" ma:displayName="Type de contenu"/>
        <xsd:element ref="dc:title" minOccurs="0" maxOccurs="1" ma:index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421B7F-FF76-4556-9D00-97989244EA8E}">
  <ds:schemaRefs>
    <ds:schemaRef ds:uri="http://purl.org/dc/terms/"/>
    <ds:schemaRef ds:uri="7d2a3af0-b854-4018-b3fb-98bf2b75e19a"/>
    <ds:schemaRef ds:uri="http://purl.org/dc/dcmitype/"/>
    <ds:schemaRef ds:uri="1e832426-6819-49af-b751-404cdfce1567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bdec1399-7c99-4025-bfb6-e1e799e6630a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349DAF4-D22F-4472-8302-5917712EA0B2}"/>
</file>

<file path=customXml/itemProps3.xml><?xml version="1.0" encoding="utf-8"?>
<ds:datastoreItem xmlns:ds="http://schemas.openxmlformats.org/officeDocument/2006/customXml" ds:itemID="{83516B90-90DA-4066-A9CB-025C19B342A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6FDB746-6BD7-4909-B712-DDB95A89E6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ec1399-7c99-4025-bfb6-e1e799e6630a"/>
    <ds:schemaRef ds:uri="7d2a3af0-b854-4018-b3fb-98bf2b75e19a"/>
    <ds:schemaRef ds:uri="1e832426-6819-49af-b751-404cdfce15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14740</TotalTime>
  <Words>1974</Words>
  <Application>Microsoft Office PowerPoint</Application>
  <PresentationFormat>Affichage à l'écran (4:3)</PresentationFormat>
  <Paragraphs>413</Paragraphs>
  <Slides>32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Times New Roman</vt:lpstr>
      <vt:lpstr>Wingdings</vt:lpstr>
      <vt:lpstr>Thème Office</vt:lpstr>
      <vt:lpstr> Code chiffré </vt:lpstr>
      <vt:lpstr>Table des matières</vt:lpstr>
      <vt:lpstr>1. Détermination du code chiffré</vt:lpstr>
      <vt:lpstr>1.1. Règle générale</vt:lpstr>
      <vt:lpstr>1.1.1. Dernière période ≥ 4 semaines</vt:lpstr>
      <vt:lpstr>Exercice 1</vt:lpstr>
      <vt:lpstr>Exercice 2</vt:lpstr>
      <vt:lpstr>1.1.2. Rémunération</vt:lpstr>
      <vt:lpstr>1.1.2. Rémunération</vt:lpstr>
      <vt:lpstr>1.1.2. Rémunération</vt:lpstr>
      <vt:lpstr>1.1.3. Base de calcul</vt:lpstr>
      <vt:lpstr>1.1.4. Spécificités</vt:lpstr>
      <vt:lpstr>1.2. Formules  Admission temps plein*</vt:lpstr>
      <vt:lpstr>1.2. Formules  Admission temps plein*</vt:lpstr>
      <vt:lpstr>1.2. Formules  Admission temps partiel volontaire*</vt:lpstr>
      <vt:lpstr>1.2. Formules  Admission temps partiel volontaire*</vt:lpstr>
      <vt:lpstr>Exercice 3</vt:lpstr>
      <vt:lpstr>Exercice 4</vt:lpstr>
      <vt:lpstr>1.3. Barèmes</vt:lpstr>
      <vt:lpstr>Exercice 5</vt:lpstr>
      <vt:lpstr>1.4. Notion de « revalorisation »</vt:lpstr>
      <vt:lpstr>1.4. Notion de « revalorisation »</vt:lpstr>
      <vt:lpstr> 1.4 Notion de « revalorisation »</vt:lpstr>
      <vt:lpstr>Exercice 6</vt:lpstr>
      <vt:lpstr>Exercice récap. 1</vt:lpstr>
      <vt:lpstr>Exercice récap. 2</vt:lpstr>
      <vt:lpstr>Exercice récap. 3</vt:lpstr>
      <vt:lpstr>Exercice récap. 4</vt:lpstr>
      <vt:lpstr>Exercice récap. 5</vt:lpstr>
      <vt:lpstr>Exercice récap. 6</vt:lpstr>
      <vt:lpstr>Exercice récap. 7</vt:lpstr>
      <vt:lpstr>Exercice récap. 8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FCJ-M05-Code chiffré-Participants</dc:title>
  <dc:creator>u99lge</dc:creator>
  <cp:lastModifiedBy>Jerome Martini</cp:lastModifiedBy>
  <cp:revision>741</cp:revision>
  <cp:lastPrinted>2015-10-01T11:22:53Z</cp:lastPrinted>
  <dcterms:created xsi:type="dcterms:W3CDTF">2010-09-22T12:12:06Z</dcterms:created>
  <dcterms:modified xsi:type="dcterms:W3CDTF">2022-11-23T10:11:54Z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17;#Admissibilité|d1ac0b1f-1e4c-4aa8-9a97-5b01e61985ba;#18;#Vérités|91331765-02c2-47c0-8605-37a5a3e877f2</vt:lpwstr>
  </property>
  <property fmtid="{D5CDD505-2E9C-101B-9397-08002B2CF9AE}" pid="7" name="Thème">
    <vt:lpwstr>58;#Code chiffré AR111|f9bd321e-df7c-4096-92c8-234d24682c94</vt:lpwstr>
  </property>
  <property fmtid="{D5CDD505-2E9C-101B-9397-08002B2CF9AE}" pid="8" name="Order">
    <vt:r8>245100</vt:r8>
  </property>
  <property fmtid="{D5CDD505-2E9C-101B-9397-08002B2CF9AE}" pid="9" name="_dlc_DocIdItemGuid">
    <vt:lpwstr>51462ab3-b8e8-44a6-bace-3a31ac3d8fb1</vt:lpwstr>
  </property>
  <property fmtid="{D5CDD505-2E9C-101B-9397-08002B2CF9AE}" pid="10" name="AuthorIds_UIVersion_1536">
    <vt:lpwstr>23</vt:lpwstr>
  </property>
  <property fmtid="{D5CDD505-2E9C-101B-9397-08002B2CF9AE}" pid="11" name="AuthorIds_UIVersion_2048">
    <vt:lpwstr>23</vt:lpwstr>
  </property>
  <property fmtid="{D5CDD505-2E9C-101B-9397-08002B2CF9AE}" pid="12" name="AuthorIds_UIVersion_2560">
    <vt:lpwstr>23</vt:lpwstr>
  </property>
</Properties>
</file>