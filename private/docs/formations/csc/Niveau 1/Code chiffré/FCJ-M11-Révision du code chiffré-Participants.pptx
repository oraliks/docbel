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5"/>
  </p:sldMasterIdLst>
  <p:notesMasterIdLst>
    <p:notesMasterId r:id="rId30"/>
  </p:notesMasterIdLst>
  <p:handoutMasterIdLst>
    <p:handoutMasterId r:id="rId31"/>
  </p:handoutMasterIdLst>
  <p:sldIdLst>
    <p:sldId id="530" r:id="rId6"/>
    <p:sldId id="515" r:id="rId7"/>
    <p:sldId id="512" r:id="rId8"/>
    <p:sldId id="516" r:id="rId9"/>
    <p:sldId id="641" r:id="rId10"/>
    <p:sldId id="377" r:id="rId11"/>
    <p:sldId id="376" r:id="rId12"/>
    <p:sldId id="383" r:id="rId13"/>
    <p:sldId id="381" r:id="rId14"/>
    <p:sldId id="424" r:id="rId15"/>
    <p:sldId id="426" r:id="rId16"/>
    <p:sldId id="651" r:id="rId17"/>
    <p:sldId id="430" r:id="rId18"/>
    <p:sldId id="436" r:id="rId19"/>
    <p:sldId id="653" r:id="rId20"/>
    <p:sldId id="542" r:id="rId21"/>
    <p:sldId id="619" r:id="rId22"/>
    <p:sldId id="620" r:id="rId23"/>
    <p:sldId id="621" r:id="rId24"/>
    <p:sldId id="622" r:id="rId25"/>
    <p:sldId id="642" r:id="rId26"/>
    <p:sldId id="649" r:id="rId27"/>
    <p:sldId id="644" r:id="rId28"/>
    <p:sldId id="636" r:id="rId29"/>
  </p:sldIdLst>
  <p:sldSz cx="9144000" cy="6858000" type="screen4x3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008000"/>
    <a:srgbClr val="FF9933"/>
    <a:srgbClr val="00FF00"/>
    <a:srgbClr val="003399"/>
    <a:srgbClr val="6699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68" autoAdjust="0"/>
    <p:restoredTop sz="94434" autoAdjust="0"/>
  </p:normalViewPr>
  <p:slideViewPr>
    <p:cSldViewPr>
      <p:cViewPr varScale="1">
        <p:scale>
          <a:sx n="82" d="100"/>
          <a:sy n="82" d="100"/>
        </p:scale>
        <p:origin x="950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e Kempeneers" userId="7fe23b60-4bae-4d51-bbca-d56744d0251e" providerId="ADAL" clId="{AA4232BB-0CA2-4855-8C8C-E7AED465F4E3}"/>
    <pc:docChg chg="addSld delSld modSld delMainMaster">
      <pc:chgData name="Jeremie Kempeneers" userId="7fe23b60-4bae-4d51-bbca-d56744d0251e" providerId="ADAL" clId="{AA4232BB-0CA2-4855-8C8C-E7AED465F4E3}" dt="2022-04-20T17:32:50.480" v="32"/>
      <pc:docMkLst>
        <pc:docMk/>
      </pc:docMkLst>
      <pc:sldChg chg="add del">
        <pc:chgData name="Jeremie Kempeneers" userId="7fe23b60-4bae-4d51-bbca-d56744d0251e" providerId="ADAL" clId="{AA4232BB-0CA2-4855-8C8C-E7AED465F4E3}" dt="2022-04-20T17:30:10.496" v="1"/>
        <pc:sldMkLst>
          <pc:docMk/>
          <pc:sldMk cId="2342169252" sldId="376"/>
        </pc:sldMkLst>
      </pc:sldChg>
      <pc:sldChg chg="add del">
        <pc:chgData name="Jeremie Kempeneers" userId="7fe23b60-4bae-4d51-bbca-d56744d0251e" providerId="ADAL" clId="{AA4232BB-0CA2-4855-8C8C-E7AED465F4E3}" dt="2022-04-20T17:30:10.496" v="1"/>
        <pc:sldMkLst>
          <pc:docMk/>
          <pc:sldMk cId="1612122200" sldId="377"/>
        </pc:sldMkLst>
      </pc:sldChg>
      <pc:sldChg chg="add del">
        <pc:chgData name="Jeremie Kempeneers" userId="7fe23b60-4bae-4d51-bbca-d56744d0251e" providerId="ADAL" clId="{AA4232BB-0CA2-4855-8C8C-E7AED465F4E3}" dt="2022-04-20T17:30:10.496" v="1"/>
        <pc:sldMkLst>
          <pc:docMk/>
          <pc:sldMk cId="1620331390" sldId="381"/>
        </pc:sldMkLst>
      </pc:sldChg>
      <pc:sldChg chg="add del">
        <pc:chgData name="Jeremie Kempeneers" userId="7fe23b60-4bae-4d51-bbca-d56744d0251e" providerId="ADAL" clId="{AA4232BB-0CA2-4855-8C8C-E7AED465F4E3}" dt="2022-04-20T17:30:10.496" v="1"/>
        <pc:sldMkLst>
          <pc:docMk/>
          <pc:sldMk cId="974359549" sldId="383"/>
        </pc:sldMkLst>
      </pc:sldChg>
      <pc:sldChg chg="add del">
        <pc:chgData name="Jeremie Kempeneers" userId="7fe23b60-4bae-4d51-bbca-d56744d0251e" providerId="ADAL" clId="{AA4232BB-0CA2-4855-8C8C-E7AED465F4E3}" dt="2022-04-20T17:30:10.496" v="1"/>
        <pc:sldMkLst>
          <pc:docMk/>
          <pc:sldMk cId="3170733073" sldId="424"/>
        </pc:sldMkLst>
      </pc:sldChg>
      <pc:sldChg chg="del">
        <pc:chgData name="Jeremie Kempeneers" userId="7fe23b60-4bae-4d51-bbca-d56744d0251e" providerId="ADAL" clId="{AA4232BB-0CA2-4855-8C8C-E7AED465F4E3}" dt="2022-04-20T17:30:49.025" v="3" actId="47"/>
        <pc:sldMkLst>
          <pc:docMk/>
          <pc:sldMk cId="3804994844" sldId="426"/>
        </pc:sldMkLst>
      </pc:sldChg>
      <pc:sldChg chg="del">
        <pc:chgData name="Jeremie Kempeneers" userId="7fe23b60-4bae-4d51-bbca-d56744d0251e" providerId="ADAL" clId="{AA4232BB-0CA2-4855-8C8C-E7AED465F4E3}" dt="2022-04-20T17:30:49.025" v="3" actId="47"/>
        <pc:sldMkLst>
          <pc:docMk/>
          <pc:sldMk cId="3306475685" sldId="430"/>
        </pc:sldMkLst>
      </pc:sldChg>
      <pc:sldChg chg="del">
        <pc:chgData name="Jeremie Kempeneers" userId="7fe23b60-4bae-4d51-bbca-d56744d0251e" providerId="ADAL" clId="{AA4232BB-0CA2-4855-8C8C-E7AED465F4E3}" dt="2022-04-20T17:30:49.025" v="3" actId="47"/>
        <pc:sldMkLst>
          <pc:docMk/>
          <pc:sldMk cId="4119805823" sldId="436"/>
        </pc:sldMkLst>
      </pc:sldChg>
      <pc:sldChg chg="del">
        <pc:chgData name="Jeremie Kempeneers" userId="7fe23b60-4bae-4d51-bbca-d56744d0251e" providerId="ADAL" clId="{AA4232BB-0CA2-4855-8C8C-E7AED465F4E3}" dt="2022-04-20T17:30:50.726" v="4" actId="47"/>
        <pc:sldMkLst>
          <pc:docMk/>
          <pc:sldMk cId="1184614380" sldId="486"/>
        </pc:sldMkLst>
      </pc:sldChg>
      <pc:sldChg chg="add del">
        <pc:chgData name="Jeremie Kempeneers" userId="7fe23b60-4bae-4d51-bbca-d56744d0251e" providerId="ADAL" clId="{AA4232BB-0CA2-4855-8C8C-E7AED465F4E3}" dt="2022-04-20T17:30:10.496" v="1"/>
        <pc:sldMkLst>
          <pc:docMk/>
          <pc:sldMk cId="2193698583" sldId="512"/>
        </pc:sldMkLst>
      </pc:sldChg>
      <pc:sldChg chg="modSp add del mod">
        <pc:chgData name="Jeremie Kempeneers" userId="7fe23b60-4bae-4d51-bbca-d56744d0251e" providerId="ADAL" clId="{AA4232BB-0CA2-4855-8C8C-E7AED465F4E3}" dt="2022-04-20T17:32:09.673" v="31" actId="20577"/>
        <pc:sldMkLst>
          <pc:docMk/>
          <pc:sldMk cId="3340783125" sldId="515"/>
        </pc:sldMkLst>
        <pc:spChg chg="mod">
          <ac:chgData name="Jeremie Kempeneers" userId="7fe23b60-4bae-4d51-bbca-d56744d0251e" providerId="ADAL" clId="{AA4232BB-0CA2-4855-8C8C-E7AED465F4E3}" dt="2022-04-20T17:32:09.673" v="31" actId="20577"/>
          <ac:spMkLst>
            <pc:docMk/>
            <pc:sldMk cId="3340783125" sldId="515"/>
            <ac:spMk id="15" creationId="{00000000-0000-0000-0000-000000000000}"/>
          </ac:spMkLst>
        </pc:spChg>
      </pc:sldChg>
      <pc:sldChg chg="add del">
        <pc:chgData name="Jeremie Kempeneers" userId="7fe23b60-4bae-4d51-bbca-d56744d0251e" providerId="ADAL" clId="{AA4232BB-0CA2-4855-8C8C-E7AED465F4E3}" dt="2022-04-20T17:30:10.496" v="1"/>
        <pc:sldMkLst>
          <pc:docMk/>
          <pc:sldMk cId="504683420" sldId="516"/>
        </pc:sldMkLst>
      </pc:sldChg>
      <pc:sldChg chg="add del">
        <pc:chgData name="Jeremie Kempeneers" userId="7fe23b60-4bae-4d51-bbca-d56744d0251e" providerId="ADAL" clId="{AA4232BB-0CA2-4855-8C8C-E7AED465F4E3}" dt="2022-04-20T17:32:50.480" v="32"/>
        <pc:sldMkLst>
          <pc:docMk/>
          <pc:sldMk cId="3446014095" sldId="530"/>
        </pc:sldMkLst>
      </pc:sldChg>
      <pc:sldChg chg="add del">
        <pc:chgData name="Jeremie Kempeneers" userId="7fe23b60-4bae-4d51-bbca-d56744d0251e" providerId="ADAL" clId="{AA4232BB-0CA2-4855-8C8C-E7AED465F4E3}" dt="2022-04-20T17:31:26.053" v="7"/>
        <pc:sldMkLst>
          <pc:docMk/>
          <pc:sldMk cId="791080085" sldId="542"/>
        </pc:sldMkLst>
      </pc:sldChg>
      <pc:sldChg chg="add del">
        <pc:chgData name="Jeremie Kempeneers" userId="7fe23b60-4bae-4d51-bbca-d56744d0251e" providerId="ADAL" clId="{AA4232BB-0CA2-4855-8C8C-E7AED465F4E3}" dt="2022-04-20T17:31:26.053" v="7"/>
        <pc:sldMkLst>
          <pc:docMk/>
          <pc:sldMk cId="375675802" sldId="619"/>
        </pc:sldMkLst>
      </pc:sldChg>
      <pc:sldChg chg="add del">
        <pc:chgData name="Jeremie Kempeneers" userId="7fe23b60-4bae-4d51-bbca-d56744d0251e" providerId="ADAL" clId="{AA4232BB-0CA2-4855-8C8C-E7AED465F4E3}" dt="2022-04-20T17:31:26.053" v="7"/>
        <pc:sldMkLst>
          <pc:docMk/>
          <pc:sldMk cId="146402797" sldId="620"/>
        </pc:sldMkLst>
      </pc:sldChg>
      <pc:sldChg chg="add del">
        <pc:chgData name="Jeremie Kempeneers" userId="7fe23b60-4bae-4d51-bbca-d56744d0251e" providerId="ADAL" clId="{AA4232BB-0CA2-4855-8C8C-E7AED465F4E3}" dt="2022-04-20T17:31:26.053" v="7"/>
        <pc:sldMkLst>
          <pc:docMk/>
          <pc:sldMk cId="1117517411" sldId="621"/>
        </pc:sldMkLst>
      </pc:sldChg>
      <pc:sldChg chg="add del">
        <pc:chgData name="Jeremie Kempeneers" userId="7fe23b60-4bae-4d51-bbca-d56744d0251e" providerId="ADAL" clId="{AA4232BB-0CA2-4855-8C8C-E7AED465F4E3}" dt="2022-04-20T17:31:26.053" v="7"/>
        <pc:sldMkLst>
          <pc:docMk/>
          <pc:sldMk cId="114020337" sldId="622"/>
        </pc:sldMkLst>
      </pc:sldChg>
      <pc:sldChg chg="add del">
        <pc:chgData name="Jeremie Kempeneers" userId="7fe23b60-4bae-4d51-bbca-d56744d0251e" providerId="ADAL" clId="{AA4232BB-0CA2-4855-8C8C-E7AED465F4E3}" dt="2022-04-20T17:31:26.053" v="7"/>
        <pc:sldMkLst>
          <pc:docMk/>
          <pc:sldMk cId="2816719874" sldId="636"/>
        </pc:sldMkLst>
      </pc:sldChg>
      <pc:sldChg chg="add del">
        <pc:chgData name="Jeremie Kempeneers" userId="7fe23b60-4bae-4d51-bbca-d56744d0251e" providerId="ADAL" clId="{AA4232BB-0CA2-4855-8C8C-E7AED465F4E3}" dt="2022-04-20T17:30:10.496" v="1"/>
        <pc:sldMkLst>
          <pc:docMk/>
          <pc:sldMk cId="3660050697" sldId="641"/>
        </pc:sldMkLst>
      </pc:sldChg>
      <pc:sldChg chg="add del">
        <pc:chgData name="Jeremie Kempeneers" userId="7fe23b60-4bae-4d51-bbca-d56744d0251e" providerId="ADAL" clId="{AA4232BB-0CA2-4855-8C8C-E7AED465F4E3}" dt="2022-04-20T17:31:26.053" v="7"/>
        <pc:sldMkLst>
          <pc:docMk/>
          <pc:sldMk cId="1465646043" sldId="642"/>
        </pc:sldMkLst>
      </pc:sldChg>
      <pc:sldChg chg="add del">
        <pc:chgData name="Jeremie Kempeneers" userId="7fe23b60-4bae-4d51-bbca-d56744d0251e" providerId="ADAL" clId="{AA4232BB-0CA2-4855-8C8C-E7AED465F4E3}" dt="2022-04-20T17:31:26.053" v="7"/>
        <pc:sldMkLst>
          <pc:docMk/>
          <pc:sldMk cId="820900608" sldId="644"/>
        </pc:sldMkLst>
      </pc:sldChg>
      <pc:sldChg chg="add del">
        <pc:chgData name="Jeremie Kempeneers" userId="7fe23b60-4bae-4d51-bbca-d56744d0251e" providerId="ADAL" clId="{AA4232BB-0CA2-4855-8C8C-E7AED465F4E3}" dt="2022-04-20T17:31:26.053" v="7"/>
        <pc:sldMkLst>
          <pc:docMk/>
          <pc:sldMk cId="790220645" sldId="649"/>
        </pc:sldMkLst>
      </pc:sldChg>
      <pc:sldChg chg="del">
        <pc:chgData name="Jeremie Kempeneers" userId="7fe23b60-4bae-4d51-bbca-d56744d0251e" providerId="ADAL" clId="{AA4232BB-0CA2-4855-8C8C-E7AED465F4E3}" dt="2022-04-20T17:30:49.025" v="3" actId="47"/>
        <pc:sldMkLst>
          <pc:docMk/>
          <pc:sldMk cId="3427003078" sldId="651"/>
        </pc:sldMkLst>
      </pc:sldChg>
      <pc:sldChg chg="del">
        <pc:chgData name="Jeremie Kempeneers" userId="7fe23b60-4bae-4d51-bbca-d56744d0251e" providerId="ADAL" clId="{AA4232BB-0CA2-4855-8C8C-E7AED465F4E3}" dt="2022-04-20T17:30:53.224" v="5" actId="47"/>
        <pc:sldMkLst>
          <pc:docMk/>
          <pc:sldMk cId="4064542958" sldId="653"/>
        </pc:sldMkLst>
      </pc:sldChg>
      <pc:sldChg chg="add">
        <pc:chgData name="Jeremie Kempeneers" userId="7fe23b60-4bae-4d51-bbca-d56744d0251e" providerId="ADAL" clId="{AA4232BB-0CA2-4855-8C8C-E7AED465F4E3}" dt="2022-04-20T17:30:39.007" v="2"/>
        <pc:sldMkLst>
          <pc:docMk/>
          <pc:sldMk cId="341915424" sldId="654"/>
        </pc:sldMkLst>
      </pc:sldChg>
      <pc:sldChg chg="add">
        <pc:chgData name="Jeremie Kempeneers" userId="7fe23b60-4bae-4d51-bbca-d56744d0251e" providerId="ADAL" clId="{AA4232BB-0CA2-4855-8C8C-E7AED465F4E3}" dt="2022-04-20T17:30:39.007" v="2"/>
        <pc:sldMkLst>
          <pc:docMk/>
          <pc:sldMk cId="2198100208" sldId="655"/>
        </pc:sldMkLst>
      </pc:sldChg>
      <pc:sldChg chg="add">
        <pc:chgData name="Jeremie Kempeneers" userId="7fe23b60-4bae-4d51-bbca-d56744d0251e" providerId="ADAL" clId="{AA4232BB-0CA2-4855-8C8C-E7AED465F4E3}" dt="2022-04-20T17:30:39.007" v="2"/>
        <pc:sldMkLst>
          <pc:docMk/>
          <pc:sldMk cId="587110559" sldId="656"/>
        </pc:sldMkLst>
      </pc:sldChg>
      <pc:sldChg chg="add">
        <pc:chgData name="Jeremie Kempeneers" userId="7fe23b60-4bae-4d51-bbca-d56744d0251e" providerId="ADAL" clId="{AA4232BB-0CA2-4855-8C8C-E7AED465F4E3}" dt="2022-04-20T17:30:39.007" v="2"/>
        <pc:sldMkLst>
          <pc:docMk/>
          <pc:sldMk cId="2749909761" sldId="657"/>
        </pc:sldMkLst>
      </pc:sldChg>
      <pc:sldMasterChg chg="del delSldLayout">
        <pc:chgData name="Jeremie Kempeneers" userId="7fe23b60-4bae-4d51-bbca-d56744d0251e" providerId="ADAL" clId="{AA4232BB-0CA2-4855-8C8C-E7AED465F4E3}" dt="2022-04-20T17:30:50.726" v="4" actId="47"/>
        <pc:sldMasterMkLst>
          <pc:docMk/>
          <pc:sldMasterMk cId="2464725714" sldId="2147483660"/>
        </pc:sldMasterMkLst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2143165644" sldId="2147483661"/>
          </pc:sldLayoutMkLst>
        </pc:sldLayoutChg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4032633875" sldId="2147483662"/>
          </pc:sldLayoutMkLst>
        </pc:sldLayoutChg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3629251570" sldId="2147483663"/>
          </pc:sldLayoutMkLst>
        </pc:sldLayoutChg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2600697143" sldId="2147483664"/>
          </pc:sldLayoutMkLst>
        </pc:sldLayoutChg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4286668659" sldId="2147483665"/>
          </pc:sldLayoutMkLst>
        </pc:sldLayoutChg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2291102154" sldId="2147483666"/>
          </pc:sldLayoutMkLst>
        </pc:sldLayoutChg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1317044833" sldId="2147483667"/>
          </pc:sldLayoutMkLst>
        </pc:sldLayoutChg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3512348007" sldId="2147483668"/>
          </pc:sldLayoutMkLst>
        </pc:sldLayoutChg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1522485465" sldId="2147483669"/>
          </pc:sldLayoutMkLst>
        </pc:sldLayoutChg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600260954" sldId="2147483670"/>
          </pc:sldLayoutMkLst>
        </pc:sldLayoutChg>
        <pc:sldLayoutChg chg="del">
          <pc:chgData name="Jeremie Kempeneers" userId="7fe23b60-4bae-4d51-bbca-d56744d0251e" providerId="ADAL" clId="{AA4232BB-0CA2-4855-8C8C-E7AED465F4E3}" dt="2022-04-20T17:30:50.726" v="4" actId="47"/>
          <pc:sldLayoutMkLst>
            <pc:docMk/>
            <pc:sldMasterMk cId="2464725714" sldId="2147483660"/>
            <pc:sldLayoutMk cId="3850542315" sldId="2147483671"/>
          </pc:sldLayoutMkLst>
        </pc:sldLayoutChg>
      </pc:sldMasterChg>
    </pc:docChg>
  </pc:docChgLst>
  <pc:docChgLst>
    <pc:chgData name="Jerome Martini" userId="cf445fd1-bb94-431f-9d69-de636e77a98d" providerId="ADAL" clId="{413AEB09-C0C9-4D66-BA6A-845ABA1DC303}"/>
    <pc:docChg chg="delSld modSld">
      <pc:chgData name="Jerome Martini" userId="cf445fd1-bb94-431f-9d69-de636e77a98d" providerId="ADAL" clId="{413AEB09-C0C9-4D66-BA6A-845ABA1DC303}" dt="2022-11-29T22:21:42.226" v="17" actId="47"/>
      <pc:docMkLst>
        <pc:docMk/>
      </pc:docMkLst>
      <pc:sldChg chg="del">
        <pc:chgData name="Jerome Martini" userId="cf445fd1-bb94-431f-9d69-de636e77a98d" providerId="ADAL" clId="{413AEB09-C0C9-4D66-BA6A-845ABA1DC303}" dt="2022-11-29T22:08:02.881" v="8" actId="47"/>
        <pc:sldMkLst>
          <pc:docMk/>
          <pc:sldMk cId="3170733073" sldId="424"/>
        </pc:sldMkLst>
      </pc:sldChg>
      <pc:sldChg chg="modSp mod">
        <pc:chgData name="Jerome Martini" userId="cf445fd1-bb94-431f-9d69-de636e77a98d" providerId="ADAL" clId="{413AEB09-C0C9-4D66-BA6A-845ABA1DC303}" dt="2022-11-29T22:07:35.319" v="7" actId="20577"/>
        <pc:sldMkLst>
          <pc:docMk/>
          <pc:sldMk cId="3446014095" sldId="530"/>
        </pc:sldMkLst>
        <pc:spChg chg="mod">
          <ac:chgData name="Jerome Martini" userId="cf445fd1-bb94-431f-9d69-de636e77a98d" providerId="ADAL" clId="{413AEB09-C0C9-4D66-BA6A-845ABA1DC303}" dt="2022-11-29T22:07:35.319" v="7" actId="20577"/>
          <ac:spMkLst>
            <pc:docMk/>
            <pc:sldMk cId="3446014095" sldId="530"/>
            <ac:spMk id="5" creationId="{A8652207-8475-44F3-A4F3-2855C69D2A6A}"/>
          </ac:spMkLst>
        </pc:spChg>
      </pc:sldChg>
      <pc:sldChg chg="del">
        <pc:chgData name="Jerome Martini" userId="cf445fd1-bb94-431f-9d69-de636e77a98d" providerId="ADAL" clId="{413AEB09-C0C9-4D66-BA6A-845ABA1DC303}" dt="2022-11-29T22:21:42.226" v="17" actId="47"/>
        <pc:sldMkLst>
          <pc:docMk/>
          <pc:sldMk cId="2816719874" sldId="636"/>
        </pc:sldMkLst>
      </pc:sldChg>
      <pc:sldChg chg="del">
        <pc:chgData name="Jerome Martini" userId="cf445fd1-bb94-431f-9d69-de636e77a98d" providerId="ADAL" clId="{413AEB09-C0C9-4D66-BA6A-845ABA1DC303}" dt="2022-11-29T22:21:34.587" v="16" actId="47"/>
        <pc:sldMkLst>
          <pc:docMk/>
          <pc:sldMk cId="820900608" sldId="644"/>
        </pc:sldMkLst>
      </pc:sldChg>
      <pc:sldChg chg="modSp mod">
        <pc:chgData name="Jerome Martini" userId="cf445fd1-bb94-431f-9d69-de636e77a98d" providerId="ADAL" clId="{413AEB09-C0C9-4D66-BA6A-845ABA1DC303}" dt="2022-11-29T22:10:05.010" v="15" actId="20577"/>
        <pc:sldMkLst>
          <pc:docMk/>
          <pc:sldMk cId="4064542958" sldId="653"/>
        </pc:sldMkLst>
        <pc:spChg chg="mod">
          <ac:chgData name="Jerome Martini" userId="cf445fd1-bb94-431f-9d69-de636e77a98d" providerId="ADAL" clId="{413AEB09-C0C9-4D66-BA6A-845ABA1DC303}" dt="2022-11-29T22:10:05.010" v="15" actId="20577"/>
          <ac:spMkLst>
            <pc:docMk/>
            <pc:sldMk cId="4064542958" sldId="653"/>
            <ac:spMk id="6" creationId="{00000000-0000-0000-0000-000000000000}"/>
          </ac:spMkLst>
        </pc:spChg>
      </pc:sldChg>
      <pc:sldChg chg="del">
        <pc:chgData name="Jerome Martini" userId="cf445fd1-bb94-431f-9d69-de636e77a98d" providerId="ADAL" clId="{413AEB09-C0C9-4D66-BA6A-845ABA1DC303}" dt="2022-11-29T22:08:25.268" v="9" actId="47"/>
        <pc:sldMkLst>
          <pc:docMk/>
          <pc:sldMk cId="341915424" sldId="654"/>
        </pc:sldMkLst>
      </pc:sldChg>
      <pc:sldChg chg="del">
        <pc:chgData name="Jerome Martini" userId="cf445fd1-bb94-431f-9d69-de636e77a98d" providerId="ADAL" clId="{413AEB09-C0C9-4D66-BA6A-845ABA1DC303}" dt="2022-11-29T22:08:46.300" v="10" actId="47"/>
        <pc:sldMkLst>
          <pc:docMk/>
          <pc:sldMk cId="2198100208" sldId="655"/>
        </pc:sldMkLst>
      </pc:sldChg>
      <pc:sldChg chg="del">
        <pc:chgData name="Jerome Martini" userId="cf445fd1-bb94-431f-9d69-de636e77a98d" providerId="ADAL" clId="{413AEB09-C0C9-4D66-BA6A-845ABA1DC303}" dt="2022-11-29T22:09:03.950" v="11" actId="47"/>
        <pc:sldMkLst>
          <pc:docMk/>
          <pc:sldMk cId="587110559" sldId="656"/>
        </pc:sldMkLst>
      </pc:sldChg>
      <pc:sldChg chg="del">
        <pc:chgData name="Jerome Martini" userId="cf445fd1-bb94-431f-9d69-de636e77a98d" providerId="ADAL" clId="{413AEB09-C0C9-4D66-BA6A-845ABA1DC303}" dt="2022-11-29T22:09:25.873" v="12" actId="47"/>
        <pc:sldMkLst>
          <pc:docMk/>
          <pc:sldMk cId="2749909761" sldId="657"/>
        </pc:sldMkLst>
      </pc:sldChg>
    </pc:docChg>
  </pc:docChgLst>
  <pc:docChgLst>
    <pc:chgData name="Antonella Mimmo" userId="25a5e1a7-e321-4627-b0fe-fe85337315d8" providerId="ADAL" clId="{74DA2B38-79DA-4785-B01F-6D4E316A2245}"/>
    <pc:docChg chg="undo custSel modSld sldOrd">
      <pc:chgData name="Antonella Mimmo" userId="25a5e1a7-e321-4627-b0fe-fe85337315d8" providerId="ADAL" clId="{74DA2B38-79DA-4785-B01F-6D4E316A2245}" dt="2021-07-19T09:29:45.589" v="805" actId="115"/>
      <pc:docMkLst>
        <pc:docMk/>
      </pc:docMkLst>
      <pc:sldChg chg="modSp">
        <pc:chgData name="Antonella Mimmo" userId="25a5e1a7-e321-4627-b0fe-fe85337315d8" providerId="ADAL" clId="{74DA2B38-79DA-4785-B01F-6D4E316A2245}" dt="2021-07-19T06:37:21.814" v="35" actId="113"/>
        <pc:sldMkLst>
          <pc:docMk/>
          <pc:sldMk cId="2342169252" sldId="376"/>
        </pc:sldMkLst>
        <pc:spChg chg="mod">
          <ac:chgData name="Antonella Mimmo" userId="25a5e1a7-e321-4627-b0fe-fe85337315d8" providerId="ADAL" clId="{74DA2B38-79DA-4785-B01F-6D4E316A2245}" dt="2021-07-19T06:37:21.814" v="35" actId="113"/>
          <ac:spMkLst>
            <pc:docMk/>
            <pc:sldMk cId="2342169252" sldId="376"/>
            <ac:spMk id="3" creationId="{00000000-0000-0000-0000-000000000000}"/>
          </ac:spMkLst>
        </pc:spChg>
      </pc:sldChg>
      <pc:sldChg chg="modSp">
        <pc:chgData name="Antonella Mimmo" userId="25a5e1a7-e321-4627-b0fe-fe85337315d8" providerId="ADAL" clId="{74DA2B38-79DA-4785-B01F-6D4E316A2245}" dt="2021-07-19T06:43:34.357" v="62" actId="20577"/>
        <pc:sldMkLst>
          <pc:docMk/>
          <pc:sldMk cId="3170733073" sldId="424"/>
        </pc:sldMkLst>
        <pc:spChg chg="mod">
          <ac:chgData name="Antonella Mimmo" userId="25a5e1a7-e321-4627-b0fe-fe85337315d8" providerId="ADAL" clId="{74DA2B38-79DA-4785-B01F-6D4E316A2245}" dt="2021-07-19T06:42:01.198" v="40" actId="20577"/>
          <ac:spMkLst>
            <pc:docMk/>
            <pc:sldMk cId="3170733073" sldId="424"/>
            <ac:spMk id="14" creationId="{7852F538-91F3-4FC2-8008-A0C20870DA2B}"/>
          </ac:spMkLst>
        </pc:spChg>
        <pc:spChg chg="mod">
          <ac:chgData name="Antonella Mimmo" userId="25a5e1a7-e321-4627-b0fe-fe85337315d8" providerId="ADAL" clId="{74DA2B38-79DA-4785-B01F-6D4E316A2245}" dt="2021-07-19T06:43:17.915" v="56" actId="20577"/>
          <ac:spMkLst>
            <pc:docMk/>
            <pc:sldMk cId="3170733073" sldId="424"/>
            <ac:spMk id="15" creationId="{06DD2CF6-423D-4BC6-85B8-1CFB62822F82}"/>
          </ac:spMkLst>
        </pc:spChg>
        <pc:spChg chg="mod">
          <ac:chgData name="Antonella Mimmo" userId="25a5e1a7-e321-4627-b0fe-fe85337315d8" providerId="ADAL" clId="{74DA2B38-79DA-4785-B01F-6D4E316A2245}" dt="2021-07-19T06:43:34.357" v="62" actId="20577"/>
          <ac:spMkLst>
            <pc:docMk/>
            <pc:sldMk cId="3170733073" sldId="424"/>
            <ac:spMk id="16" creationId="{E0715459-FA86-4FAD-B2C0-1C569C5C76F4}"/>
          </ac:spMkLst>
        </pc:spChg>
        <pc:spChg chg="mod">
          <ac:chgData name="Antonella Mimmo" userId="25a5e1a7-e321-4627-b0fe-fe85337315d8" providerId="ADAL" clId="{74DA2B38-79DA-4785-B01F-6D4E316A2245}" dt="2021-07-19T06:42:04.973" v="41" actId="20577"/>
          <ac:spMkLst>
            <pc:docMk/>
            <pc:sldMk cId="3170733073" sldId="424"/>
            <ac:spMk id="17" creationId="{CA4F951B-AEE0-47D9-B77B-78888BFD658D}"/>
          </ac:spMkLst>
        </pc:spChg>
      </pc:sldChg>
      <pc:sldChg chg="modSp">
        <pc:chgData name="Antonella Mimmo" userId="25a5e1a7-e321-4627-b0fe-fe85337315d8" providerId="ADAL" clId="{74DA2B38-79DA-4785-B01F-6D4E316A2245}" dt="2021-07-19T06:47:26.166" v="113" actId="20577"/>
        <pc:sldMkLst>
          <pc:docMk/>
          <pc:sldMk cId="3804994844" sldId="426"/>
        </pc:sldMkLst>
        <pc:spChg chg="mod">
          <ac:chgData name="Antonella Mimmo" userId="25a5e1a7-e321-4627-b0fe-fe85337315d8" providerId="ADAL" clId="{74DA2B38-79DA-4785-B01F-6D4E316A2245}" dt="2021-07-19T06:47:26.166" v="113" actId="20577"/>
          <ac:spMkLst>
            <pc:docMk/>
            <pc:sldMk cId="3804994844" sldId="426"/>
            <ac:spMk id="5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6:47:09.986" v="109" actId="20577"/>
          <ac:spMkLst>
            <pc:docMk/>
            <pc:sldMk cId="3804994844" sldId="426"/>
            <ac:spMk id="7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6:46:23.743" v="106" actId="20577"/>
          <ac:spMkLst>
            <pc:docMk/>
            <pc:sldMk cId="3804994844" sldId="426"/>
            <ac:spMk id="8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6:45:45.099" v="99" actId="20577"/>
          <ac:spMkLst>
            <pc:docMk/>
            <pc:sldMk cId="3804994844" sldId="426"/>
            <ac:spMk id="9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6:45:47.904" v="100" actId="20577"/>
          <ac:spMkLst>
            <pc:docMk/>
            <pc:sldMk cId="3804994844" sldId="426"/>
            <ac:spMk id="10" creationId="{00000000-0000-0000-0000-000000000000}"/>
          </ac:spMkLst>
        </pc:spChg>
      </pc:sldChg>
      <pc:sldChg chg="modSp">
        <pc:chgData name="Antonella Mimmo" userId="25a5e1a7-e321-4627-b0fe-fe85337315d8" providerId="ADAL" clId="{74DA2B38-79DA-4785-B01F-6D4E316A2245}" dt="2021-07-19T06:53:29.466" v="164" actId="20577"/>
        <pc:sldMkLst>
          <pc:docMk/>
          <pc:sldMk cId="3306475685" sldId="430"/>
        </pc:sldMkLst>
        <pc:spChg chg="mod">
          <ac:chgData name="Antonella Mimmo" userId="25a5e1a7-e321-4627-b0fe-fe85337315d8" providerId="ADAL" clId="{74DA2B38-79DA-4785-B01F-6D4E316A2245}" dt="2021-07-19T06:53:29.466" v="164" actId="20577"/>
          <ac:spMkLst>
            <pc:docMk/>
            <pc:sldMk cId="3306475685" sldId="430"/>
            <ac:spMk id="4" creationId="{AF2A7C55-5CFE-48BD-86C3-62569EE043A1}"/>
          </ac:spMkLst>
        </pc:spChg>
        <pc:spChg chg="mod">
          <ac:chgData name="Antonella Mimmo" userId="25a5e1a7-e321-4627-b0fe-fe85337315d8" providerId="ADAL" clId="{74DA2B38-79DA-4785-B01F-6D4E316A2245}" dt="2021-07-19T06:48:58.098" v="142" actId="20577"/>
          <ac:spMkLst>
            <pc:docMk/>
            <pc:sldMk cId="3306475685" sldId="430"/>
            <ac:spMk id="33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6:49:01.157" v="143" actId="20577"/>
          <ac:spMkLst>
            <pc:docMk/>
            <pc:sldMk cId="3306475685" sldId="430"/>
            <ac:spMk id="34" creationId="{00000000-0000-0000-0000-000000000000}"/>
          </ac:spMkLst>
        </pc:spChg>
      </pc:sldChg>
      <pc:sldChg chg="modSp">
        <pc:chgData name="Antonella Mimmo" userId="25a5e1a7-e321-4627-b0fe-fe85337315d8" providerId="ADAL" clId="{74DA2B38-79DA-4785-B01F-6D4E316A2245}" dt="2021-07-19T06:53:40.306" v="167" actId="20577"/>
        <pc:sldMkLst>
          <pc:docMk/>
          <pc:sldMk cId="4119805823" sldId="436"/>
        </pc:sldMkLst>
        <pc:spChg chg="mod">
          <ac:chgData name="Antonella Mimmo" userId="25a5e1a7-e321-4627-b0fe-fe85337315d8" providerId="ADAL" clId="{74DA2B38-79DA-4785-B01F-6D4E316A2245}" dt="2021-07-19T06:50:00.694" v="154" actId="20577"/>
          <ac:spMkLst>
            <pc:docMk/>
            <pc:sldMk cId="4119805823" sldId="436"/>
            <ac:spMk id="5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6:50:09.009" v="155" actId="20577"/>
          <ac:spMkLst>
            <pc:docMk/>
            <pc:sldMk cId="4119805823" sldId="436"/>
            <ac:spMk id="8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6:53:40.306" v="167" actId="20577"/>
          <ac:spMkLst>
            <pc:docMk/>
            <pc:sldMk cId="4119805823" sldId="436"/>
            <ac:spMk id="14" creationId="{A9BB620B-D638-487F-923E-B7509C09AB2C}"/>
          </ac:spMkLst>
        </pc:spChg>
        <pc:spChg chg="mod">
          <ac:chgData name="Antonella Mimmo" userId="25a5e1a7-e321-4627-b0fe-fe85337315d8" providerId="ADAL" clId="{74DA2B38-79DA-4785-B01F-6D4E316A2245}" dt="2021-07-19T06:50:19.788" v="156" actId="20577"/>
          <ac:spMkLst>
            <pc:docMk/>
            <pc:sldMk cId="4119805823" sldId="436"/>
            <ac:spMk id="17" creationId="{CE9EC56F-EC8F-49C7-8851-3A3D7543BAA5}"/>
          </ac:spMkLst>
        </pc:spChg>
      </pc:sldChg>
      <pc:sldChg chg="modSp ord">
        <pc:chgData name="Antonella Mimmo" userId="25a5e1a7-e321-4627-b0fe-fe85337315d8" providerId="ADAL" clId="{74DA2B38-79DA-4785-B01F-6D4E316A2245}" dt="2021-07-19T08:54:12.167" v="345" actId="20577"/>
        <pc:sldMkLst>
          <pc:docMk/>
          <pc:sldMk cId="1184614380" sldId="486"/>
        </pc:sldMkLst>
        <pc:spChg chg="mod">
          <ac:chgData name="Antonella Mimmo" userId="25a5e1a7-e321-4627-b0fe-fe85337315d8" providerId="ADAL" clId="{74DA2B38-79DA-4785-B01F-6D4E316A2245}" dt="2021-07-19T08:54:12.167" v="345" actId="20577"/>
          <ac:spMkLst>
            <pc:docMk/>
            <pc:sldMk cId="1184614380" sldId="486"/>
            <ac:spMk id="2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8:05:36.587" v="303" actId="20577"/>
          <ac:spMkLst>
            <pc:docMk/>
            <pc:sldMk cId="1184614380" sldId="486"/>
            <ac:spMk id="3" creationId="{00000000-0000-0000-0000-000000000000}"/>
          </ac:spMkLst>
        </pc:spChg>
      </pc:sldChg>
      <pc:sldChg chg="modSp">
        <pc:chgData name="Antonella Mimmo" userId="25a5e1a7-e321-4627-b0fe-fe85337315d8" providerId="ADAL" clId="{74DA2B38-79DA-4785-B01F-6D4E316A2245}" dt="2021-07-19T09:25:02.810" v="803" actId="255"/>
        <pc:sldMkLst>
          <pc:docMk/>
          <pc:sldMk cId="3340783125" sldId="515"/>
        </pc:sldMkLst>
        <pc:spChg chg="mod">
          <ac:chgData name="Antonella Mimmo" userId="25a5e1a7-e321-4627-b0fe-fe85337315d8" providerId="ADAL" clId="{74DA2B38-79DA-4785-B01F-6D4E316A2245}" dt="2021-07-19T09:25:02.810" v="803" actId="255"/>
          <ac:spMkLst>
            <pc:docMk/>
            <pc:sldMk cId="3340783125" sldId="515"/>
            <ac:spMk id="15" creationId="{00000000-0000-0000-0000-000000000000}"/>
          </ac:spMkLst>
        </pc:spChg>
      </pc:sldChg>
      <pc:sldChg chg="addSp modSp">
        <pc:chgData name="Antonella Mimmo" userId="25a5e1a7-e321-4627-b0fe-fe85337315d8" providerId="ADAL" clId="{74DA2B38-79DA-4785-B01F-6D4E316A2245}" dt="2021-07-19T06:36:05.883" v="34" actId="14100"/>
        <pc:sldMkLst>
          <pc:docMk/>
          <pc:sldMk cId="3446014095" sldId="530"/>
        </pc:sldMkLst>
        <pc:spChg chg="mod">
          <ac:chgData name="Antonella Mimmo" userId="25a5e1a7-e321-4627-b0fe-fe85337315d8" providerId="ADAL" clId="{74DA2B38-79DA-4785-B01F-6D4E316A2245}" dt="2021-07-19T06:33:43.273" v="11" actId="20577"/>
          <ac:spMkLst>
            <pc:docMk/>
            <pc:sldMk cId="3446014095" sldId="530"/>
            <ac:spMk id="2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6:33:27.239" v="9" actId="20577"/>
          <ac:spMkLst>
            <pc:docMk/>
            <pc:sldMk cId="3446014095" sldId="530"/>
            <ac:spMk id="3" creationId="{00000000-0000-0000-0000-000000000000}"/>
          </ac:spMkLst>
        </pc:spChg>
        <pc:spChg chg="add mod">
          <ac:chgData name="Antonella Mimmo" userId="25a5e1a7-e321-4627-b0fe-fe85337315d8" providerId="ADAL" clId="{74DA2B38-79DA-4785-B01F-6D4E316A2245}" dt="2021-07-19T06:36:05.883" v="34" actId="14100"/>
          <ac:spMkLst>
            <pc:docMk/>
            <pc:sldMk cId="3446014095" sldId="530"/>
            <ac:spMk id="5" creationId="{A8652207-8475-44F3-A4F3-2855C69D2A6A}"/>
          </ac:spMkLst>
        </pc:spChg>
      </pc:sldChg>
      <pc:sldChg chg="modSp">
        <pc:chgData name="Antonella Mimmo" userId="25a5e1a7-e321-4627-b0fe-fe85337315d8" providerId="ADAL" clId="{74DA2B38-79DA-4785-B01F-6D4E316A2245}" dt="2021-07-19T08:15:33.378" v="305" actId="20577"/>
        <pc:sldMkLst>
          <pc:docMk/>
          <pc:sldMk cId="2816719874" sldId="636"/>
        </pc:sldMkLst>
        <pc:spChg chg="mod">
          <ac:chgData name="Antonella Mimmo" userId="25a5e1a7-e321-4627-b0fe-fe85337315d8" providerId="ADAL" clId="{74DA2B38-79DA-4785-B01F-6D4E316A2245}" dt="2021-07-19T08:15:33.378" v="305" actId="20577"/>
          <ac:spMkLst>
            <pc:docMk/>
            <pc:sldMk cId="2816719874" sldId="636"/>
            <ac:spMk id="51" creationId="{00000000-0000-0000-0000-000000000000}"/>
          </ac:spMkLst>
        </pc:spChg>
      </pc:sldChg>
      <pc:sldChg chg="modSp">
        <pc:chgData name="Antonella Mimmo" userId="25a5e1a7-e321-4627-b0fe-fe85337315d8" providerId="ADAL" clId="{74DA2B38-79DA-4785-B01F-6D4E316A2245}" dt="2021-07-19T08:50:59.133" v="343" actId="20577"/>
        <pc:sldMkLst>
          <pc:docMk/>
          <pc:sldMk cId="1745915773" sldId="643"/>
        </pc:sldMkLst>
        <pc:spChg chg="mod">
          <ac:chgData name="Antonella Mimmo" userId="25a5e1a7-e321-4627-b0fe-fe85337315d8" providerId="ADAL" clId="{74DA2B38-79DA-4785-B01F-6D4E316A2245}" dt="2021-07-19T08:50:59.133" v="343" actId="20577"/>
          <ac:spMkLst>
            <pc:docMk/>
            <pc:sldMk cId="1745915773" sldId="643"/>
            <ac:spMk id="51" creationId="{00000000-0000-0000-0000-000000000000}"/>
          </ac:spMkLst>
        </pc:spChg>
      </pc:sldChg>
      <pc:sldChg chg="modSp">
        <pc:chgData name="Antonella Mimmo" userId="25a5e1a7-e321-4627-b0fe-fe85337315d8" providerId="ADAL" clId="{74DA2B38-79DA-4785-B01F-6D4E316A2245}" dt="2021-07-19T08:15:22.910" v="304" actId="20577"/>
        <pc:sldMkLst>
          <pc:docMk/>
          <pc:sldMk cId="820900608" sldId="644"/>
        </pc:sldMkLst>
        <pc:spChg chg="mod">
          <ac:chgData name="Antonella Mimmo" userId="25a5e1a7-e321-4627-b0fe-fe85337315d8" providerId="ADAL" clId="{74DA2B38-79DA-4785-B01F-6D4E316A2245}" dt="2021-07-19T08:15:22.910" v="304" actId="20577"/>
          <ac:spMkLst>
            <pc:docMk/>
            <pc:sldMk cId="820900608" sldId="644"/>
            <ac:spMk id="4" creationId="{00000000-0000-0000-0000-000000000000}"/>
          </ac:spMkLst>
        </pc:spChg>
      </pc:sldChg>
      <pc:sldChg chg="modSp">
        <pc:chgData name="Antonella Mimmo" userId="25a5e1a7-e321-4627-b0fe-fe85337315d8" providerId="ADAL" clId="{74DA2B38-79DA-4785-B01F-6D4E316A2245}" dt="2021-07-19T06:44:33.377" v="89" actId="20577"/>
        <pc:sldMkLst>
          <pc:docMk/>
          <pc:sldMk cId="3620275515" sldId="645"/>
        </pc:sldMkLst>
        <pc:spChg chg="mod">
          <ac:chgData name="Antonella Mimmo" userId="25a5e1a7-e321-4627-b0fe-fe85337315d8" providerId="ADAL" clId="{74DA2B38-79DA-4785-B01F-6D4E316A2245}" dt="2021-07-19T06:43:56.697" v="63" actId="20577"/>
          <ac:spMkLst>
            <pc:docMk/>
            <pc:sldMk cId="3620275515" sldId="645"/>
            <ac:spMk id="23" creationId="{67018E89-93B1-4007-8CB2-7391A4E419BF}"/>
          </ac:spMkLst>
        </pc:spChg>
        <pc:spChg chg="mod">
          <ac:chgData name="Antonella Mimmo" userId="25a5e1a7-e321-4627-b0fe-fe85337315d8" providerId="ADAL" clId="{74DA2B38-79DA-4785-B01F-6D4E316A2245}" dt="2021-07-19T06:44:08.420" v="76" actId="20577"/>
          <ac:spMkLst>
            <pc:docMk/>
            <pc:sldMk cId="3620275515" sldId="645"/>
            <ac:spMk id="24" creationId="{56C65163-B37B-4DA4-ACCB-8A22582BD511}"/>
          </ac:spMkLst>
        </pc:spChg>
        <pc:spChg chg="mod">
          <ac:chgData name="Antonella Mimmo" userId="25a5e1a7-e321-4627-b0fe-fe85337315d8" providerId="ADAL" clId="{74DA2B38-79DA-4785-B01F-6D4E316A2245}" dt="2021-07-19T06:44:33.377" v="89" actId="20577"/>
          <ac:spMkLst>
            <pc:docMk/>
            <pc:sldMk cId="3620275515" sldId="645"/>
            <ac:spMk id="25" creationId="{694657D3-BAA2-44D6-8849-FF024A1F2EB8}"/>
          </ac:spMkLst>
        </pc:spChg>
        <pc:spChg chg="mod">
          <ac:chgData name="Antonella Mimmo" userId="25a5e1a7-e321-4627-b0fe-fe85337315d8" providerId="ADAL" clId="{74DA2B38-79DA-4785-B01F-6D4E316A2245}" dt="2021-07-19T06:44:21.446" v="87" actId="20577"/>
          <ac:spMkLst>
            <pc:docMk/>
            <pc:sldMk cId="3620275515" sldId="645"/>
            <ac:spMk id="26" creationId="{79F2FE0C-6B49-4447-8698-6BD07AA19A3F}"/>
          </ac:spMkLst>
        </pc:spChg>
      </pc:sldChg>
      <pc:sldChg chg="addSp delSp modSp addAnim delAnim modAnim">
        <pc:chgData name="Antonella Mimmo" userId="25a5e1a7-e321-4627-b0fe-fe85337315d8" providerId="ADAL" clId="{74DA2B38-79DA-4785-B01F-6D4E316A2245}" dt="2021-07-19T06:58:18.082" v="217" actId="6549"/>
        <pc:sldMkLst>
          <pc:docMk/>
          <pc:sldMk cId="172560189" sldId="646"/>
        </pc:sldMkLst>
        <pc:spChg chg="mod">
          <ac:chgData name="Antonella Mimmo" userId="25a5e1a7-e321-4627-b0fe-fe85337315d8" providerId="ADAL" clId="{74DA2B38-79DA-4785-B01F-6D4E316A2245}" dt="2021-07-19T06:57:58.101" v="213"/>
          <ac:spMkLst>
            <pc:docMk/>
            <pc:sldMk cId="172560189" sldId="646"/>
            <ac:spMk id="3" creationId="{00000000-0000-0000-0000-000000000000}"/>
          </ac:spMkLst>
        </pc:spChg>
        <pc:spChg chg="add del mod">
          <ac:chgData name="Antonella Mimmo" userId="25a5e1a7-e321-4627-b0fe-fe85337315d8" providerId="ADAL" clId="{74DA2B38-79DA-4785-B01F-6D4E316A2245}" dt="2021-07-19T06:58:18.082" v="217" actId="6549"/>
          <ac:spMkLst>
            <pc:docMk/>
            <pc:sldMk cId="172560189" sldId="646"/>
            <ac:spMk id="4" creationId="{A47031C2-4951-45C1-97C7-F9D5EB7FE953}"/>
          </ac:spMkLst>
        </pc:spChg>
        <pc:spChg chg="mod">
          <ac:chgData name="Antonella Mimmo" userId="25a5e1a7-e321-4627-b0fe-fe85337315d8" providerId="ADAL" clId="{74DA2B38-79DA-4785-B01F-6D4E316A2245}" dt="2021-07-19T06:47:36.253" v="118" actId="20577"/>
          <ac:spMkLst>
            <pc:docMk/>
            <pc:sldMk cId="172560189" sldId="646"/>
            <ac:spMk id="18" creationId="{14479864-C6F9-433C-A2E7-BC23B68BE54A}"/>
          </ac:spMkLst>
        </pc:spChg>
        <pc:spChg chg="mod">
          <ac:chgData name="Antonella Mimmo" userId="25a5e1a7-e321-4627-b0fe-fe85337315d8" providerId="ADAL" clId="{74DA2B38-79DA-4785-B01F-6D4E316A2245}" dt="2021-07-19T06:47:47.233" v="122" actId="20577"/>
          <ac:spMkLst>
            <pc:docMk/>
            <pc:sldMk cId="172560189" sldId="646"/>
            <ac:spMk id="19" creationId="{3F617193-0B02-4B80-8B2A-04A3659865D0}"/>
          </ac:spMkLst>
        </pc:spChg>
        <pc:spChg chg="mod">
          <ac:chgData name="Antonella Mimmo" userId="25a5e1a7-e321-4627-b0fe-fe85337315d8" providerId="ADAL" clId="{74DA2B38-79DA-4785-B01F-6D4E316A2245}" dt="2021-07-19T06:47:58.568" v="127" actId="20577"/>
          <ac:spMkLst>
            <pc:docMk/>
            <pc:sldMk cId="172560189" sldId="646"/>
            <ac:spMk id="22" creationId="{87D0A3A2-DA67-4333-8C23-0E8A749A02F2}"/>
          </ac:spMkLst>
        </pc:spChg>
        <pc:spChg chg="mod">
          <ac:chgData name="Antonella Mimmo" userId="25a5e1a7-e321-4627-b0fe-fe85337315d8" providerId="ADAL" clId="{74DA2B38-79DA-4785-B01F-6D4E316A2245}" dt="2021-07-19T06:48:13.452" v="136" actId="20577"/>
          <ac:spMkLst>
            <pc:docMk/>
            <pc:sldMk cId="172560189" sldId="646"/>
            <ac:spMk id="23" creationId="{9FC4AAE9-D5A2-49EA-B04A-A247BB2B3961}"/>
          </ac:spMkLst>
        </pc:spChg>
        <pc:spChg chg="mod">
          <ac:chgData name="Antonella Mimmo" userId="25a5e1a7-e321-4627-b0fe-fe85337315d8" providerId="ADAL" clId="{74DA2B38-79DA-4785-B01F-6D4E316A2245}" dt="2021-07-19T06:48:17.631" v="137" actId="20577"/>
          <ac:spMkLst>
            <pc:docMk/>
            <pc:sldMk cId="172560189" sldId="646"/>
            <ac:spMk id="24" creationId="{97F618E3-5340-42D5-AB9A-2DF6773C45CD}"/>
          </ac:spMkLst>
        </pc:spChg>
      </pc:sldChg>
      <pc:sldChg chg="modSp">
        <pc:chgData name="Antonella Mimmo" userId="25a5e1a7-e321-4627-b0fe-fe85337315d8" providerId="ADAL" clId="{74DA2B38-79DA-4785-B01F-6D4E316A2245}" dt="2021-07-19T06:53:33.843" v="165" actId="20577"/>
        <pc:sldMkLst>
          <pc:docMk/>
          <pc:sldMk cId="2448562260" sldId="647"/>
        </pc:sldMkLst>
        <pc:spChg chg="mod">
          <ac:chgData name="Antonella Mimmo" userId="25a5e1a7-e321-4627-b0fe-fe85337315d8" providerId="ADAL" clId="{74DA2B38-79DA-4785-B01F-6D4E316A2245}" dt="2021-07-19T06:53:33.843" v="165" actId="20577"/>
          <ac:spMkLst>
            <pc:docMk/>
            <pc:sldMk cId="2448562260" sldId="647"/>
            <ac:spMk id="4" creationId="{AF2A7C55-5CFE-48BD-86C3-62569EE043A1}"/>
          </ac:spMkLst>
        </pc:spChg>
        <pc:spChg chg="mod">
          <ac:chgData name="Antonella Mimmo" userId="25a5e1a7-e321-4627-b0fe-fe85337315d8" providerId="ADAL" clId="{74DA2B38-79DA-4785-B01F-6D4E316A2245}" dt="2021-07-19T06:49:19.339" v="148" actId="20577"/>
          <ac:spMkLst>
            <pc:docMk/>
            <pc:sldMk cId="2448562260" sldId="647"/>
            <ac:spMk id="23" creationId="{77BE4688-ABDD-4C1C-82A9-4F9BE42E59C4}"/>
          </ac:spMkLst>
        </pc:spChg>
        <pc:spChg chg="mod">
          <ac:chgData name="Antonella Mimmo" userId="25a5e1a7-e321-4627-b0fe-fe85337315d8" providerId="ADAL" clId="{74DA2B38-79DA-4785-B01F-6D4E316A2245}" dt="2021-07-19T06:49:26.641" v="149" actId="20577"/>
          <ac:spMkLst>
            <pc:docMk/>
            <pc:sldMk cId="2448562260" sldId="647"/>
            <ac:spMk id="24" creationId="{ECCF508A-5705-4959-9781-788CD4BB75D7}"/>
          </ac:spMkLst>
        </pc:spChg>
      </pc:sldChg>
      <pc:sldChg chg="modSp">
        <pc:chgData name="Antonella Mimmo" userId="25a5e1a7-e321-4627-b0fe-fe85337315d8" providerId="ADAL" clId="{74DA2B38-79DA-4785-B01F-6D4E316A2245}" dt="2021-07-19T09:27:56.805" v="804" actId="20577"/>
        <pc:sldMkLst>
          <pc:docMk/>
          <pc:sldMk cId="1572299848" sldId="648"/>
        </pc:sldMkLst>
        <pc:spChg chg="mod">
          <ac:chgData name="Antonella Mimmo" userId="25a5e1a7-e321-4627-b0fe-fe85337315d8" providerId="ADAL" clId="{74DA2B38-79DA-4785-B01F-6D4E316A2245}" dt="2021-07-19T06:50:50.764" v="161" actId="20577"/>
          <ac:spMkLst>
            <pc:docMk/>
            <pc:sldMk cId="1572299848" sldId="648"/>
            <ac:spMk id="5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6:50:53.949" v="162" actId="20577"/>
          <ac:spMkLst>
            <pc:docMk/>
            <pc:sldMk cId="1572299848" sldId="648"/>
            <ac:spMk id="8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6:53:44.198" v="168" actId="20577"/>
          <ac:spMkLst>
            <pc:docMk/>
            <pc:sldMk cId="1572299848" sldId="648"/>
            <ac:spMk id="14" creationId="{A9BB620B-D638-487F-923E-B7509C09AB2C}"/>
          </ac:spMkLst>
        </pc:spChg>
        <pc:spChg chg="mod">
          <ac:chgData name="Antonella Mimmo" userId="25a5e1a7-e321-4627-b0fe-fe85337315d8" providerId="ADAL" clId="{74DA2B38-79DA-4785-B01F-6D4E316A2245}" dt="2021-07-19T09:27:56.805" v="804" actId="20577"/>
          <ac:spMkLst>
            <pc:docMk/>
            <pc:sldMk cId="1572299848" sldId="648"/>
            <ac:spMk id="17" creationId="{CE9EC56F-EC8F-49C7-8851-3A3D7543BAA5}"/>
          </ac:spMkLst>
        </pc:spChg>
      </pc:sldChg>
      <pc:sldChg chg="addSp delSp modSp delAnim modAnim">
        <pc:chgData name="Antonella Mimmo" userId="25a5e1a7-e321-4627-b0fe-fe85337315d8" providerId="ADAL" clId="{74DA2B38-79DA-4785-B01F-6D4E316A2245}" dt="2021-07-19T08:34:02.605" v="342"/>
        <pc:sldMkLst>
          <pc:docMk/>
          <pc:sldMk cId="134631815" sldId="650"/>
        </pc:sldMkLst>
        <pc:spChg chg="mod">
          <ac:chgData name="Antonella Mimmo" userId="25a5e1a7-e321-4627-b0fe-fe85337315d8" providerId="ADAL" clId="{74DA2B38-79DA-4785-B01F-6D4E316A2245}" dt="2021-07-19T06:53:25.542" v="163" actId="20577"/>
          <ac:spMkLst>
            <pc:docMk/>
            <pc:sldMk cId="134631815" sldId="650"/>
            <ac:spMk id="3" creationId="{00000000-0000-0000-0000-000000000000}"/>
          </ac:spMkLst>
        </pc:spChg>
        <pc:spChg chg="del mod">
          <ac:chgData name="Antonella Mimmo" userId="25a5e1a7-e321-4627-b0fe-fe85337315d8" providerId="ADAL" clId="{74DA2B38-79DA-4785-B01F-6D4E316A2245}" dt="2021-07-19T06:59:11.697" v="220"/>
          <ac:spMkLst>
            <pc:docMk/>
            <pc:sldMk cId="134631815" sldId="650"/>
            <ac:spMk id="4" creationId="{A47031C2-4951-45C1-97C7-F9D5EB7FE953}"/>
          </ac:spMkLst>
        </pc:spChg>
        <pc:spChg chg="add mod">
          <ac:chgData name="Antonella Mimmo" userId="25a5e1a7-e321-4627-b0fe-fe85337315d8" providerId="ADAL" clId="{74DA2B38-79DA-4785-B01F-6D4E316A2245}" dt="2021-07-19T08:18:38.256" v="332" actId="20577"/>
          <ac:spMkLst>
            <pc:docMk/>
            <pc:sldMk cId="134631815" sldId="650"/>
            <ac:spMk id="14" creationId="{60252CE9-17C4-479C-AEFD-8FC0997171C3}"/>
          </ac:spMkLst>
        </pc:spChg>
        <pc:spChg chg="mod">
          <ac:chgData name="Antonella Mimmo" userId="25a5e1a7-e321-4627-b0fe-fe85337315d8" providerId="ADAL" clId="{74DA2B38-79DA-4785-B01F-6D4E316A2245}" dt="2021-07-19T06:55:54.239" v="188" actId="20577"/>
          <ac:spMkLst>
            <pc:docMk/>
            <pc:sldMk cId="134631815" sldId="650"/>
            <ac:spMk id="18" creationId="{14479864-C6F9-433C-A2E7-BC23B68BE54A}"/>
          </ac:spMkLst>
        </pc:spChg>
        <pc:spChg chg="del mod">
          <ac:chgData name="Antonella Mimmo" userId="25a5e1a7-e321-4627-b0fe-fe85337315d8" providerId="ADAL" clId="{74DA2B38-79DA-4785-B01F-6D4E316A2245}" dt="2021-07-19T06:54:03.790" v="170" actId="478"/>
          <ac:spMkLst>
            <pc:docMk/>
            <pc:sldMk cId="134631815" sldId="650"/>
            <ac:spMk id="19" creationId="{3F617193-0B02-4B80-8B2A-04A3659865D0}"/>
          </ac:spMkLst>
        </pc:spChg>
        <pc:spChg chg="mod">
          <ac:chgData name="Antonella Mimmo" userId="25a5e1a7-e321-4627-b0fe-fe85337315d8" providerId="ADAL" clId="{74DA2B38-79DA-4785-B01F-6D4E316A2245}" dt="2021-07-19T06:56:31.944" v="204" actId="20577"/>
          <ac:spMkLst>
            <pc:docMk/>
            <pc:sldMk cId="134631815" sldId="650"/>
            <ac:spMk id="22" creationId="{87D0A3A2-DA67-4333-8C23-0E8A749A02F2}"/>
          </ac:spMkLst>
        </pc:spChg>
        <pc:spChg chg="del">
          <ac:chgData name="Antonella Mimmo" userId="25a5e1a7-e321-4627-b0fe-fe85337315d8" providerId="ADAL" clId="{74DA2B38-79DA-4785-B01F-6D4E316A2245}" dt="2021-07-19T06:54:08.232" v="171" actId="478"/>
          <ac:spMkLst>
            <pc:docMk/>
            <pc:sldMk cId="134631815" sldId="650"/>
            <ac:spMk id="23" creationId="{9FC4AAE9-D5A2-49EA-B04A-A247BB2B3961}"/>
          </ac:spMkLst>
        </pc:spChg>
        <pc:spChg chg="mod">
          <ac:chgData name="Antonella Mimmo" userId="25a5e1a7-e321-4627-b0fe-fe85337315d8" providerId="ADAL" clId="{74DA2B38-79DA-4785-B01F-6D4E316A2245}" dt="2021-07-19T06:54:38.212" v="175" actId="14100"/>
          <ac:spMkLst>
            <pc:docMk/>
            <pc:sldMk cId="134631815" sldId="650"/>
            <ac:spMk id="24" creationId="{97F618E3-5340-42D5-AB9A-2DF6773C45CD}"/>
          </ac:spMkLst>
        </pc:spChg>
        <pc:spChg chg="mod">
          <ac:chgData name="Antonella Mimmo" userId="25a5e1a7-e321-4627-b0fe-fe85337315d8" providerId="ADAL" clId="{74DA2B38-79DA-4785-B01F-6D4E316A2245}" dt="2021-07-19T08:19:55.209" v="341" actId="20577"/>
          <ac:spMkLst>
            <pc:docMk/>
            <pc:sldMk cId="134631815" sldId="650"/>
            <ac:spMk id="30" creationId="{6E52DC44-43F1-4FA4-A4BB-AD93628827E5}"/>
          </ac:spMkLst>
        </pc:spChg>
        <pc:cxnChg chg="mod">
          <ac:chgData name="Antonella Mimmo" userId="25a5e1a7-e321-4627-b0fe-fe85337315d8" providerId="ADAL" clId="{74DA2B38-79DA-4785-B01F-6D4E316A2245}" dt="2021-07-19T06:54:39.478" v="177" actId="14100"/>
          <ac:cxnSpMkLst>
            <pc:docMk/>
            <pc:sldMk cId="134631815" sldId="650"/>
            <ac:cxnSpMk id="26" creationId="{C78F493C-92B0-4559-9C63-98B1AFE87D95}"/>
          </ac:cxnSpMkLst>
        </pc:cxnChg>
        <pc:cxnChg chg="del mod">
          <ac:chgData name="Antonella Mimmo" userId="25a5e1a7-e321-4627-b0fe-fe85337315d8" providerId="ADAL" clId="{74DA2B38-79DA-4785-B01F-6D4E316A2245}" dt="2021-07-19T06:54:56.417" v="180" actId="478"/>
          <ac:cxnSpMkLst>
            <pc:docMk/>
            <pc:sldMk cId="134631815" sldId="650"/>
            <ac:cxnSpMk id="27" creationId="{6DF69C57-AE47-460B-A662-AA9B785EDFBE}"/>
          </ac:cxnSpMkLst>
        </pc:cxnChg>
        <pc:cxnChg chg="del mod">
          <ac:chgData name="Antonella Mimmo" userId="25a5e1a7-e321-4627-b0fe-fe85337315d8" providerId="ADAL" clId="{74DA2B38-79DA-4785-B01F-6D4E316A2245}" dt="2021-07-19T06:55:00.961" v="181" actId="478"/>
          <ac:cxnSpMkLst>
            <pc:docMk/>
            <pc:sldMk cId="134631815" sldId="650"/>
            <ac:cxnSpMk id="28" creationId="{CE4C62EF-157F-414A-BF2A-EFA12DB4457C}"/>
          </ac:cxnSpMkLst>
        </pc:cxnChg>
        <pc:cxnChg chg="mod">
          <ac:chgData name="Antonella Mimmo" userId="25a5e1a7-e321-4627-b0fe-fe85337315d8" providerId="ADAL" clId="{74DA2B38-79DA-4785-B01F-6D4E316A2245}" dt="2021-07-19T06:54:38.212" v="175" actId="14100"/>
          <ac:cxnSpMkLst>
            <pc:docMk/>
            <pc:sldMk cId="134631815" sldId="650"/>
            <ac:cxnSpMk id="29" creationId="{730944B7-2780-4137-82C3-EC668D82F5DB}"/>
          </ac:cxnSpMkLst>
        </pc:cxnChg>
      </pc:sldChg>
      <pc:sldChg chg="addSp delSp modSp modAnim">
        <pc:chgData name="Antonella Mimmo" userId="25a5e1a7-e321-4627-b0fe-fe85337315d8" providerId="ADAL" clId="{74DA2B38-79DA-4785-B01F-6D4E316A2245}" dt="2021-07-19T08:19:49.915" v="339"/>
        <pc:sldMkLst>
          <pc:docMk/>
          <pc:sldMk cId="3427003078" sldId="651"/>
        </pc:sldMkLst>
        <pc:spChg chg="mod">
          <ac:chgData name="Antonella Mimmo" userId="25a5e1a7-e321-4627-b0fe-fe85337315d8" providerId="ADAL" clId="{74DA2B38-79DA-4785-B01F-6D4E316A2245}" dt="2021-07-19T07:59:05.430" v="290" actId="20577"/>
          <ac:spMkLst>
            <pc:docMk/>
            <pc:sldMk cId="3427003078" sldId="651"/>
            <ac:spMk id="3" creationId="{00000000-0000-0000-0000-000000000000}"/>
          </ac:spMkLst>
        </pc:spChg>
        <pc:spChg chg="add mod">
          <ac:chgData name="Antonella Mimmo" userId="25a5e1a7-e321-4627-b0fe-fe85337315d8" providerId="ADAL" clId="{74DA2B38-79DA-4785-B01F-6D4E316A2245}" dt="2021-07-19T07:59:40.945" v="295"/>
          <ac:spMkLst>
            <pc:docMk/>
            <pc:sldMk cId="3427003078" sldId="651"/>
            <ac:spMk id="4" creationId="{AC5F682C-98F9-4772-AB48-B9541C4136FD}"/>
          </ac:spMkLst>
        </pc:spChg>
        <pc:spChg chg="del mod">
          <ac:chgData name="Antonella Mimmo" userId="25a5e1a7-e321-4627-b0fe-fe85337315d8" providerId="ADAL" clId="{74DA2B38-79DA-4785-B01F-6D4E316A2245}" dt="2021-07-19T07:59:09.460" v="293"/>
          <ac:spMkLst>
            <pc:docMk/>
            <pc:sldMk cId="3427003078" sldId="651"/>
            <ac:spMk id="14" creationId="{60252CE9-17C4-479C-AEFD-8FC0997171C3}"/>
          </ac:spMkLst>
        </pc:spChg>
        <pc:spChg chg="mod">
          <ac:chgData name="Antonella Mimmo" userId="25a5e1a7-e321-4627-b0fe-fe85337315d8" providerId="ADAL" clId="{74DA2B38-79DA-4785-B01F-6D4E316A2245}" dt="2021-07-19T08:19:42.133" v="338" actId="20577"/>
          <ac:spMkLst>
            <pc:docMk/>
            <pc:sldMk cId="3427003078" sldId="651"/>
            <ac:spMk id="30" creationId="{6E52DC44-43F1-4FA4-A4BB-AD93628827E5}"/>
          </ac:spMkLst>
        </pc:spChg>
      </pc:sldChg>
      <pc:sldChg chg="modSp modAnim">
        <pc:chgData name="Antonella Mimmo" userId="25a5e1a7-e321-4627-b0fe-fe85337315d8" providerId="ADAL" clId="{74DA2B38-79DA-4785-B01F-6D4E316A2245}" dt="2021-07-19T09:29:45.589" v="805" actId="115"/>
        <pc:sldMkLst>
          <pc:docMk/>
          <pc:sldMk cId="3317375246" sldId="652"/>
        </pc:sldMkLst>
        <pc:spChg chg="mod">
          <ac:chgData name="Antonella Mimmo" userId="25a5e1a7-e321-4627-b0fe-fe85337315d8" providerId="ADAL" clId="{74DA2B38-79DA-4785-B01F-6D4E316A2245}" dt="2021-07-19T08:54:49.886" v="350" actId="20577"/>
          <ac:spMkLst>
            <pc:docMk/>
            <pc:sldMk cId="3317375246" sldId="652"/>
            <ac:spMk id="3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9:29:45.589" v="805" actId="115"/>
          <ac:spMkLst>
            <pc:docMk/>
            <pc:sldMk cId="3317375246" sldId="652"/>
            <ac:spMk id="4" creationId="{A47031C2-4951-45C1-97C7-F9D5EB7FE953}"/>
          </ac:spMkLst>
        </pc:spChg>
        <pc:spChg chg="mod">
          <ac:chgData name="Antonella Mimmo" userId="25a5e1a7-e321-4627-b0fe-fe85337315d8" providerId="ADAL" clId="{74DA2B38-79DA-4785-B01F-6D4E316A2245}" dt="2021-07-19T08:54:36.550" v="348" actId="20577"/>
          <ac:spMkLst>
            <pc:docMk/>
            <pc:sldMk cId="3317375246" sldId="652"/>
            <ac:spMk id="6" creationId="{00000000-0000-0000-0000-000000000000}"/>
          </ac:spMkLst>
        </pc:spChg>
        <pc:spChg chg="mod">
          <ac:chgData name="Antonella Mimmo" userId="25a5e1a7-e321-4627-b0fe-fe85337315d8" providerId="ADAL" clId="{74DA2B38-79DA-4785-B01F-6D4E316A2245}" dt="2021-07-19T08:58:48.115" v="427" actId="20577"/>
          <ac:spMkLst>
            <pc:docMk/>
            <pc:sldMk cId="3317375246" sldId="652"/>
            <ac:spMk id="19" creationId="{3F617193-0B02-4B80-8B2A-04A3659865D0}"/>
          </ac:spMkLst>
        </pc:spChg>
        <pc:spChg chg="mod">
          <ac:chgData name="Antonella Mimmo" userId="25a5e1a7-e321-4627-b0fe-fe85337315d8" providerId="ADAL" clId="{74DA2B38-79DA-4785-B01F-6D4E316A2245}" dt="2021-07-19T08:59:13.840" v="428" actId="20577"/>
          <ac:spMkLst>
            <pc:docMk/>
            <pc:sldMk cId="3317375246" sldId="652"/>
            <ac:spMk id="22" creationId="{87D0A3A2-DA67-4333-8C23-0E8A749A02F2}"/>
          </ac:spMkLst>
        </pc:spChg>
        <pc:spChg chg="mod">
          <ac:chgData name="Antonella Mimmo" userId="25a5e1a7-e321-4627-b0fe-fe85337315d8" providerId="ADAL" clId="{74DA2B38-79DA-4785-B01F-6D4E316A2245}" dt="2021-07-19T08:59:16.899" v="429" actId="20577"/>
          <ac:spMkLst>
            <pc:docMk/>
            <pc:sldMk cId="3317375246" sldId="652"/>
            <ac:spMk id="23" creationId="{9FC4AAE9-D5A2-49EA-B04A-A247BB2B3961}"/>
          </ac:spMkLst>
        </pc:spChg>
        <pc:cxnChg chg="mod">
          <ac:chgData name="Antonella Mimmo" userId="25a5e1a7-e321-4627-b0fe-fe85337315d8" providerId="ADAL" clId="{74DA2B38-79DA-4785-B01F-6D4E316A2245}" dt="2021-07-19T08:58:29.706" v="420" actId="14100"/>
          <ac:cxnSpMkLst>
            <pc:docMk/>
            <pc:sldMk cId="3317375246" sldId="652"/>
            <ac:cxnSpMk id="26" creationId="{C78F493C-92B0-4559-9C63-98B1AFE87D95}"/>
          </ac:cxnSpMkLst>
        </pc:cxnChg>
        <pc:cxnChg chg="mod">
          <ac:chgData name="Antonella Mimmo" userId="25a5e1a7-e321-4627-b0fe-fe85337315d8" providerId="ADAL" clId="{74DA2B38-79DA-4785-B01F-6D4E316A2245}" dt="2021-07-19T08:58:29.706" v="420" actId="14100"/>
          <ac:cxnSpMkLst>
            <pc:docMk/>
            <pc:sldMk cId="3317375246" sldId="652"/>
            <ac:cxnSpMk id="27" creationId="{6DF69C57-AE47-460B-A662-AA9B785EDFBE}"/>
          </ac:cxnSpMkLst>
        </pc:cxnChg>
      </pc:sldChg>
      <pc:sldChg chg="addSp delSp modSp delAnim modAnim">
        <pc:chgData name="Antonella Mimmo" userId="25a5e1a7-e321-4627-b0fe-fe85337315d8" providerId="ADAL" clId="{74DA2B38-79DA-4785-B01F-6D4E316A2245}" dt="2021-07-19T09:15:42.157" v="749"/>
        <pc:sldMkLst>
          <pc:docMk/>
          <pc:sldMk cId="4064542958" sldId="653"/>
        </pc:sldMkLst>
        <pc:spChg chg="mod">
          <ac:chgData name="Antonella Mimmo" userId="25a5e1a7-e321-4627-b0fe-fe85337315d8" providerId="ADAL" clId="{74DA2B38-79DA-4785-B01F-6D4E316A2245}" dt="2021-07-19T09:14:33.646" v="735" actId="20577"/>
          <ac:spMkLst>
            <pc:docMk/>
            <pc:sldMk cId="4064542958" sldId="653"/>
            <ac:spMk id="3" creationId="{00000000-0000-0000-0000-000000000000}"/>
          </ac:spMkLst>
        </pc:spChg>
        <pc:spChg chg="del mod">
          <ac:chgData name="Antonella Mimmo" userId="25a5e1a7-e321-4627-b0fe-fe85337315d8" providerId="ADAL" clId="{74DA2B38-79DA-4785-B01F-6D4E316A2245}" dt="2021-07-19T09:14:40.950" v="738"/>
          <ac:spMkLst>
            <pc:docMk/>
            <pc:sldMk cId="4064542958" sldId="653"/>
            <ac:spMk id="4" creationId="{A47031C2-4951-45C1-97C7-F9D5EB7FE953}"/>
          </ac:spMkLst>
        </pc:spChg>
        <pc:spChg chg="add mod">
          <ac:chgData name="Antonella Mimmo" userId="25a5e1a7-e321-4627-b0fe-fe85337315d8" providerId="ADAL" clId="{74DA2B38-79DA-4785-B01F-6D4E316A2245}" dt="2021-07-19T09:15:08.981" v="741" actId="1076"/>
          <ac:spMkLst>
            <pc:docMk/>
            <pc:sldMk cId="4064542958" sldId="653"/>
            <ac:spMk id="5" creationId="{5E01F88C-5A5D-4A68-AE9F-B1C92CE7C1DF}"/>
          </ac:spMkLst>
        </pc:spChg>
      </pc:sldChg>
    </pc:docChg>
  </pc:docChgLst>
  <pc:docChgLst>
    <pc:chgData name="Antonella Mimmo" userId="25a5e1a7-e321-4627-b0fe-fe85337315d8" providerId="ADAL" clId="{9902D32C-CDFD-4685-8FB9-4D5EB6629F13}"/>
    <pc:docChg chg="delSld modSld">
      <pc:chgData name="Antonella Mimmo" userId="25a5e1a7-e321-4627-b0fe-fe85337315d8" providerId="ADAL" clId="{9902D32C-CDFD-4685-8FB9-4D5EB6629F13}" dt="2021-07-19T11:07:42.365" v="66" actId="20577"/>
      <pc:docMkLst>
        <pc:docMk/>
      </pc:docMkLst>
      <pc:sldChg chg="modAnim">
        <pc:chgData name="Antonella Mimmo" userId="25a5e1a7-e321-4627-b0fe-fe85337315d8" providerId="ADAL" clId="{9902D32C-CDFD-4685-8FB9-4D5EB6629F13}" dt="2021-07-19T09:42:44.899" v="38"/>
        <pc:sldMkLst>
          <pc:docMk/>
          <pc:sldMk cId="2342169252" sldId="376"/>
        </pc:sldMkLst>
      </pc:sldChg>
      <pc:sldChg chg="modAnim">
        <pc:chgData name="Antonella Mimmo" userId="25a5e1a7-e321-4627-b0fe-fe85337315d8" providerId="ADAL" clId="{9902D32C-CDFD-4685-8FB9-4D5EB6629F13}" dt="2021-07-19T09:42:40.504" v="37"/>
        <pc:sldMkLst>
          <pc:docMk/>
          <pc:sldMk cId="1612122200" sldId="377"/>
        </pc:sldMkLst>
      </pc:sldChg>
      <pc:sldChg chg="modAnim">
        <pc:chgData name="Antonella Mimmo" userId="25a5e1a7-e321-4627-b0fe-fe85337315d8" providerId="ADAL" clId="{9902D32C-CDFD-4685-8FB9-4D5EB6629F13}" dt="2021-07-19T09:42:53.320" v="40"/>
        <pc:sldMkLst>
          <pc:docMk/>
          <pc:sldMk cId="1620331390" sldId="381"/>
        </pc:sldMkLst>
      </pc:sldChg>
      <pc:sldChg chg="modAnim">
        <pc:chgData name="Antonella Mimmo" userId="25a5e1a7-e321-4627-b0fe-fe85337315d8" providerId="ADAL" clId="{9902D32C-CDFD-4685-8FB9-4D5EB6629F13}" dt="2021-07-19T09:42:48.694" v="39"/>
        <pc:sldMkLst>
          <pc:docMk/>
          <pc:sldMk cId="974359549" sldId="383"/>
        </pc:sldMkLst>
      </pc:sldChg>
      <pc:sldChg chg="modAnim">
        <pc:chgData name="Antonella Mimmo" userId="25a5e1a7-e321-4627-b0fe-fe85337315d8" providerId="ADAL" clId="{9902D32C-CDFD-4685-8FB9-4D5EB6629F13}" dt="2021-07-19T09:43:01.420" v="41"/>
        <pc:sldMkLst>
          <pc:docMk/>
          <pc:sldMk cId="3170733073" sldId="424"/>
        </pc:sldMkLst>
      </pc:sldChg>
      <pc:sldChg chg="modAnim">
        <pc:chgData name="Antonella Mimmo" userId="25a5e1a7-e321-4627-b0fe-fe85337315d8" providerId="ADAL" clId="{9902D32C-CDFD-4685-8FB9-4D5EB6629F13}" dt="2021-07-19T09:43:11.146" v="42"/>
        <pc:sldMkLst>
          <pc:docMk/>
          <pc:sldMk cId="3804994844" sldId="426"/>
        </pc:sldMkLst>
      </pc:sldChg>
      <pc:sldChg chg="modAnim">
        <pc:chgData name="Antonella Mimmo" userId="25a5e1a7-e321-4627-b0fe-fe85337315d8" providerId="ADAL" clId="{9902D32C-CDFD-4685-8FB9-4D5EB6629F13}" dt="2021-07-19T09:43:31.909" v="44"/>
        <pc:sldMkLst>
          <pc:docMk/>
          <pc:sldMk cId="3306475685" sldId="430"/>
        </pc:sldMkLst>
      </pc:sldChg>
      <pc:sldChg chg="modAnim">
        <pc:chgData name="Antonella Mimmo" userId="25a5e1a7-e321-4627-b0fe-fe85337315d8" providerId="ADAL" clId="{9902D32C-CDFD-4685-8FB9-4D5EB6629F13}" dt="2021-07-19T09:43:39.824" v="45"/>
        <pc:sldMkLst>
          <pc:docMk/>
          <pc:sldMk cId="4119805823" sldId="436"/>
        </pc:sldMkLst>
      </pc:sldChg>
      <pc:sldChg chg="modAnim">
        <pc:chgData name="Antonella Mimmo" userId="25a5e1a7-e321-4627-b0fe-fe85337315d8" providerId="ADAL" clId="{9902D32C-CDFD-4685-8FB9-4D5EB6629F13}" dt="2021-07-19T09:43:46.424" v="46"/>
        <pc:sldMkLst>
          <pc:docMk/>
          <pc:sldMk cId="1184614380" sldId="486"/>
        </pc:sldMkLst>
      </pc:sldChg>
      <pc:sldChg chg="modSp">
        <pc:chgData name="Antonella Mimmo" userId="25a5e1a7-e321-4627-b0fe-fe85337315d8" providerId="ADAL" clId="{9902D32C-CDFD-4685-8FB9-4D5EB6629F13}" dt="2021-07-19T09:42:04.418" v="34" actId="20577"/>
        <pc:sldMkLst>
          <pc:docMk/>
          <pc:sldMk cId="3340783125" sldId="515"/>
        </pc:sldMkLst>
        <pc:spChg chg="mod">
          <ac:chgData name="Antonella Mimmo" userId="25a5e1a7-e321-4627-b0fe-fe85337315d8" providerId="ADAL" clId="{9902D32C-CDFD-4685-8FB9-4D5EB6629F13}" dt="2021-07-19T09:42:04.418" v="34" actId="20577"/>
          <ac:spMkLst>
            <pc:docMk/>
            <pc:sldMk cId="3340783125" sldId="515"/>
            <ac:spMk id="15" creationId="{00000000-0000-0000-0000-000000000000}"/>
          </ac:spMkLst>
        </pc:spChg>
      </pc:sldChg>
      <pc:sldChg chg="modAnim">
        <pc:chgData name="Antonella Mimmo" userId="25a5e1a7-e321-4627-b0fe-fe85337315d8" providerId="ADAL" clId="{9902D32C-CDFD-4685-8FB9-4D5EB6629F13}" dt="2021-07-19T09:42:24.956" v="35"/>
        <pc:sldMkLst>
          <pc:docMk/>
          <pc:sldMk cId="504683420" sldId="516"/>
        </pc:sldMkLst>
      </pc:sldChg>
      <pc:sldChg chg="modAnim">
        <pc:chgData name="Antonella Mimmo" userId="25a5e1a7-e321-4627-b0fe-fe85337315d8" providerId="ADAL" clId="{9902D32C-CDFD-4685-8FB9-4D5EB6629F13}" dt="2021-07-19T09:44:03.726" v="48"/>
        <pc:sldMkLst>
          <pc:docMk/>
          <pc:sldMk cId="375675802" sldId="619"/>
        </pc:sldMkLst>
      </pc:sldChg>
      <pc:sldChg chg="modAnim">
        <pc:chgData name="Antonella Mimmo" userId="25a5e1a7-e321-4627-b0fe-fe85337315d8" providerId="ADAL" clId="{9902D32C-CDFD-4685-8FB9-4D5EB6629F13}" dt="2021-07-19T09:44:08.021" v="49"/>
        <pc:sldMkLst>
          <pc:docMk/>
          <pc:sldMk cId="146402797" sldId="620"/>
        </pc:sldMkLst>
      </pc:sldChg>
      <pc:sldChg chg="modAnim">
        <pc:chgData name="Antonella Mimmo" userId="25a5e1a7-e321-4627-b0fe-fe85337315d8" providerId="ADAL" clId="{9902D32C-CDFD-4685-8FB9-4D5EB6629F13}" dt="2021-07-19T09:44:13.301" v="50"/>
        <pc:sldMkLst>
          <pc:docMk/>
          <pc:sldMk cId="1117517411" sldId="621"/>
        </pc:sldMkLst>
      </pc:sldChg>
      <pc:sldChg chg="modAnim">
        <pc:chgData name="Antonella Mimmo" userId="25a5e1a7-e321-4627-b0fe-fe85337315d8" providerId="ADAL" clId="{9902D32C-CDFD-4685-8FB9-4D5EB6629F13}" dt="2021-07-19T09:44:16.840" v="51"/>
        <pc:sldMkLst>
          <pc:docMk/>
          <pc:sldMk cId="114020337" sldId="622"/>
        </pc:sldMkLst>
      </pc:sldChg>
      <pc:sldChg chg="modAnim">
        <pc:chgData name="Antonella Mimmo" userId="25a5e1a7-e321-4627-b0fe-fe85337315d8" providerId="ADAL" clId="{9902D32C-CDFD-4685-8FB9-4D5EB6629F13}" dt="2021-07-19T09:42:30.792" v="36"/>
        <pc:sldMkLst>
          <pc:docMk/>
          <pc:sldMk cId="3660050697" sldId="641"/>
        </pc:sldMkLst>
      </pc:sldChg>
      <pc:sldChg chg="modAnim">
        <pc:chgData name="Antonella Mimmo" userId="25a5e1a7-e321-4627-b0fe-fe85337315d8" providerId="ADAL" clId="{9902D32C-CDFD-4685-8FB9-4D5EB6629F13}" dt="2021-07-19T09:44:20.786" v="52"/>
        <pc:sldMkLst>
          <pc:docMk/>
          <pc:sldMk cId="1465646043" sldId="642"/>
        </pc:sldMkLst>
      </pc:sldChg>
      <pc:sldChg chg="del">
        <pc:chgData name="Antonella Mimmo" userId="25a5e1a7-e321-4627-b0fe-fe85337315d8" providerId="ADAL" clId="{9902D32C-CDFD-4685-8FB9-4D5EB6629F13}" dt="2021-07-19T09:40:30.569" v="6" actId="2696"/>
        <pc:sldMkLst>
          <pc:docMk/>
          <pc:sldMk cId="1745915773" sldId="643"/>
        </pc:sldMkLst>
      </pc:sldChg>
      <pc:sldChg chg="modAnim">
        <pc:chgData name="Antonella Mimmo" userId="25a5e1a7-e321-4627-b0fe-fe85337315d8" providerId="ADAL" clId="{9902D32C-CDFD-4685-8FB9-4D5EB6629F13}" dt="2021-07-19T09:44:29.351" v="54"/>
        <pc:sldMkLst>
          <pc:docMk/>
          <pc:sldMk cId="820900608" sldId="644"/>
        </pc:sldMkLst>
      </pc:sldChg>
      <pc:sldChg chg="del">
        <pc:chgData name="Antonella Mimmo" userId="25a5e1a7-e321-4627-b0fe-fe85337315d8" providerId="ADAL" clId="{9902D32C-CDFD-4685-8FB9-4D5EB6629F13}" dt="2021-07-19T09:40:08.400" v="0" actId="2696"/>
        <pc:sldMkLst>
          <pc:docMk/>
          <pc:sldMk cId="3620275515" sldId="645"/>
        </pc:sldMkLst>
      </pc:sldChg>
      <pc:sldChg chg="del">
        <pc:chgData name="Antonella Mimmo" userId="25a5e1a7-e321-4627-b0fe-fe85337315d8" providerId="ADAL" clId="{9902D32C-CDFD-4685-8FB9-4D5EB6629F13}" dt="2021-07-19T09:40:11.194" v="1" actId="2696"/>
        <pc:sldMkLst>
          <pc:docMk/>
          <pc:sldMk cId="172560189" sldId="646"/>
        </pc:sldMkLst>
      </pc:sldChg>
      <pc:sldChg chg="del">
        <pc:chgData name="Antonella Mimmo" userId="25a5e1a7-e321-4627-b0fe-fe85337315d8" providerId="ADAL" clId="{9902D32C-CDFD-4685-8FB9-4D5EB6629F13}" dt="2021-07-19T09:40:16.390" v="3" actId="2696"/>
        <pc:sldMkLst>
          <pc:docMk/>
          <pc:sldMk cId="2448562260" sldId="647"/>
        </pc:sldMkLst>
      </pc:sldChg>
      <pc:sldChg chg="del">
        <pc:chgData name="Antonella Mimmo" userId="25a5e1a7-e321-4627-b0fe-fe85337315d8" providerId="ADAL" clId="{9902D32C-CDFD-4685-8FB9-4D5EB6629F13}" dt="2021-07-19T09:40:18.472" v="4" actId="2696"/>
        <pc:sldMkLst>
          <pc:docMk/>
          <pc:sldMk cId="1572299848" sldId="648"/>
        </pc:sldMkLst>
      </pc:sldChg>
      <pc:sldChg chg="modAnim">
        <pc:chgData name="Antonella Mimmo" userId="25a5e1a7-e321-4627-b0fe-fe85337315d8" providerId="ADAL" clId="{9902D32C-CDFD-4685-8FB9-4D5EB6629F13}" dt="2021-07-19T09:44:24.487" v="53"/>
        <pc:sldMkLst>
          <pc:docMk/>
          <pc:sldMk cId="790220645" sldId="649"/>
        </pc:sldMkLst>
      </pc:sldChg>
      <pc:sldChg chg="del">
        <pc:chgData name="Antonella Mimmo" userId="25a5e1a7-e321-4627-b0fe-fe85337315d8" providerId="ADAL" clId="{9902D32C-CDFD-4685-8FB9-4D5EB6629F13}" dt="2021-07-19T09:40:14.048" v="2" actId="2696"/>
        <pc:sldMkLst>
          <pc:docMk/>
          <pc:sldMk cId="134631815" sldId="650"/>
        </pc:sldMkLst>
      </pc:sldChg>
      <pc:sldChg chg="modAnim">
        <pc:chgData name="Antonella Mimmo" userId="25a5e1a7-e321-4627-b0fe-fe85337315d8" providerId="ADAL" clId="{9902D32C-CDFD-4685-8FB9-4D5EB6629F13}" dt="2021-07-19T09:43:19.943" v="43"/>
        <pc:sldMkLst>
          <pc:docMk/>
          <pc:sldMk cId="3427003078" sldId="651"/>
        </pc:sldMkLst>
      </pc:sldChg>
      <pc:sldChg chg="del">
        <pc:chgData name="Antonella Mimmo" userId="25a5e1a7-e321-4627-b0fe-fe85337315d8" providerId="ADAL" clId="{9902D32C-CDFD-4685-8FB9-4D5EB6629F13}" dt="2021-07-19T09:40:25.210" v="5" actId="2696"/>
        <pc:sldMkLst>
          <pc:docMk/>
          <pc:sldMk cId="3317375246" sldId="652"/>
        </pc:sldMkLst>
      </pc:sldChg>
      <pc:sldChg chg="modSp modAnim">
        <pc:chgData name="Antonella Mimmo" userId="25a5e1a7-e321-4627-b0fe-fe85337315d8" providerId="ADAL" clId="{9902D32C-CDFD-4685-8FB9-4D5EB6629F13}" dt="2021-07-19T11:07:42.365" v="66" actId="20577"/>
        <pc:sldMkLst>
          <pc:docMk/>
          <pc:sldMk cId="4064542958" sldId="653"/>
        </pc:sldMkLst>
        <pc:spChg chg="mod">
          <ac:chgData name="Antonella Mimmo" userId="25a5e1a7-e321-4627-b0fe-fe85337315d8" providerId="ADAL" clId="{9902D32C-CDFD-4685-8FB9-4D5EB6629F13}" dt="2021-07-19T11:07:35.154" v="60" actId="20577"/>
          <ac:spMkLst>
            <pc:docMk/>
            <pc:sldMk cId="4064542958" sldId="653"/>
            <ac:spMk id="19" creationId="{3F617193-0B02-4B80-8B2A-04A3659865D0}"/>
          </ac:spMkLst>
        </pc:spChg>
        <pc:spChg chg="mod">
          <ac:chgData name="Antonella Mimmo" userId="25a5e1a7-e321-4627-b0fe-fe85337315d8" providerId="ADAL" clId="{9902D32C-CDFD-4685-8FB9-4D5EB6629F13}" dt="2021-07-19T11:07:42.365" v="66" actId="20577"/>
          <ac:spMkLst>
            <pc:docMk/>
            <pc:sldMk cId="4064542958" sldId="653"/>
            <ac:spMk id="23" creationId="{9FC4AAE9-D5A2-49EA-B04A-A247BB2B396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29/11/2022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0510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29/11/2022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0105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69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ATTENTION MASQUER LES REPONSES </a:t>
            </a:r>
            <a:r>
              <a:rPr lang="fr-BE"/>
              <a:t>POUR LORS</a:t>
            </a:r>
            <a:r>
              <a:rPr lang="fr-BE" baseline="0"/>
              <a:t> DE L’ IMPRESSION</a:t>
            </a:r>
            <a:r>
              <a:rPr lang="fr-BE"/>
              <a:t> 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251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478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3235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763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267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947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381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8407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925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465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5934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3223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356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56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292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5455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41796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592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0832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7517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951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5DAED-A789-42A7-B4B5-CBE5776A50F0}" type="datetime1">
              <a:rPr lang="fr-FR" smtClean="0"/>
              <a:t>29/11/2022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CB84-4739-4FD9-A26A-5A8918C4EC00}" type="datetime1">
              <a:rPr lang="fr-FR" smtClean="0"/>
              <a:t>29/11/2022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C181-4A70-4BB1-9040-B0BB2B156CE1}" type="datetime1">
              <a:rPr lang="fr-FR" smtClean="0"/>
              <a:t>29/11/2022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C08B-3E7F-4D03-BEEB-3B05D3925C3A}" type="datetime1">
              <a:rPr lang="fr-FR" smtClean="0"/>
              <a:t>29/11/2022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6561D-521D-4953-A5EA-0AF09E69CC80}" type="datetime1">
              <a:rPr lang="fr-FR" smtClean="0"/>
              <a:t>29/11/2022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34E9-62E9-440E-9531-B28341F2D9C7}" type="datetime1">
              <a:rPr lang="fr-FR" smtClean="0"/>
              <a:t>29/11/2022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35C4E-B1FF-48C8-8A70-28854A192E3C}" type="datetime1">
              <a:rPr lang="fr-FR" smtClean="0"/>
              <a:t>29/11/2022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AB17F-B3C0-4DF1-B449-88B838C2167A}" type="datetime1">
              <a:rPr lang="fr-FR" smtClean="0"/>
              <a:t>29/11/2022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6A96-06F1-434D-857E-1A2F171A1BE8}" type="datetime1">
              <a:rPr lang="fr-FR" smtClean="0"/>
              <a:t>29/11/2022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E0E9-E9A1-43D1-9E66-CC25F8ECB88E}" type="datetime1">
              <a:rPr lang="fr-FR" smtClean="0"/>
              <a:t>29/11/2022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5E86-A455-4A43-B475-A48100490AAE}" type="datetime1">
              <a:rPr lang="fr-FR" smtClean="0"/>
              <a:t>29/11/2022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DD317-663B-45B7-82C6-916C06BB6C39}" type="datetime1">
              <a:rPr lang="fr-FR" smtClean="0"/>
              <a:t>29/11/2022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3168650"/>
            <a:ext cx="7772400" cy="431800"/>
          </a:xfrm>
        </p:spPr>
        <p:txBody>
          <a:bodyPr>
            <a:noAutofit/>
          </a:bodyPr>
          <a:lstStyle/>
          <a:p>
            <a:r>
              <a:rPr lang="fr-FR" sz="6000" b="1" i="1" dirty="0">
                <a:cs typeface="Times New Roman" pitchFamily="18" charset="0"/>
              </a:rPr>
              <a:t>La révision du code chiffré</a:t>
            </a:r>
            <a:br>
              <a:rPr lang="fr-FR" sz="5400" b="1" i="1" dirty="0">
                <a:cs typeface="Times New Roman" pitchFamily="18" charset="0"/>
              </a:rPr>
            </a:br>
            <a:br>
              <a:rPr lang="fr-FR" sz="5400" b="1" i="1" dirty="0">
                <a:cs typeface="Times New Roman" pitchFamily="18" charset="0"/>
              </a:rPr>
            </a:br>
            <a:r>
              <a:rPr lang="fr-BE" b="1" dirty="0">
                <a:solidFill>
                  <a:srgbClr val="C00000"/>
                </a:solidFill>
              </a:rPr>
              <a:t>Art. 118 </a:t>
            </a:r>
            <a:r>
              <a:rPr lang="fr-BE" b="1" dirty="0"/>
              <a:t>de l’</a:t>
            </a:r>
            <a:r>
              <a:rPr lang="fr-BE" b="1" dirty="0">
                <a:solidFill>
                  <a:srgbClr val="C00000"/>
                </a:solidFill>
              </a:rPr>
              <a:t>AR</a:t>
            </a:r>
            <a:r>
              <a:rPr lang="fr-BE" b="1" dirty="0"/>
              <a:t> du 25.11.1991</a:t>
            </a:r>
            <a:br>
              <a:rPr lang="fr-BE" sz="5400" b="1" dirty="0"/>
            </a:br>
            <a:endParaRPr lang="en-US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8652207-8475-44F3-A4F3-2855C69D2A6A}"/>
              </a:ext>
            </a:extLst>
          </p:cNvPr>
          <p:cNvSpPr txBox="1"/>
          <p:nvPr/>
        </p:nvSpPr>
        <p:spPr>
          <a:xfrm>
            <a:off x="685800" y="5805264"/>
            <a:ext cx="237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Version du 08.12.2022</a:t>
            </a:r>
          </a:p>
        </p:txBody>
      </p:sp>
    </p:spTree>
    <p:extLst>
      <p:ext uri="{BB962C8B-B14F-4D97-AF65-F5344CB8AC3E}">
        <p14:creationId xmlns:p14="http://schemas.microsoft.com/office/powerpoint/2010/main" val="344601409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solidFill>
                  <a:srgbClr val="C00000"/>
                </a:solidFill>
              </a:rPr>
              <a:t>Table des matières</a:t>
            </a:r>
            <a:endParaRPr lang="fr-FR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82453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AutoNum type="arabicPeriod"/>
            </a:pPr>
            <a:endParaRPr lang="fr-BE" sz="2400" b="1" dirty="0"/>
          </a:p>
          <a:p>
            <a:pPr>
              <a:spcBef>
                <a:spcPts val="0"/>
              </a:spcBef>
              <a:buAutoNum type="arabicPeriod"/>
            </a:pPr>
            <a:r>
              <a:rPr lang="fr-BE" sz="2000" b="1" dirty="0"/>
              <a:t>Révision du code chiffré CC</a:t>
            </a:r>
            <a:r>
              <a:rPr lang="fr-BE" sz="2000" dirty="0"/>
              <a:t>				</a:t>
            </a:r>
            <a:r>
              <a:rPr lang="fr-BE" sz="1800" dirty="0" err="1"/>
              <a:t>pg</a:t>
            </a:r>
            <a:r>
              <a:rPr lang="fr-BE" sz="1800" dirty="0"/>
              <a:t>. 3</a:t>
            </a:r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1.1 Rappel code chiffré					</a:t>
            </a:r>
            <a:r>
              <a:rPr lang="fr-BE" sz="1800" dirty="0" err="1"/>
              <a:t>pg</a:t>
            </a:r>
            <a:r>
              <a:rPr lang="fr-BE" sz="1800" dirty="0"/>
              <a:t>. 4</a:t>
            </a:r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1.2 Règle générale					</a:t>
            </a:r>
            <a:r>
              <a:rPr lang="fr-BE" sz="1800" dirty="0" err="1"/>
              <a:t>pg</a:t>
            </a:r>
            <a:r>
              <a:rPr lang="fr-BE" sz="1800" dirty="0"/>
              <a:t>. 6</a:t>
            </a:r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1.3 Exceptions</a:t>
            </a:r>
            <a:r>
              <a:rPr lang="fr-BE" sz="2000" b="1" dirty="0"/>
              <a:t>						</a:t>
            </a:r>
            <a:r>
              <a:rPr lang="fr-BE" sz="1800" dirty="0" err="1"/>
              <a:t>pg</a:t>
            </a:r>
            <a:r>
              <a:rPr lang="fr-BE" sz="1800" dirty="0"/>
              <a:t>. 7</a:t>
            </a:r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1.4 En résumé						</a:t>
            </a:r>
            <a:r>
              <a:rPr lang="fr-BE" sz="1800" dirty="0" err="1"/>
              <a:t>pg</a:t>
            </a:r>
            <a:r>
              <a:rPr lang="fr-BE" sz="1800" dirty="0"/>
              <a:t>. 9</a:t>
            </a:r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1.5 Exemples						</a:t>
            </a:r>
            <a:r>
              <a:rPr lang="fr-BE" sz="1800" dirty="0" err="1"/>
              <a:t>pg</a:t>
            </a:r>
            <a:r>
              <a:rPr lang="fr-BE" sz="1800" dirty="0"/>
              <a:t>. 10</a:t>
            </a:r>
          </a:p>
          <a:p>
            <a:pPr>
              <a:spcBef>
                <a:spcPts val="0"/>
              </a:spcBef>
              <a:buNone/>
            </a:pPr>
            <a:r>
              <a:rPr lang="fr-BE" sz="1800" dirty="0"/>
              <a:t>	</a:t>
            </a:r>
            <a:endParaRPr lang="fr-BE" sz="2000" dirty="0"/>
          </a:p>
          <a:p>
            <a:pPr>
              <a:spcBef>
                <a:spcPts val="0"/>
              </a:spcBef>
              <a:buNone/>
            </a:pPr>
            <a:r>
              <a:rPr lang="fr-BE" sz="2000" b="1" dirty="0"/>
              <a:t>2. Révision du code chiffré en CT				</a:t>
            </a:r>
            <a:r>
              <a:rPr lang="fr-BE" sz="1800" dirty="0" err="1"/>
              <a:t>pg</a:t>
            </a:r>
            <a:r>
              <a:rPr lang="fr-BE" sz="1800" dirty="0"/>
              <a:t>. 14</a:t>
            </a:r>
            <a:endParaRPr lang="fr-BE" sz="2000" dirty="0"/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2.1 Rappel						</a:t>
            </a:r>
            <a:r>
              <a:rPr lang="fr-BE" sz="1800" dirty="0" err="1"/>
              <a:t>pg</a:t>
            </a:r>
            <a:r>
              <a:rPr lang="fr-BE" sz="1800" dirty="0"/>
              <a:t>. 15</a:t>
            </a:r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2.2 Révision obligatoire					</a:t>
            </a:r>
            <a:r>
              <a:rPr lang="fr-BE" sz="1800" dirty="0" err="1"/>
              <a:t>pg</a:t>
            </a:r>
            <a:r>
              <a:rPr lang="fr-BE" sz="1800" dirty="0"/>
              <a:t>. 16</a:t>
            </a:r>
            <a:endParaRPr lang="fr-BE" sz="2000" dirty="0"/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2.3 Révision facultative</a:t>
            </a:r>
            <a:r>
              <a:rPr lang="fr-BE" sz="2000" b="1" dirty="0"/>
              <a:t>					</a:t>
            </a:r>
            <a:r>
              <a:rPr lang="fr-BE" sz="1800" dirty="0" err="1"/>
              <a:t>pg</a:t>
            </a:r>
            <a:r>
              <a:rPr lang="fr-BE" sz="1800" dirty="0"/>
              <a:t>. 18</a:t>
            </a:r>
            <a:endParaRPr lang="fr-BE" sz="2000" dirty="0"/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2.4 Aucune révision					</a:t>
            </a:r>
            <a:r>
              <a:rPr lang="fr-BE" sz="1800" dirty="0" err="1"/>
              <a:t>pg</a:t>
            </a:r>
            <a:r>
              <a:rPr lang="fr-BE" sz="1800" dirty="0"/>
              <a:t>. 19</a:t>
            </a:r>
            <a:endParaRPr lang="fr-BE" sz="2000" dirty="0"/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2.5 En résumé						</a:t>
            </a:r>
            <a:r>
              <a:rPr lang="fr-BE" sz="1800" dirty="0" err="1"/>
              <a:t>pg</a:t>
            </a:r>
            <a:r>
              <a:rPr lang="fr-BE" sz="1800" dirty="0"/>
              <a:t>. 20</a:t>
            </a:r>
            <a:endParaRPr lang="fr-BE" sz="2000" dirty="0"/>
          </a:p>
          <a:p>
            <a:pPr>
              <a:spcBef>
                <a:spcPts val="0"/>
              </a:spcBef>
              <a:buNone/>
            </a:pPr>
            <a:r>
              <a:rPr lang="fr-BE" sz="2000" dirty="0"/>
              <a:t>	2.6 Exemple</a:t>
            </a:r>
            <a:r>
              <a:rPr lang="fr-BE" sz="2400" dirty="0"/>
              <a:t>						</a:t>
            </a:r>
            <a:r>
              <a:rPr lang="fr-BE" sz="1800" dirty="0" err="1"/>
              <a:t>pg</a:t>
            </a:r>
            <a:r>
              <a:rPr lang="fr-BE" sz="1800" dirty="0"/>
              <a:t>. 21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078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64704" y="1988840"/>
            <a:ext cx="7414592" cy="2880319"/>
          </a:xfrm>
        </p:spPr>
        <p:txBody>
          <a:bodyPr>
            <a:normAutofit/>
          </a:bodyPr>
          <a:lstStyle/>
          <a:p>
            <a:r>
              <a:rPr lang="fr-BE" sz="5400" b="1" i="1" dirty="0">
                <a:latin typeface="+mn-lt"/>
                <a:cs typeface="Times New Roman" pitchFamily="18" charset="0"/>
              </a:rPr>
              <a:t>1. Révision du code chiffré en CC</a:t>
            </a:r>
            <a:endParaRPr lang="en-US" sz="5400" b="1" i="1" dirty="0">
              <a:latin typeface="+mn-lt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369858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1.1. Rappel code chiffré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b="1" dirty="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fr-BE" sz="3600" b="1" dirty="0">
                <a:cs typeface="Times New Roman" pitchFamily="18" charset="0"/>
              </a:rPr>
              <a:t>Le </a:t>
            </a:r>
            <a:r>
              <a:rPr lang="fr-BE" sz="3600" b="1" dirty="0">
                <a:solidFill>
                  <a:srgbClr val="C00000"/>
                </a:solidFill>
                <a:cs typeface="Times New Roman" pitchFamily="18" charset="0"/>
              </a:rPr>
              <a:t>code chiffré </a:t>
            </a:r>
            <a:r>
              <a:rPr lang="fr-BE" sz="3600" b="1" dirty="0">
                <a:cs typeface="Times New Roman" pitchFamily="18" charset="0"/>
              </a:rPr>
              <a:t>est déterminé sur base de la </a:t>
            </a:r>
            <a:r>
              <a:rPr lang="fr-BE" sz="3600" b="1" dirty="0">
                <a:solidFill>
                  <a:srgbClr val="C00000"/>
                </a:solidFill>
                <a:cs typeface="Times New Roman" pitchFamily="18" charset="0"/>
              </a:rPr>
              <a:t>rémunération journalière moyenne </a:t>
            </a:r>
            <a:r>
              <a:rPr lang="fr-BE" sz="3600" b="1" dirty="0">
                <a:cs typeface="Times New Roman" pitchFamily="18" charset="0"/>
              </a:rPr>
              <a:t>à laquelle l’intéressé peut prétendre à la fin de </a:t>
            </a:r>
            <a:r>
              <a:rPr lang="fr-BE" sz="3600" b="1" dirty="0">
                <a:solidFill>
                  <a:srgbClr val="C00000"/>
                </a:solidFill>
                <a:cs typeface="Times New Roman" pitchFamily="18" charset="0"/>
              </a:rPr>
              <a:t>la dernière occupation d’au moins 4 semaines consécutives auprès du même employeur.</a:t>
            </a: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6834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1.1. Rappel code chiffré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b="1" u="sng" dirty="0">
                <a:latin typeface="Times New Roman" pitchFamily="18" charset="0"/>
                <a:cs typeface="Times New Roman" pitchFamily="18" charset="0"/>
              </a:rPr>
              <a:t>Formules salaire journalier</a:t>
            </a:r>
            <a:r>
              <a:rPr lang="fr-BE" b="1" dirty="0">
                <a:latin typeface="Times New Roman" pitchFamily="18" charset="0"/>
                <a:cs typeface="Times New Roman" pitchFamily="18" charset="0"/>
              </a:rPr>
              <a:t> :</a:t>
            </a:r>
            <a:endParaRPr lang="fr-BE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latin typeface="Times New Roman" pitchFamily="18" charset="0"/>
                <a:cs typeface="Times New Roman" pitchFamily="18" charset="0"/>
              </a:rPr>
              <a:t>Admission temps plein (01/ ou 57/):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000" b="1" u="sng" dirty="0">
                <a:solidFill>
                  <a:srgbClr val="C00000"/>
                </a:solidFill>
              </a:rPr>
              <a:t>Salaire mensuel</a:t>
            </a:r>
            <a:endParaRPr lang="fr-BE" sz="2000" b="1" dirty="0">
              <a:solidFill>
                <a:srgbClr val="C00000"/>
              </a:solidFill>
            </a:endParaRPr>
          </a:p>
          <a:p>
            <a:pPr marL="0" indent="0" defTabSz="1441450">
              <a:buNone/>
            </a:pPr>
            <a:r>
              <a:rPr lang="fr-FR" sz="2400" b="1" dirty="0">
                <a:solidFill>
                  <a:srgbClr val="C00000"/>
                </a:solidFill>
              </a:rPr>
              <a:t>	</a:t>
            </a:r>
            <a:r>
              <a:rPr lang="fr-FR" sz="2000" b="1" dirty="0">
                <a:solidFill>
                  <a:srgbClr val="C00000"/>
                </a:solidFill>
              </a:rPr>
              <a:t>26</a:t>
            </a:r>
          </a:p>
          <a:p>
            <a:pPr lvl="1" defTabSz="1441450">
              <a:buFont typeface="Wingdings" panose="05000000000000000000" pitchFamily="2" charset="2"/>
              <a:buChar char="Ø"/>
            </a:pPr>
            <a:r>
              <a:rPr lang="fr-FR" sz="2000" b="1" u="sng" dirty="0">
                <a:solidFill>
                  <a:srgbClr val="C00000"/>
                </a:solidFill>
              </a:rPr>
              <a:t>Salaire horaire x Q</a:t>
            </a:r>
            <a:r>
              <a:rPr lang="fr-FR" sz="2000" b="1" dirty="0">
                <a:solidFill>
                  <a:srgbClr val="C00000"/>
                </a:solidFill>
              </a:rPr>
              <a:t> </a:t>
            </a:r>
            <a:r>
              <a:rPr lang="fr-BE" sz="2000" b="1" dirty="0">
                <a:solidFill>
                  <a:srgbClr val="C00000"/>
                </a:solidFill>
              </a:rPr>
              <a:t> </a:t>
            </a:r>
          </a:p>
          <a:p>
            <a:pPr marL="457200" lvl="1" indent="0" defTabSz="1441450">
              <a:buNone/>
            </a:pPr>
            <a:r>
              <a:rPr lang="fr-FR" sz="2000" b="1" dirty="0">
                <a:solidFill>
                  <a:srgbClr val="C00000"/>
                </a:solidFill>
              </a:rPr>
              <a:t>	6				</a:t>
            </a:r>
            <a:endParaRPr lang="fr-BE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latin typeface="Times New Roman" pitchFamily="18" charset="0"/>
                <a:cs typeface="Times New Roman" pitchFamily="18" charset="0"/>
              </a:rPr>
              <a:t> Admission TTRV (03/ ou 58/):</a:t>
            </a:r>
          </a:p>
          <a:p>
            <a:pPr lvl="1" defTabSz="1441450">
              <a:buFont typeface="Wingdings" panose="05000000000000000000" pitchFamily="2" charset="2"/>
              <a:buChar char="Ø"/>
            </a:pPr>
            <a:r>
              <a:rPr lang="fr-FR" sz="2000" b="1" u="sng" dirty="0">
                <a:solidFill>
                  <a:srgbClr val="C00000"/>
                </a:solidFill>
              </a:rPr>
              <a:t>Salaire mensuel X 3</a:t>
            </a:r>
            <a:r>
              <a:rPr lang="fr-FR" sz="2000" b="1" dirty="0">
                <a:solidFill>
                  <a:srgbClr val="C00000"/>
                </a:solidFill>
              </a:rPr>
              <a:t>	</a:t>
            </a:r>
            <a:r>
              <a:rPr lang="fr-FR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 </a:t>
            </a:r>
            <a:r>
              <a:rPr lang="fr-FR" sz="2000" b="1" u="sng" dirty="0">
                <a:solidFill>
                  <a:srgbClr val="C00000"/>
                </a:solidFill>
              </a:rPr>
              <a:t>Salaire horaire x S</a:t>
            </a:r>
            <a:r>
              <a:rPr lang="fr-FR" sz="2000" b="1" dirty="0">
                <a:solidFill>
                  <a:srgbClr val="C00000"/>
                </a:solidFill>
              </a:rPr>
              <a:t> </a:t>
            </a:r>
            <a:r>
              <a:rPr lang="fr-BE" sz="2000" b="1" dirty="0">
                <a:solidFill>
                  <a:srgbClr val="C00000"/>
                </a:solidFill>
              </a:rPr>
              <a:t> </a:t>
            </a:r>
          </a:p>
          <a:p>
            <a:pPr marL="0" indent="0" defTabSz="1316038">
              <a:buNone/>
            </a:pPr>
            <a:r>
              <a:rPr lang="fr-FR" sz="2400" b="1" dirty="0">
                <a:solidFill>
                  <a:srgbClr val="C00000"/>
                </a:solidFill>
              </a:rPr>
              <a:t>	</a:t>
            </a:r>
            <a:r>
              <a:rPr lang="fr-FR" sz="2000" b="1" dirty="0">
                <a:solidFill>
                  <a:srgbClr val="C00000"/>
                </a:solidFill>
              </a:rPr>
              <a:t>Q X 13		6		</a:t>
            </a:r>
          </a:p>
          <a:p>
            <a:pPr lvl="1" defTabSz="1441450">
              <a:buFont typeface="Wingdings" panose="05000000000000000000" pitchFamily="2" charset="2"/>
              <a:buChar char="Ø"/>
            </a:pPr>
            <a:r>
              <a:rPr lang="fr-FR" sz="2000" b="1" u="sng" dirty="0">
                <a:solidFill>
                  <a:srgbClr val="C00000"/>
                </a:solidFill>
              </a:rPr>
              <a:t>Salaire horaire x S</a:t>
            </a:r>
            <a:r>
              <a:rPr lang="fr-FR" sz="2000" b="1" dirty="0">
                <a:solidFill>
                  <a:srgbClr val="C00000"/>
                </a:solidFill>
              </a:rPr>
              <a:t> </a:t>
            </a:r>
            <a:r>
              <a:rPr lang="fr-BE" sz="2000" b="1" dirty="0">
                <a:solidFill>
                  <a:srgbClr val="C00000"/>
                </a:solidFill>
              </a:rPr>
              <a:t> </a:t>
            </a:r>
          </a:p>
          <a:p>
            <a:pPr marL="457200" lvl="1" indent="0" defTabSz="1441450">
              <a:buNone/>
            </a:pPr>
            <a:r>
              <a:rPr lang="fr-FR" sz="2000" b="1" dirty="0">
                <a:solidFill>
                  <a:srgbClr val="C00000"/>
                </a:solidFill>
              </a:rPr>
              <a:t>	6		</a:t>
            </a:r>
            <a:endParaRPr lang="fr-BE" sz="1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0506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1.2. Règle générale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sz="3600" b="1" i="1" dirty="0">
                <a:cs typeface="Times New Roman" pitchFamily="18" charset="0"/>
              </a:rPr>
              <a:t> Art.118§1 AR</a:t>
            </a:r>
          </a:p>
          <a:p>
            <a:pPr>
              <a:buNone/>
            </a:pPr>
            <a:r>
              <a:rPr lang="fr-BE" sz="3600" b="1" i="1" dirty="0">
                <a:cs typeface="Times New Roman" pitchFamily="18" charset="0"/>
              </a:rPr>
              <a:t>Le code chiffré est maintenu pendant</a:t>
            </a:r>
          </a:p>
          <a:p>
            <a:pPr>
              <a:buNone/>
            </a:pPr>
            <a:r>
              <a:rPr lang="fr-BE" sz="3600" b="1" i="1" dirty="0">
                <a:cs typeface="Times New Roman" pitchFamily="18" charset="0"/>
              </a:rPr>
              <a:t>toute la durée du chômage quelque soit la</a:t>
            </a:r>
          </a:p>
          <a:p>
            <a:pPr>
              <a:buNone/>
            </a:pPr>
            <a:r>
              <a:rPr lang="fr-BE" sz="3600" b="1" i="1" dirty="0">
                <a:cs typeface="Times New Roman" pitchFamily="18" charset="0"/>
              </a:rPr>
              <a:t>nature de l’interruption.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1222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1.3. Exceptions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BE" b="1" i="1" dirty="0">
                <a:cs typeface="Times New Roman" pitchFamily="18" charset="0"/>
              </a:rPr>
              <a:t>Il existe 2 exceptions à la règle générale:</a:t>
            </a:r>
          </a:p>
          <a:p>
            <a:pPr>
              <a:buNone/>
            </a:pPr>
            <a:endParaRPr lang="fr-BE" sz="2400" b="1" i="1" dirty="0"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ü"/>
            </a:pPr>
            <a:r>
              <a:rPr lang="fr-BE" sz="2400" b="1" i="1" u="sng" dirty="0">
                <a:cs typeface="Times New Roman" pitchFamily="18" charset="0"/>
              </a:rPr>
              <a:t>1</a:t>
            </a:r>
            <a:r>
              <a:rPr lang="fr-BE" sz="2400" b="1" i="1" u="sng" baseline="30000" dirty="0">
                <a:cs typeface="Times New Roman" pitchFamily="18" charset="0"/>
              </a:rPr>
              <a:t>ère</a:t>
            </a:r>
            <a:r>
              <a:rPr lang="fr-BE" sz="2400" b="1" i="1" u="sng" dirty="0">
                <a:cs typeface="Times New Roman" pitchFamily="18" charset="0"/>
              </a:rPr>
              <a:t>  exception: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400" dirty="0">
                <a:cs typeface="Times New Roman" pitchFamily="18" charset="0"/>
              </a:rPr>
              <a:t>	</a:t>
            </a:r>
            <a:r>
              <a:rPr lang="en-GB" sz="2800" dirty="0">
                <a:cs typeface="Times New Roman" pitchFamily="18" charset="0"/>
              </a:rPr>
              <a:t>Si </a:t>
            </a:r>
            <a:r>
              <a:rPr lang="en-GB" sz="2800" b="1" dirty="0">
                <a:cs typeface="Times New Roman" pitchFamily="18" charset="0"/>
              </a:rPr>
              <a:t>l’</a:t>
            </a:r>
            <a:r>
              <a:rPr lang="fr-BE" sz="2800" b="1" dirty="0">
                <a:cs typeface="Times New Roman" pitchFamily="18" charset="0"/>
              </a:rPr>
              <a:t>interruption </a:t>
            </a:r>
            <a:r>
              <a:rPr lang="fr-BE" sz="2800" dirty="0">
                <a:cs typeface="Times New Roman" pitchFamily="18" charset="0"/>
              </a:rPr>
              <a:t>du chômage complet est </a:t>
            </a: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d’au moins 24 mois </a:t>
            </a:r>
            <a:r>
              <a:rPr lang="fr-BE" sz="2800" b="1" i="1" u="sng" dirty="0">
                <a:solidFill>
                  <a:srgbClr val="C00000"/>
                </a:solidFill>
                <a:cs typeface="Times New Roman" pitchFamily="18" charset="0"/>
              </a:rPr>
              <a:t>ET</a:t>
            </a:r>
            <a:r>
              <a:rPr lang="en-GB" sz="28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2800" dirty="0">
                <a:cs typeface="Times New Roman" pitchFamily="18" charset="0"/>
              </a:rPr>
              <a:t>dans cette période d’interruption, il y a </a:t>
            </a: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une</a:t>
            </a:r>
            <a:r>
              <a:rPr lang="fr-BE" sz="28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reprise de travail d’au moins 4 semaines consécutives</a:t>
            </a:r>
            <a:r>
              <a:rPr lang="fr-BE" sz="28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2800" dirty="0">
                <a:cs typeface="Times New Roman" pitchFamily="18" charset="0"/>
              </a:rPr>
              <a:t>chez le même employeur.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fr-BE" sz="2400" dirty="0"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fr-BE" sz="2800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 </a:t>
            </a: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Révision obligatoire du code chiffré</a:t>
            </a:r>
            <a:r>
              <a:rPr lang="fr-BE" sz="28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fr-BE" sz="2800" b="1" dirty="0">
                <a:cs typeface="Times New Roman" pitchFamily="18" charset="0"/>
              </a:rPr>
              <a:t>à la hausse ou à la baisse</a:t>
            </a:r>
            <a:r>
              <a:rPr lang="en-GB" sz="2800" dirty="0">
                <a:cs typeface="Times New Roman" pitchFamily="18" charset="0"/>
              </a:rPr>
              <a:t>.</a:t>
            </a:r>
            <a:endParaRPr lang="fr-BE" sz="2800" dirty="0">
              <a:cs typeface="Times New Roman" pitchFamily="18" charset="0"/>
            </a:endParaRP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1692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1.3. Exceptions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fr-BE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fr-BE" sz="2800" b="1" i="1" u="sng" dirty="0">
                <a:cs typeface="Times New Roman" pitchFamily="18" charset="0"/>
              </a:rPr>
              <a:t>2</a:t>
            </a:r>
            <a:r>
              <a:rPr lang="fr-BE" sz="2800" b="1" i="1" u="sng" baseline="30000" dirty="0">
                <a:cs typeface="Times New Roman" pitchFamily="18" charset="0"/>
              </a:rPr>
              <a:t>ème</a:t>
            </a:r>
            <a:r>
              <a:rPr lang="fr-BE" sz="2800" b="1" i="1" u="sng" dirty="0">
                <a:cs typeface="Times New Roman" pitchFamily="18" charset="0"/>
              </a:rPr>
              <a:t>  exception:</a:t>
            </a:r>
            <a:r>
              <a:rPr lang="fr-BE" sz="2800" b="1" i="1" dirty="0">
                <a:cs typeface="Times New Roman" pitchFamily="18" charset="0"/>
              </a:rPr>
              <a:t> </a:t>
            </a:r>
            <a:r>
              <a:rPr lang="fr-BE" sz="2400" b="1" i="1" dirty="0">
                <a:solidFill>
                  <a:srgbClr val="C00000"/>
                </a:solidFill>
                <a:cs typeface="Times New Roman" pitchFamily="18" charset="0"/>
              </a:rPr>
              <a:t>(exception à la première exception) </a:t>
            </a:r>
          </a:p>
          <a:p>
            <a:pPr>
              <a:lnSpc>
                <a:spcPct val="90000"/>
              </a:lnSpc>
              <a:buNone/>
            </a:pPr>
            <a:r>
              <a:rPr lang="fr-BE" sz="2800" b="1" dirty="0">
                <a:cs typeface="Times New Roman" pitchFamily="18" charset="0"/>
              </a:rPr>
              <a:t> 	</a:t>
            </a:r>
            <a:r>
              <a:rPr lang="fr-BE" sz="2800" dirty="0">
                <a:cs typeface="Times New Roman" pitchFamily="18" charset="0"/>
              </a:rPr>
              <a:t>Si interruption du chômage </a:t>
            </a:r>
            <a:r>
              <a:rPr lang="fr-BE" sz="2800" b="1" dirty="0">
                <a:latin typeface="Arial" panose="020B0604020202020204" pitchFamily="34" charset="0"/>
                <a:cs typeface="Arial" panose="020B0604020202020204" pitchFamily="34" charset="0"/>
              </a:rPr>
              <a:t>≥ </a:t>
            </a:r>
            <a:r>
              <a:rPr lang="fr-BE" sz="2800" b="1" dirty="0">
                <a:cs typeface="Times New Roman" pitchFamily="18" charset="0"/>
              </a:rPr>
              <a:t>24 mois</a:t>
            </a:r>
            <a:r>
              <a:rPr lang="fr-BE" sz="2800" dirty="0">
                <a:cs typeface="Times New Roman" pitchFamily="18" charset="0"/>
              </a:rPr>
              <a:t> </a:t>
            </a:r>
            <a:r>
              <a:rPr lang="fr-BE" sz="2800" b="1" u="sng" dirty="0">
                <a:cs typeface="Times New Roman" pitchFamily="18" charset="0"/>
              </a:rPr>
              <a:t>et</a:t>
            </a:r>
            <a:r>
              <a:rPr lang="fr-BE" sz="2800" dirty="0">
                <a:cs typeface="Times New Roman" pitchFamily="18" charset="0"/>
              </a:rPr>
              <a:t> reprise de travail d’au moins </a:t>
            </a:r>
            <a:r>
              <a:rPr lang="fr-BE" sz="2800" b="1" dirty="0">
                <a:cs typeface="Times New Roman" pitchFamily="18" charset="0"/>
              </a:rPr>
              <a:t>4 semaines consécutives</a:t>
            </a:r>
            <a:r>
              <a:rPr lang="fr-BE" sz="2800" dirty="0">
                <a:cs typeface="Times New Roman" pitchFamily="18" charset="0"/>
              </a:rPr>
              <a:t> chez le même employeur, </a:t>
            </a: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maintien du code chiffré antérieur ou révision du code chiffré si plus avantageux :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BE" sz="2800" b="1" dirty="0">
                <a:cs typeface="Times New Roman" pitchFamily="18" charset="0"/>
              </a:rPr>
              <a:t>45 ans ou plus </a:t>
            </a:r>
            <a:r>
              <a:rPr lang="fr-BE" sz="2800" dirty="0">
                <a:cs typeface="Times New Roman" pitchFamily="18" charset="0"/>
              </a:rPr>
              <a:t>au moment de la </a:t>
            </a:r>
            <a:r>
              <a:rPr lang="fr-BE" sz="2800" b="1" dirty="0">
                <a:cs typeface="Times New Roman" pitchFamily="18" charset="0"/>
              </a:rPr>
              <a:t>reprise</a:t>
            </a:r>
            <a:r>
              <a:rPr lang="fr-BE" sz="2800" dirty="0">
                <a:cs typeface="Times New Roman" pitchFamily="18" charset="0"/>
              </a:rPr>
              <a:t> de travail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BE" sz="2800" b="1" i="1" dirty="0">
                <a:cs typeface="Times New Roman" pitchFamily="18" charset="0"/>
              </a:rPr>
              <a:t>OU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BE" sz="2800" dirty="0">
                <a:cs typeface="Times New Roman" pitchFamily="18" charset="0"/>
              </a:rPr>
              <a:t>Si le travailleur avait le statut de </a:t>
            </a:r>
            <a:r>
              <a:rPr lang="fr-BE" sz="2800" b="1" dirty="0">
                <a:cs typeface="Times New Roman" pitchFamily="18" charset="0"/>
              </a:rPr>
              <a:t>travailleur à temps partiel avec maintien des droits </a:t>
            </a:r>
            <a:r>
              <a:rPr lang="fr-BE" sz="2800" dirty="0">
                <a:cs typeface="Times New Roman" pitchFamily="18" charset="0"/>
              </a:rPr>
              <a:t>(99/).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3595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1.4. En résumé…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u="sng" dirty="0">
                <a:cs typeface="Times New Roman" pitchFamily="18" charset="0"/>
              </a:rPr>
              <a:t>Lors d’une D.A en CC</a:t>
            </a:r>
            <a:r>
              <a:rPr lang="fr-FR" b="1" dirty="0">
                <a:cs typeface="Times New Roman" pitchFamily="18" charset="0"/>
              </a:rPr>
              <a:t>:</a:t>
            </a:r>
          </a:p>
          <a:p>
            <a:pPr lvl="0">
              <a:spcBef>
                <a:spcPts val="600"/>
              </a:spcBef>
              <a:buFont typeface="+mj-lt"/>
              <a:buAutoNum type="arabicPeriod"/>
            </a:pPr>
            <a:r>
              <a:rPr lang="fr-BE" sz="2400" b="1" dirty="0">
                <a:solidFill>
                  <a:srgbClr val="0033CC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Interruption ≥ 24 mois ?</a:t>
            </a:r>
            <a:endParaRPr lang="fr-BE" b="1" dirty="0">
              <a:solidFill>
                <a:srgbClr val="0033CC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NON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fr-BE" sz="20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Maintien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du code antérieur</a:t>
            </a:r>
            <a:endParaRPr lang="fr-B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OUI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Occupation?</a:t>
            </a:r>
            <a:endParaRPr lang="fr-B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600"/>
              </a:spcBef>
              <a:buFont typeface="+mj-lt"/>
              <a:buAutoNum type="arabicPeriod"/>
            </a:pPr>
            <a:r>
              <a:rPr lang="fr-BE" sz="2400" b="1" dirty="0">
                <a:solidFill>
                  <a:srgbClr val="0033CC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Reprise de travail d’au moins 4 semaines ?</a:t>
            </a:r>
            <a:endParaRPr lang="fr-BE" b="1" dirty="0">
              <a:solidFill>
                <a:srgbClr val="0033CC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NON 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fr-BE" sz="20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Maintien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du code antérieur</a:t>
            </a:r>
            <a:endParaRPr lang="fr-B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OUI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Exceptions?</a:t>
            </a:r>
            <a:endParaRPr lang="fr-B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600"/>
              </a:spcBef>
              <a:buFont typeface="+mj-lt"/>
              <a:buAutoNum type="arabicPeriod"/>
            </a:pPr>
            <a:r>
              <a:rPr lang="fr-BE" sz="2400" b="1" dirty="0">
                <a:solidFill>
                  <a:srgbClr val="0033CC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Exception applicable ?</a:t>
            </a:r>
            <a:r>
              <a:rPr lang="fr-BE" sz="2400" dirty="0">
                <a:solidFill>
                  <a:srgbClr val="0033CC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fr-BE" sz="1800" dirty="0">
                <a:latin typeface="Arial" panose="020B0604020202020204" pitchFamily="34" charset="0"/>
                <a:ea typeface="Times New Roman" panose="02020603050405020304" pitchFamily="18" charset="0"/>
              </a:rPr>
              <a:t>(cf. </a:t>
            </a:r>
            <a:r>
              <a:rPr lang="fr-BE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≥ 45 ans ou 99/)</a:t>
            </a:r>
            <a:endParaRPr lang="fr-B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NON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fr-BE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BE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fr-BE" sz="20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Révision obligatoire 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à la hausse ou à la baisse</a:t>
            </a:r>
            <a:endParaRPr lang="fr-B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OUI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BE" sz="2000" dirty="0">
                <a:latin typeface="Arial" panose="020B0604020202020204" pitchFamily="34" charset="0"/>
                <a:ea typeface="Times New Roman" panose="02020603050405020304" pitchFamily="18" charset="0"/>
              </a:rPr>
              <a:t> Octroi du </a:t>
            </a:r>
            <a:r>
              <a:rPr lang="fr-BE" sz="20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code chiffré le plus avantageux</a:t>
            </a:r>
            <a:endParaRPr lang="fr-BE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spcBef>
                <a:spcPts val="600"/>
              </a:spcBef>
              <a:spcAft>
                <a:spcPts val="0"/>
              </a:spcAft>
              <a:buNone/>
            </a:pPr>
            <a:endParaRPr lang="fr-B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331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1.5. Exemples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sz="2400" b="1" i="1" u="sng" dirty="0">
                <a:cs typeface="Times New Roman" pitchFamily="18" charset="0"/>
              </a:rPr>
              <a:t>Exercice 1</a:t>
            </a:r>
            <a:r>
              <a:rPr lang="fr-BE" sz="2400" b="1" i="1" dirty="0">
                <a:cs typeface="Times New Roman" pitchFamily="18" charset="0"/>
              </a:rPr>
              <a:t>:</a:t>
            </a:r>
            <a:endParaRPr lang="fr-BE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52F538-91F3-4FC2-8008-A0C20870DA2B}"/>
              </a:ext>
            </a:extLst>
          </p:cNvPr>
          <p:cNvSpPr/>
          <p:nvPr/>
        </p:nvSpPr>
        <p:spPr>
          <a:xfrm>
            <a:off x="457200" y="2348880"/>
            <a:ext cx="1464184" cy="1800000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CC 01/65.BF </a:t>
            </a:r>
            <a:r>
              <a:rPr lang="fr-BE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fr-BE" dirty="0">
                <a:solidFill>
                  <a:schemeClr val="tx1"/>
                </a:solidFill>
              </a:rPr>
              <a:t> 28.11.2020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DD2CF6-423D-4BC6-85B8-1CFB62822F82}"/>
              </a:ext>
            </a:extLst>
          </p:cNvPr>
          <p:cNvSpPr/>
          <p:nvPr/>
        </p:nvSpPr>
        <p:spPr>
          <a:xfrm>
            <a:off x="1921384" y="2348880"/>
            <a:ext cx="3586720" cy="180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Travail salarié 38/38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du 30.11.2020 au 29.05.2022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10,2362€/ heures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715459-FA86-4FAD-B2C0-1C569C5C76F4}"/>
              </a:ext>
            </a:extLst>
          </p:cNvPr>
          <p:cNvSpPr/>
          <p:nvPr/>
        </p:nvSpPr>
        <p:spPr>
          <a:xfrm>
            <a:off x="5508104" y="2348880"/>
            <a:ext cx="1714512" cy="18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Inactivité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 du 30.05.2022 au 20.11.2022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4F951B-AEE0-47D9-B77B-78888BFD658D}"/>
              </a:ext>
            </a:extLst>
          </p:cNvPr>
          <p:cNvSpPr/>
          <p:nvPr/>
        </p:nvSpPr>
        <p:spPr>
          <a:xfrm>
            <a:off x="7222616" y="2348880"/>
            <a:ext cx="1313244" cy="1800000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CC DA le 21.11.2022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F25A8EF-F982-4D4E-BD14-49227FB17A47}"/>
              </a:ext>
            </a:extLst>
          </p:cNvPr>
          <p:cNvSpPr txBox="1"/>
          <p:nvPr/>
        </p:nvSpPr>
        <p:spPr>
          <a:xfrm>
            <a:off x="457200" y="4348813"/>
            <a:ext cx="3754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/>
              <a:t>Révision Code chiffré?</a:t>
            </a:r>
          </a:p>
        </p:txBody>
      </p:sp>
    </p:spTree>
    <p:extLst>
      <p:ext uri="{BB962C8B-B14F-4D97-AF65-F5344CB8AC3E}">
        <p14:creationId xmlns:p14="http://schemas.microsoft.com/office/powerpoint/2010/main" val="317073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1.5. Exemples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sz="2400" b="1" i="1" u="sng" dirty="0">
                <a:cs typeface="Times New Roman" pitchFamily="18" charset="0"/>
              </a:rPr>
              <a:t>Exercice 2</a:t>
            </a:r>
            <a:r>
              <a:rPr lang="fr-BE" sz="2400" b="1" i="1" dirty="0">
                <a:cs typeface="Times New Roman" pitchFamily="18" charset="0"/>
              </a:rPr>
              <a:t>:</a:t>
            </a:r>
            <a:endParaRPr lang="fr-BE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0789" y="2285992"/>
            <a:ext cx="1290895" cy="1800000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CC 01/65.BF</a:t>
            </a:r>
            <a:r>
              <a:rPr lang="fr-BE" dirty="0">
                <a:solidFill>
                  <a:schemeClr val="tx1"/>
                </a:solidFill>
                <a:sym typeface="Wingdings" panose="05000000000000000000" pitchFamily="2" charset="2"/>
              </a:rPr>
              <a:t>30</a:t>
            </a:r>
            <a:r>
              <a:rPr lang="fr-BE" dirty="0">
                <a:solidFill>
                  <a:schemeClr val="tx1"/>
                </a:solidFill>
              </a:rPr>
              <a:t>.11.2020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35696" y="2285992"/>
            <a:ext cx="1638965" cy="18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Inactivité 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du 01.12.2020 au 14.11.2021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74661" y="2285992"/>
            <a:ext cx="2071702" cy="180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Travail </a:t>
            </a:r>
            <a:r>
              <a:rPr lang="fr-BE" dirty="0" err="1">
                <a:solidFill>
                  <a:schemeClr val="tx1"/>
                </a:solidFill>
              </a:rPr>
              <a:t>empl</a:t>
            </a:r>
            <a:r>
              <a:rPr lang="fr-BE" dirty="0">
                <a:solidFill>
                  <a:schemeClr val="tx1"/>
                </a:solidFill>
              </a:rPr>
              <a:t>. A  38/38 </a:t>
            </a:r>
            <a:r>
              <a:rPr lang="fr-BE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fr-BE" dirty="0">
                <a:solidFill>
                  <a:schemeClr val="tx1"/>
                </a:solidFill>
              </a:rPr>
              <a:t> 15.11.2021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au 13.11.2022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Salaire : 11,8524€/h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46363" y="2285992"/>
            <a:ext cx="1643074" cy="18000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Travail </a:t>
            </a:r>
            <a:r>
              <a:rPr lang="fr-BE" dirty="0" err="1">
                <a:solidFill>
                  <a:schemeClr val="tx1"/>
                </a:solidFill>
              </a:rPr>
              <a:t>empl</a:t>
            </a:r>
            <a:r>
              <a:rPr lang="fr-BE" dirty="0">
                <a:solidFill>
                  <a:schemeClr val="tx1"/>
                </a:solidFill>
              </a:rPr>
              <a:t>. B 38/38 </a:t>
            </a:r>
            <a:r>
              <a:rPr lang="fr-BE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endParaRPr lang="fr-BE" dirty="0">
              <a:solidFill>
                <a:schemeClr val="tx1"/>
              </a:solidFill>
            </a:endParaRPr>
          </a:p>
          <a:p>
            <a:pPr algn="ctr"/>
            <a:r>
              <a:rPr lang="fr-BE" dirty="0">
                <a:solidFill>
                  <a:schemeClr val="tx1"/>
                </a:solidFill>
              </a:rPr>
              <a:t>14.11.2022 au 07.12.2022 Salaire: 16,7582€/h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79624" y="2285992"/>
            <a:ext cx="1280808" cy="1800000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CC DA le 08.12.2022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Connecteur droit 11"/>
          <p:cNvCxnSpPr>
            <a:cxnSpLocks/>
            <a:stCxn id="5" idx="3"/>
            <a:endCxn id="7" idx="1"/>
          </p:cNvCxnSpPr>
          <p:nvPr/>
        </p:nvCxnSpPr>
        <p:spPr>
          <a:xfrm flipH="1">
            <a:off x="1835696" y="3185992"/>
            <a:ext cx="15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>
            <a:cxnSpLocks/>
            <a:stCxn id="8" idx="1"/>
            <a:endCxn id="7" idx="3"/>
          </p:cNvCxnSpPr>
          <p:nvPr/>
        </p:nvCxnSpPr>
        <p:spPr>
          <a:xfrm>
            <a:off x="3474661" y="318599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>
            <a:cxnSpLocks/>
            <a:stCxn id="8" idx="3"/>
            <a:endCxn id="9" idx="1"/>
          </p:cNvCxnSpPr>
          <p:nvPr/>
        </p:nvCxnSpPr>
        <p:spPr>
          <a:xfrm>
            <a:off x="5546363" y="318599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/>
          <p:cNvCxnSpPr>
            <a:cxnSpLocks/>
            <a:stCxn id="9" idx="3"/>
            <a:endCxn id="10" idx="1"/>
          </p:cNvCxnSpPr>
          <p:nvPr/>
        </p:nvCxnSpPr>
        <p:spPr>
          <a:xfrm flipH="1">
            <a:off x="7179624" y="3185992"/>
            <a:ext cx="98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7053266" y="4162290"/>
            <a:ext cx="1633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Née le 10.05.1980</a:t>
            </a:r>
            <a:endParaRPr lang="en-US" sz="14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F7BE07A-148C-43B9-8370-4A318F3A2569}"/>
              </a:ext>
            </a:extLst>
          </p:cNvPr>
          <p:cNvSpPr txBox="1"/>
          <p:nvPr/>
        </p:nvSpPr>
        <p:spPr>
          <a:xfrm>
            <a:off x="457200" y="4348813"/>
            <a:ext cx="3754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/>
              <a:t>Révision Code chiffré?</a:t>
            </a:r>
          </a:p>
        </p:txBody>
      </p:sp>
    </p:spTree>
    <p:extLst>
      <p:ext uri="{BB962C8B-B14F-4D97-AF65-F5344CB8AC3E}">
        <p14:creationId xmlns:p14="http://schemas.microsoft.com/office/powerpoint/2010/main" val="380499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20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1.5. Exemples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sz="2400" b="1" i="1" u="sng" dirty="0">
                <a:cs typeface="Times New Roman" pitchFamily="18" charset="0"/>
              </a:rPr>
              <a:t>Exercice 3</a:t>
            </a:r>
            <a:r>
              <a:rPr lang="fr-BE" sz="2400" b="1" i="1" dirty="0">
                <a:cs typeface="Times New Roman" pitchFamily="18" charset="0"/>
              </a:rPr>
              <a:t>: </a:t>
            </a:r>
            <a:endParaRPr lang="fr-BE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479864-C6F9-433C-A2E7-BC23B68BE54A}"/>
              </a:ext>
            </a:extLst>
          </p:cNvPr>
          <p:cNvSpPr/>
          <p:nvPr/>
        </p:nvSpPr>
        <p:spPr>
          <a:xfrm>
            <a:off x="560789" y="2285992"/>
            <a:ext cx="1290895" cy="1800000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CC 01/74.BF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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30.11.2020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D0A3A2-DA67-4333-8C23-0E8A749A02F2}"/>
              </a:ext>
            </a:extLst>
          </p:cNvPr>
          <p:cNvSpPr/>
          <p:nvPr/>
        </p:nvSpPr>
        <p:spPr>
          <a:xfrm>
            <a:off x="1835696" y="2285992"/>
            <a:ext cx="5343928" cy="180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Travail </a:t>
            </a:r>
            <a:r>
              <a:rPr kumimoji="0" lang="fr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A  38/38 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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01.12.2020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 30.11.2022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Salaire : 13,7625€/h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F618E3-5340-42D5-AB9A-2DF6773C45CD}"/>
              </a:ext>
            </a:extLst>
          </p:cNvPr>
          <p:cNvSpPr/>
          <p:nvPr/>
        </p:nvSpPr>
        <p:spPr>
          <a:xfrm>
            <a:off x="7179624" y="2285992"/>
            <a:ext cx="1280808" cy="1800000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CC DA le 01.12.2022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C78F493C-92B0-4559-9C63-98B1AFE87D95}"/>
              </a:ext>
            </a:extLst>
          </p:cNvPr>
          <p:cNvCxnSpPr>
            <a:cxnSpLocks/>
            <a:stCxn id="18" idx="3"/>
          </p:cNvCxnSpPr>
          <p:nvPr/>
        </p:nvCxnSpPr>
        <p:spPr>
          <a:xfrm flipH="1">
            <a:off x="1835696" y="3185992"/>
            <a:ext cx="15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30944B7-2780-4137-82C3-EC668D82F5DB}"/>
              </a:ext>
            </a:extLst>
          </p:cNvPr>
          <p:cNvCxnSpPr>
            <a:cxnSpLocks/>
            <a:endCxn id="24" idx="1"/>
          </p:cNvCxnSpPr>
          <p:nvPr/>
        </p:nvCxnSpPr>
        <p:spPr>
          <a:xfrm flipH="1">
            <a:off x="7179624" y="3185992"/>
            <a:ext cx="98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6E52DC44-43F1-4FA4-A4BB-AD93628827E5}"/>
              </a:ext>
            </a:extLst>
          </p:cNvPr>
          <p:cNvSpPr txBox="1"/>
          <p:nvPr/>
        </p:nvSpPr>
        <p:spPr>
          <a:xfrm>
            <a:off x="7053266" y="4162290"/>
            <a:ext cx="1633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Née le 10.02.1975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5F682C-98F9-4772-AB48-B9541C4136FD}"/>
              </a:ext>
            </a:extLst>
          </p:cNvPr>
          <p:cNvSpPr txBox="1"/>
          <p:nvPr/>
        </p:nvSpPr>
        <p:spPr>
          <a:xfrm>
            <a:off x="560789" y="4470067"/>
            <a:ext cx="51633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sz="2800" b="1" dirty="0">
                <a:solidFill>
                  <a:prstClr val="black"/>
                </a:solidFill>
              </a:rPr>
              <a:t>Révision Code chiffré?</a:t>
            </a:r>
          </a:p>
        </p:txBody>
      </p:sp>
    </p:spTree>
    <p:extLst>
      <p:ext uri="{BB962C8B-B14F-4D97-AF65-F5344CB8AC3E}">
        <p14:creationId xmlns:p14="http://schemas.microsoft.com/office/powerpoint/2010/main" val="3427003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4" grpId="0" animBg="1"/>
      <p:bldP spid="30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fr-BE" b="1" i="1" dirty="0">
                <a:cs typeface="Times New Roman" pitchFamily="18" charset="0"/>
              </a:rPr>
              <a:t>1.5. Exemples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57242" y="1593251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BE" dirty="0">
                <a:latin typeface="Times New Roman" pitchFamily="18" charset="0"/>
                <a:cs typeface="Times New Roman" pitchFamily="18" charset="0"/>
              </a:rPr>
              <a:t>	</a:t>
            </a:r>
            <a:endParaRPr lang="fr-BE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Connecteur droit 10"/>
          <p:cNvCxnSpPr/>
          <p:nvPr/>
        </p:nvCxnSpPr>
        <p:spPr>
          <a:xfrm>
            <a:off x="2000232" y="27500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4500562" y="27500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6429388" y="27500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24490" y="2529000"/>
            <a:ext cx="1271246" cy="1800000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CC 01/65.BF </a:t>
            </a:r>
            <a:r>
              <a:rPr lang="fr-BE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endParaRPr lang="fr-BE" dirty="0">
              <a:solidFill>
                <a:schemeClr val="tx1"/>
              </a:solidFill>
            </a:endParaRPr>
          </a:p>
          <a:p>
            <a:pPr algn="ctr"/>
            <a:r>
              <a:rPr lang="fr-BE" dirty="0">
                <a:solidFill>
                  <a:schemeClr val="tx1"/>
                </a:solidFill>
              </a:rPr>
              <a:t>30.04.2020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95736" y="2529000"/>
            <a:ext cx="2113130" cy="18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Maladie 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du 01.05.2020 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au 30.04.2021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08866" y="2529000"/>
            <a:ext cx="2316026" cy="1800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Indépendant 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du 01.05.2021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au 30.11.2022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624892" y="2529000"/>
            <a:ext cx="1284374" cy="1800000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CC DA le 01.12.2022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2A7C55-5CFE-48BD-86C3-62569EE043A1}"/>
              </a:ext>
            </a:extLst>
          </p:cNvPr>
          <p:cNvSpPr/>
          <p:nvPr/>
        </p:nvSpPr>
        <p:spPr>
          <a:xfrm>
            <a:off x="918276" y="1748696"/>
            <a:ext cx="15163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fr-BE" sz="2400" b="1" i="1" u="sng" dirty="0">
                <a:cs typeface="Times New Roman" pitchFamily="18" charset="0"/>
              </a:rPr>
              <a:t>Exercice 4</a:t>
            </a:r>
            <a:r>
              <a:rPr lang="fr-BE" sz="2400" b="1" i="1" dirty="0">
                <a:cs typeface="Times New Roman" pitchFamily="18" charset="0"/>
              </a:rPr>
              <a:t>:</a:t>
            </a:r>
            <a:endParaRPr lang="fr-BE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4E20307-99D6-4A7F-A8B0-20B8CC95926E}"/>
              </a:ext>
            </a:extLst>
          </p:cNvPr>
          <p:cNvSpPr txBox="1"/>
          <p:nvPr/>
        </p:nvSpPr>
        <p:spPr>
          <a:xfrm>
            <a:off x="6450312" y="4350724"/>
            <a:ext cx="1633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Née le 10.05.1980</a:t>
            </a:r>
            <a:endParaRPr lang="en-US" sz="14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4A6357D-35E8-41A0-B6D1-8F71883C7BC9}"/>
              </a:ext>
            </a:extLst>
          </p:cNvPr>
          <p:cNvSpPr txBox="1"/>
          <p:nvPr/>
        </p:nvSpPr>
        <p:spPr>
          <a:xfrm>
            <a:off x="817240" y="4504613"/>
            <a:ext cx="3754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/>
              <a:t>Révision Code chiffré?</a:t>
            </a:r>
          </a:p>
        </p:txBody>
      </p:sp>
    </p:spTree>
    <p:extLst>
      <p:ext uri="{BB962C8B-B14F-4D97-AF65-F5344CB8AC3E}">
        <p14:creationId xmlns:p14="http://schemas.microsoft.com/office/powerpoint/2010/main" val="330647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1.5. Exemples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5548" y="16002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BE" dirty="0">
                <a:latin typeface="Times New Roman" pitchFamily="18" charset="0"/>
                <a:cs typeface="Times New Roman" pitchFamily="18" charset="0"/>
              </a:rPr>
              <a:t>	</a:t>
            </a:r>
            <a:endParaRPr lang="fr-BE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39752" y="2071678"/>
            <a:ext cx="4446826" cy="1357322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TTPMD sans AGR (99/)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du 01.06.2020 au 30.11.2022 </a:t>
            </a:r>
          </a:p>
          <a:p>
            <a:pPr algn="ctr"/>
            <a:r>
              <a:rPr lang="fr-BE" dirty="0">
                <a:solidFill>
                  <a:schemeClr val="tx1"/>
                </a:solidFill>
              </a:rPr>
              <a:t>Salaire de 1927,82 € brut / mois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6578" y="2071678"/>
            <a:ext cx="1241806" cy="1357322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CC DA le 01.12.2022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5786" y="2071678"/>
            <a:ext cx="1553966" cy="1357322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CC 01/65.BF </a:t>
            </a:r>
            <a:r>
              <a:rPr lang="fr-BE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fr-BE" dirty="0">
                <a:solidFill>
                  <a:schemeClr val="tx1"/>
                </a:solidFill>
              </a:rPr>
              <a:t> 30.05.2020</a:t>
            </a:r>
          </a:p>
        </p:txBody>
      </p:sp>
      <p:cxnSp>
        <p:nvCxnSpPr>
          <p:cNvPr id="13" name="Connecteur droit 12"/>
          <p:cNvCxnSpPr>
            <a:cxnSpLocks/>
            <a:stCxn id="10" idx="3"/>
            <a:endCxn id="10" idx="3"/>
          </p:cNvCxnSpPr>
          <p:nvPr/>
        </p:nvCxnSpPr>
        <p:spPr>
          <a:xfrm>
            <a:off x="2339752" y="275033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>
            <a:endCxn id="8" idx="1"/>
          </p:cNvCxnSpPr>
          <p:nvPr/>
        </p:nvCxnSpPr>
        <p:spPr>
          <a:xfrm>
            <a:off x="6786578" y="275033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BB620B-D638-487F-923E-B7509C09AB2C}"/>
              </a:ext>
            </a:extLst>
          </p:cNvPr>
          <p:cNvSpPr/>
          <p:nvPr/>
        </p:nvSpPr>
        <p:spPr>
          <a:xfrm>
            <a:off x="774644" y="1433384"/>
            <a:ext cx="15163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fr-BE" sz="2400" b="1" i="1" u="sng" dirty="0">
                <a:cs typeface="Times New Roman" pitchFamily="18" charset="0"/>
              </a:rPr>
              <a:t>Exercice 5</a:t>
            </a:r>
            <a:r>
              <a:rPr lang="fr-BE" sz="2400" b="1" i="1" dirty="0">
                <a:cs typeface="Times New Roman" pitchFamily="18" charset="0"/>
              </a:rPr>
              <a:t>:</a:t>
            </a:r>
            <a:endParaRPr lang="fr-BE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AAE3635-9865-48B0-AC28-1E1FA8777275}"/>
              </a:ext>
            </a:extLst>
          </p:cNvPr>
          <p:cNvSpPr txBox="1"/>
          <p:nvPr/>
        </p:nvSpPr>
        <p:spPr>
          <a:xfrm>
            <a:off x="767530" y="3748996"/>
            <a:ext cx="3754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/>
              <a:t>Révision Code chiffré?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E9EC56F-EC8F-49C7-8851-3A3D7543BAA5}"/>
              </a:ext>
            </a:extLst>
          </p:cNvPr>
          <p:cNvSpPr txBox="1"/>
          <p:nvPr/>
        </p:nvSpPr>
        <p:spPr>
          <a:xfrm>
            <a:off x="6553200" y="3472679"/>
            <a:ext cx="1633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Née le 10.05.1985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1980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1.5. Exemples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sz="2400" b="1" i="1" u="sng" dirty="0">
                <a:cs typeface="Times New Roman" pitchFamily="18" charset="0"/>
              </a:rPr>
              <a:t>Exercice 6</a:t>
            </a:r>
            <a:r>
              <a:rPr lang="fr-BE" sz="2400" b="1" i="1" dirty="0">
                <a:cs typeface="Times New Roman" pitchFamily="18" charset="0"/>
              </a:rPr>
              <a:t>:</a:t>
            </a:r>
            <a:endParaRPr lang="fr-BE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479864-C6F9-433C-A2E7-BC23B68BE54A}"/>
              </a:ext>
            </a:extLst>
          </p:cNvPr>
          <p:cNvSpPr/>
          <p:nvPr/>
        </p:nvSpPr>
        <p:spPr>
          <a:xfrm>
            <a:off x="560789" y="2285992"/>
            <a:ext cx="1290895" cy="1800000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CC 01/65.BF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</a:t>
            </a:r>
            <a:r>
              <a:rPr lang="fr-BE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04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.04.2020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617193-0B02-4B80-8B2A-04A3659865D0}"/>
              </a:ext>
            </a:extLst>
          </p:cNvPr>
          <p:cNvSpPr/>
          <p:nvPr/>
        </p:nvSpPr>
        <p:spPr>
          <a:xfrm>
            <a:off x="1835696" y="2285992"/>
            <a:ext cx="1638965" cy="180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Travail </a:t>
            </a:r>
            <a:r>
              <a:rPr kumimoji="0" lang="fr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A 38/38 du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06.04.2020 au 04.07.2021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Salaire: 16,2899€/h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D0A3A2-DA67-4333-8C23-0E8A749A02F2}"/>
              </a:ext>
            </a:extLst>
          </p:cNvPr>
          <p:cNvSpPr/>
          <p:nvPr/>
        </p:nvSpPr>
        <p:spPr>
          <a:xfrm>
            <a:off x="3474661" y="2285992"/>
            <a:ext cx="2071702" cy="180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Travail </a:t>
            </a:r>
            <a:r>
              <a:rPr kumimoji="0" lang="fr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B  38/38 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du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05.07.2021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 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02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.10.2022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Salaire : 14,6714€/h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C4AAE9-D5A2-49EA-B04A-A247BB2B3961}"/>
              </a:ext>
            </a:extLst>
          </p:cNvPr>
          <p:cNvSpPr/>
          <p:nvPr/>
        </p:nvSpPr>
        <p:spPr>
          <a:xfrm>
            <a:off x="5546363" y="2285992"/>
            <a:ext cx="1643074" cy="18000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Travail </a:t>
            </a:r>
            <a:r>
              <a:rPr kumimoji="0" lang="fr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C 32/38 du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03.10.2022 au 30.11.2022 Salaire : 13,7582€/h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F618E3-5340-42D5-AB9A-2DF6773C45CD}"/>
              </a:ext>
            </a:extLst>
          </p:cNvPr>
          <p:cNvSpPr/>
          <p:nvPr/>
        </p:nvSpPr>
        <p:spPr>
          <a:xfrm>
            <a:off x="7179624" y="2285992"/>
            <a:ext cx="1280808" cy="1800000"/>
          </a:xfrm>
          <a:prstGeom prst="rect">
            <a:avLst/>
          </a:prstGeom>
          <a:pattFill prst="weave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CC DA le 01.12.2022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C78F493C-92B0-4559-9C63-98B1AFE87D95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H="1">
            <a:off x="1835696" y="3185992"/>
            <a:ext cx="15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6DF69C57-AE47-460B-A662-AA9B785EDFBE}"/>
              </a:ext>
            </a:extLst>
          </p:cNvPr>
          <p:cNvCxnSpPr>
            <a:cxnSpLocks/>
            <a:stCxn id="22" idx="1"/>
            <a:endCxn id="19" idx="3"/>
          </p:cNvCxnSpPr>
          <p:nvPr/>
        </p:nvCxnSpPr>
        <p:spPr>
          <a:xfrm>
            <a:off x="3474661" y="318599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E4C62EF-157F-414A-BF2A-EFA12DB4457C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5546363" y="318599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30944B7-2780-4137-82C3-EC668D82F5DB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H="1">
            <a:off x="7179624" y="3185992"/>
            <a:ext cx="98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6E52DC44-43F1-4FA4-A4BB-AD93628827E5}"/>
              </a:ext>
            </a:extLst>
          </p:cNvPr>
          <p:cNvSpPr txBox="1"/>
          <p:nvPr/>
        </p:nvSpPr>
        <p:spPr>
          <a:xfrm>
            <a:off x="7053266" y="4162290"/>
            <a:ext cx="1633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Née le 10.05.1980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E01F88C-5A5D-4A68-AE9F-B1C92CE7C1DF}"/>
              </a:ext>
            </a:extLst>
          </p:cNvPr>
          <p:cNvSpPr txBox="1"/>
          <p:nvPr/>
        </p:nvSpPr>
        <p:spPr>
          <a:xfrm>
            <a:off x="560789" y="4578628"/>
            <a:ext cx="47312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sz="2800" b="1" dirty="0">
                <a:solidFill>
                  <a:prstClr val="black"/>
                </a:solidFill>
              </a:rPr>
              <a:t>Révision Code chiffré?</a:t>
            </a:r>
          </a:p>
        </p:txBody>
      </p:sp>
    </p:spTree>
    <p:extLst>
      <p:ext uri="{BB962C8B-B14F-4D97-AF65-F5344CB8AC3E}">
        <p14:creationId xmlns:p14="http://schemas.microsoft.com/office/powerpoint/2010/main" val="406454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2" grpId="0" animBg="1"/>
      <p:bldP spid="23" grpId="0" animBg="1"/>
      <p:bldP spid="24" grpId="0" animBg="1"/>
      <p:bldP spid="30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64704" y="1988840"/>
            <a:ext cx="7414592" cy="2880319"/>
          </a:xfrm>
        </p:spPr>
        <p:txBody>
          <a:bodyPr>
            <a:normAutofit/>
          </a:bodyPr>
          <a:lstStyle/>
          <a:p>
            <a:r>
              <a:rPr lang="fr-BE" sz="5400" b="1" i="1" dirty="0">
                <a:latin typeface="+mn-lt"/>
                <a:cs typeface="Times New Roman" pitchFamily="18" charset="0"/>
              </a:rPr>
              <a:t>2. Révision du code chiffré en CT</a:t>
            </a:r>
            <a:endParaRPr lang="en-US" sz="5400" b="1" i="1" dirty="0">
              <a:latin typeface="+mn-lt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108008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2.1. Rappel 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sz="2800" dirty="0"/>
              <a:t>Le code chiffré est toujours calculé sur base du </a:t>
            </a:r>
            <a:r>
              <a:rPr lang="fr-BE" sz="2800" b="1" dirty="0"/>
              <a:t>salaire brut journalier</a:t>
            </a:r>
            <a:r>
              <a:rPr lang="fr-BE" sz="2800" dirty="0"/>
              <a:t> </a:t>
            </a:r>
            <a:r>
              <a:rPr lang="fr-BE" sz="2800" b="1" dirty="0">
                <a:solidFill>
                  <a:srgbClr val="C00000"/>
                </a:solidFill>
              </a:rPr>
              <a:t>valable au moment de la DA</a:t>
            </a:r>
          </a:p>
          <a:p>
            <a:pPr marL="0" indent="0">
              <a:buNone/>
            </a:pPr>
            <a:r>
              <a:rPr lang="fr-BE" sz="2400" b="1" u="sng" dirty="0">
                <a:latin typeface="Times New Roman" pitchFamily="18" charset="0"/>
                <a:cs typeface="Times New Roman" pitchFamily="18" charset="0"/>
              </a:rPr>
              <a:t>Formules salaire journalier</a:t>
            </a:r>
            <a:r>
              <a:rPr lang="fr-BE" sz="2400" b="1" dirty="0">
                <a:latin typeface="Times New Roman" pitchFamily="18" charset="0"/>
                <a:cs typeface="Times New Roman" pitchFamily="18" charset="0"/>
              </a:rPr>
              <a:t> :</a:t>
            </a:r>
            <a:endParaRPr lang="fr-BE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sz="2000" b="1" dirty="0">
                <a:latin typeface="Times New Roman" pitchFamily="18" charset="0"/>
                <a:cs typeface="Times New Roman" pitchFamily="18" charset="0"/>
              </a:rPr>
              <a:t>Admission temps plein (02/, 06/ ou 57/):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b="1" u="sng" dirty="0">
                <a:solidFill>
                  <a:srgbClr val="C00000"/>
                </a:solidFill>
              </a:rPr>
              <a:t>Salaire mensuel</a:t>
            </a:r>
            <a:endParaRPr lang="fr-BE" sz="1800" b="1" dirty="0">
              <a:solidFill>
                <a:srgbClr val="C00000"/>
              </a:solidFill>
            </a:endParaRPr>
          </a:p>
          <a:p>
            <a:pPr marL="0" indent="0" defTabSz="1441450">
              <a:buNone/>
            </a:pPr>
            <a:r>
              <a:rPr lang="fr-FR" sz="2000" b="1" dirty="0">
                <a:solidFill>
                  <a:srgbClr val="C00000"/>
                </a:solidFill>
              </a:rPr>
              <a:t>	</a:t>
            </a:r>
            <a:r>
              <a:rPr lang="fr-FR" sz="1800" b="1" dirty="0">
                <a:solidFill>
                  <a:srgbClr val="C00000"/>
                </a:solidFill>
              </a:rPr>
              <a:t>26</a:t>
            </a:r>
          </a:p>
          <a:p>
            <a:pPr lvl="1" defTabSz="1441450">
              <a:buFont typeface="Wingdings" panose="05000000000000000000" pitchFamily="2" charset="2"/>
              <a:buChar char="Ø"/>
            </a:pPr>
            <a:r>
              <a:rPr lang="fr-FR" sz="1800" b="1" u="sng" dirty="0">
                <a:solidFill>
                  <a:srgbClr val="C00000"/>
                </a:solidFill>
              </a:rPr>
              <a:t>Salaire horaire x Q</a:t>
            </a:r>
            <a:r>
              <a:rPr lang="fr-FR" sz="1800" b="1" dirty="0">
                <a:solidFill>
                  <a:srgbClr val="C00000"/>
                </a:solidFill>
              </a:rPr>
              <a:t> </a:t>
            </a:r>
            <a:r>
              <a:rPr lang="fr-BE" sz="1800" b="1" dirty="0">
                <a:solidFill>
                  <a:srgbClr val="C00000"/>
                </a:solidFill>
              </a:rPr>
              <a:t> </a:t>
            </a:r>
          </a:p>
          <a:p>
            <a:pPr marL="457200" lvl="1" indent="0" defTabSz="1441450">
              <a:buNone/>
            </a:pPr>
            <a:r>
              <a:rPr lang="fr-FR" sz="1800" b="1" dirty="0">
                <a:solidFill>
                  <a:srgbClr val="C00000"/>
                </a:solidFill>
              </a:rPr>
              <a:t>	6				</a:t>
            </a:r>
            <a:endParaRPr lang="fr-BE" sz="20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sz="2000" b="1" dirty="0">
                <a:latin typeface="Times New Roman" pitchFamily="18" charset="0"/>
                <a:cs typeface="Times New Roman" pitchFamily="18" charset="0"/>
              </a:rPr>
              <a:t> Admission TTRV (04/ ou 58/):</a:t>
            </a:r>
          </a:p>
          <a:p>
            <a:pPr lvl="1" defTabSz="1441450">
              <a:buFont typeface="Wingdings" panose="05000000000000000000" pitchFamily="2" charset="2"/>
              <a:buChar char="Ø"/>
            </a:pPr>
            <a:r>
              <a:rPr lang="fr-FR" sz="1800" b="1" u="sng" dirty="0">
                <a:solidFill>
                  <a:srgbClr val="C00000"/>
                </a:solidFill>
              </a:rPr>
              <a:t>Salaire mensuel X 3</a:t>
            </a:r>
            <a:r>
              <a:rPr lang="fr-FR" sz="1800" b="1" dirty="0">
                <a:solidFill>
                  <a:srgbClr val="C00000"/>
                </a:solidFill>
              </a:rPr>
              <a:t>	</a:t>
            </a:r>
            <a:r>
              <a:rPr lang="fr-FR" sz="1800" b="1" dirty="0">
                <a:solidFill>
                  <a:srgbClr val="C00000"/>
                </a:solidFill>
                <a:sym typeface="Wingdings" panose="05000000000000000000" pitchFamily="2" charset="2"/>
              </a:rPr>
              <a:t>  </a:t>
            </a:r>
            <a:r>
              <a:rPr lang="fr-FR" sz="1800" b="1" u="sng" dirty="0">
                <a:solidFill>
                  <a:srgbClr val="C00000"/>
                </a:solidFill>
              </a:rPr>
              <a:t>Salaire horaire x S</a:t>
            </a:r>
            <a:r>
              <a:rPr lang="fr-FR" sz="1800" b="1" dirty="0">
                <a:solidFill>
                  <a:srgbClr val="C00000"/>
                </a:solidFill>
              </a:rPr>
              <a:t> </a:t>
            </a:r>
            <a:r>
              <a:rPr lang="fr-BE" sz="1800" b="1" dirty="0">
                <a:solidFill>
                  <a:srgbClr val="C00000"/>
                </a:solidFill>
              </a:rPr>
              <a:t> </a:t>
            </a:r>
          </a:p>
          <a:p>
            <a:pPr marL="0" indent="0" defTabSz="1316038">
              <a:buNone/>
            </a:pPr>
            <a:r>
              <a:rPr lang="fr-FR" sz="2000" b="1" dirty="0">
                <a:solidFill>
                  <a:srgbClr val="C00000"/>
                </a:solidFill>
              </a:rPr>
              <a:t>	</a:t>
            </a:r>
            <a:r>
              <a:rPr lang="fr-FR" sz="1800" b="1" dirty="0">
                <a:solidFill>
                  <a:srgbClr val="C00000"/>
                </a:solidFill>
              </a:rPr>
              <a:t>Q X 13		6		</a:t>
            </a:r>
          </a:p>
          <a:p>
            <a:pPr lvl="1" defTabSz="1441450">
              <a:buFont typeface="Wingdings" panose="05000000000000000000" pitchFamily="2" charset="2"/>
              <a:buChar char="Ø"/>
            </a:pPr>
            <a:r>
              <a:rPr lang="fr-FR" sz="1800" b="1" u="sng" dirty="0">
                <a:solidFill>
                  <a:srgbClr val="C00000"/>
                </a:solidFill>
              </a:rPr>
              <a:t>Salaire horaire x S</a:t>
            </a:r>
            <a:r>
              <a:rPr lang="fr-FR" sz="1800" b="1" dirty="0">
                <a:solidFill>
                  <a:srgbClr val="C00000"/>
                </a:solidFill>
              </a:rPr>
              <a:t> </a:t>
            </a:r>
            <a:r>
              <a:rPr lang="fr-BE" sz="1800" b="1" dirty="0">
                <a:solidFill>
                  <a:srgbClr val="C00000"/>
                </a:solidFill>
              </a:rPr>
              <a:t> </a:t>
            </a:r>
          </a:p>
          <a:p>
            <a:pPr marL="457200" lvl="1" indent="0" defTabSz="1441450">
              <a:buNone/>
            </a:pPr>
            <a:r>
              <a:rPr lang="fr-FR" sz="1800" b="1" dirty="0">
                <a:solidFill>
                  <a:srgbClr val="C00000"/>
                </a:solidFill>
              </a:rPr>
              <a:t>	6	</a:t>
            </a:r>
            <a:endParaRPr lang="fr-BE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7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2.2. Révision obligatoire 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Dans le cadre d’une </a:t>
            </a:r>
            <a:r>
              <a:rPr lang="fr-BE" b="1" u="sng" dirty="0"/>
              <a:t>DA « obligatoire » en CT</a:t>
            </a:r>
            <a:r>
              <a:rPr lang="fr-BE" dirty="0"/>
              <a:t>, il y a </a:t>
            </a:r>
            <a:r>
              <a:rPr lang="fr-BE" b="1" dirty="0">
                <a:solidFill>
                  <a:srgbClr val="C00000"/>
                </a:solidFill>
              </a:rPr>
              <a:t>révision systématique du code chiffré.</a:t>
            </a:r>
          </a:p>
          <a:p>
            <a:pPr marL="0" indent="0">
              <a:spcBef>
                <a:spcPts val="0"/>
              </a:spcBef>
              <a:buNone/>
            </a:pPr>
            <a:endParaRPr lang="fr-BE" sz="600" b="1" dirty="0">
              <a:solidFill>
                <a:srgbClr val="C00000"/>
              </a:solidFill>
              <a:sym typeface="Wingdings" pitchFamily="2" charset="2"/>
            </a:endParaRPr>
          </a:p>
          <a:p>
            <a:pPr marL="1071563" indent="-446088">
              <a:spcBef>
                <a:spcPts val="0"/>
              </a:spcBef>
              <a:buNone/>
            </a:pPr>
            <a:r>
              <a:rPr lang="fr-BE" sz="3000" b="1" dirty="0">
                <a:sym typeface="Wingdings" panose="05000000000000000000" pitchFamily="2" charset="2"/>
              </a:rPr>
              <a:t> </a:t>
            </a:r>
            <a:r>
              <a:rPr lang="fr-BE" dirty="0">
                <a:sym typeface="Wingdings" pitchFamily="2" charset="2"/>
              </a:rPr>
              <a:t>Le code chiffré sera donc :</a:t>
            </a:r>
          </a:p>
          <a:p>
            <a:pPr marL="1347788" indent="-446088">
              <a:spcBef>
                <a:spcPts val="0"/>
              </a:spcBef>
              <a:buNone/>
            </a:pPr>
            <a:endParaRPr lang="fr-BE" sz="600" dirty="0">
              <a:sym typeface="Wingdings" pitchFamily="2" charset="2"/>
            </a:endParaRPr>
          </a:p>
          <a:p>
            <a:pPr marL="1347788" lvl="2" indent="-446088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dirty="0">
                <a:sym typeface="Wingdings" pitchFamily="2" charset="2"/>
              </a:rPr>
              <a:t>Soit </a:t>
            </a:r>
            <a:r>
              <a:rPr lang="fr-BE" sz="3200" b="1" dirty="0">
                <a:sym typeface="Wingdings" pitchFamily="2" charset="2"/>
              </a:rPr>
              <a:t>maintenu.</a:t>
            </a:r>
            <a:endParaRPr lang="fr-BE" sz="3000" b="1" dirty="0">
              <a:sym typeface="Wingdings" pitchFamily="2" charset="2"/>
            </a:endParaRPr>
          </a:p>
          <a:p>
            <a:pPr marL="1347788" lvl="2" indent="-446088">
              <a:spcBef>
                <a:spcPts val="0"/>
              </a:spcBef>
              <a:buNone/>
            </a:pPr>
            <a:endParaRPr lang="fr-BE" sz="600" dirty="0">
              <a:sym typeface="Wingdings" pitchFamily="2" charset="2"/>
            </a:endParaRPr>
          </a:p>
          <a:p>
            <a:pPr marL="1347788" lvl="2" indent="-446088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dirty="0">
                <a:sym typeface="Wingdings" pitchFamily="2" charset="2"/>
              </a:rPr>
              <a:t>Soit </a:t>
            </a:r>
            <a:r>
              <a:rPr lang="fr-BE" sz="3200" b="1" dirty="0">
                <a:sym typeface="Wingdings" pitchFamily="2" charset="2"/>
              </a:rPr>
              <a:t>revu à la hausse.</a:t>
            </a:r>
            <a:endParaRPr lang="fr-BE" sz="3000" b="1" dirty="0">
              <a:sym typeface="Wingdings" pitchFamily="2" charset="2"/>
            </a:endParaRPr>
          </a:p>
          <a:p>
            <a:pPr marL="1347788" lvl="2" indent="-446088">
              <a:spcBef>
                <a:spcPts val="0"/>
              </a:spcBef>
              <a:buNone/>
            </a:pPr>
            <a:endParaRPr lang="fr-BE" sz="600" dirty="0">
              <a:sym typeface="Wingdings" pitchFamily="2" charset="2"/>
            </a:endParaRPr>
          </a:p>
          <a:p>
            <a:pPr marL="1347788" lvl="2" indent="-446088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dirty="0">
                <a:sym typeface="Wingdings" pitchFamily="2" charset="2"/>
              </a:rPr>
              <a:t>Soit </a:t>
            </a:r>
            <a:r>
              <a:rPr lang="fr-BE" sz="3200" b="1" dirty="0">
                <a:sym typeface="Wingdings" pitchFamily="2" charset="2"/>
              </a:rPr>
              <a:t>revu à la baisse.</a:t>
            </a:r>
            <a:r>
              <a:rPr lang="fr-BE" sz="3000" b="1" dirty="0">
                <a:sym typeface="Wingdings" pitchFamily="2" charset="2"/>
              </a:rPr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40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fr-BE" sz="4000" b="1" i="1" dirty="0"/>
              <a:t>2.2. Révision obligatoire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b="1" u="sng" dirty="0">
                <a:solidFill>
                  <a:srgbClr val="C00000"/>
                </a:solidFill>
                <a:sym typeface="Wingdings" pitchFamily="2" charset="2"/>
              </a:rPr>
              <a:t>Exceptions</a:t>
            </a:r>
            <a:r>
              <a:rPr lang="fr-BE" b="1" dirty="0">
                <a:solidFill>
                  <a:srgbClr val="C00000"/>
                </a:solidFill>
                <a:sym typeface="Wingdings" pitchFamily="2" charset="2"/>
              </a:rPr>
              <a:t>:</a:t>
            </a:r>
            <a:endParaRPr lang="fr-BE" b="1" u="sng" dirty="0">
              <a:solidFill>
                <a:srgbClr val="C00000"/>
              </a:solidFill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endParaRPr lang="fr-BE" sz="1200" b="1" dirty="0">
              <a:solidFill>
                <a:srgbClr val="C00000"/>
              </a:solidFill>
              <a:sym typeface="Wingdings" pitchFamily="2" charset="2"/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2800" b="1" dirty="0">
                <a:solidFill>
                  <a:srgbClr val="C00000"/>
                </a:solidFill>
                <a:sym typeface="Wingdings" pitchFamily="2" charset="2"/>
              </a:rPr>
              <a:t>Si </a:t>
            </a:r>
            <a:r>
              <a:rPr lang="fr-BE" sz="2800" b="1" dirty="0">
                <a:sym typeface="Wingdings" pitchFamily="2" charset="2"/>
              </a:rPr>
              <a:t>l’intéressé a </a:t>
            </a:r>
            <a:r>
              <a:rPr lang="fr-BE" sz="2800" b="1" dirty="0">
                <a:solidFill>
                  <a:srgbClr val="C00000"/>
                </a:solidFill>
                <a:sym typeface="Wingdings" pitchFamily="2" charset="2"/>
              </a:rPr>
              <a:t>45 ans ou + à la date d’entrée en service</a:t>
            </a:r>
            <a:r>
              <a:rPr lang="fr-BE" sz="2800" b="1" dirty="0">
                <a:sym typeface="Wingdings" pitchFamily="2" charset="2"/>
              </a:rPr>
              <a:t> </a:t>
            </a:r>
            <a:r>
              <a:rPr lang="fr-BE" sz="2000" dirty="0">
                <a:sym typeface="Wingdings" pitchFamily="2" charset="2"/>
              </a:rPr>
              <a:t>(située après le 30.06.2000) </a:t>
            </a:r>
            <a:r>
              <a:rPr lang="fr-BE" sz="2800" dirty="0">
                <a:sym typeface="Wingdings" pitchFamily="2" charset="2"/>
              </a:rPr>
              <a:t>et qu’il ne s’agit pas d’une réduction volontaire des prestations. </a:t>
            </a:r>
            <a:r>
              <a:rPr lang="fr-BE" sz="2000" dirty="0">
                <a:sym typeface="Wingdings" pitchFamily="2" charset="2"/>
              </a:rPr>
              <a:t> </a:t>
            </a:r>
            <a:r>
              <a:rPr lang="fr-BE" sz="2800" dirty="0">
                <a:sym typeface="Wingdings" pitchFamily="2" charset="2"/>
              </a:rPr>
              <a:t>Possibilité de maintien du code chiffré le plus avantageux.</a:t>
            </a:r>
          </a:p>
          <a:p>
            <a:pPr marL="0" indent="0">
              <a:spcBef>
                <a:spcPts val="0"/>
              </a:spcBef>
              <a:buNone/>
            </a:pPr>
            <a:endParaRPr lang="fr-BE" sz="1200" dirty="0">
              <a:sym typeface="Wingdings" pitchFamily="2" charset="2"/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2800" dirty="0">
                <a:sym typeface="Wingdings" pitchFamily="2" charset="2"/>
              </a:rPr>
              <a:t>En cas de </a:t>
            </a:r>
            <a:r>
              <a:rPr lang="fr-BE" sz="2800" b="1" dirty="0">
                <a:solidFill>
                  <a:srgbClr val="C00000"/>
                </a:solidFill>
                <a:sym typeface="Wingdings" pitchFamily="2" charset="2"/>
              </a:rPr>
              <a:t>TTPMD</a:t>
            </a:r>
            <a:r>
              <a:rPr lang="fr-BE" sz="2800" b="1" dirty="0">
                <a:sym typeface="Wingdings" pitchFamily="2" charset="2"/>
              </a:rPr>
              <a:t> </a:t>
            </a:r>
            <a:r>
              <a:rPr lang="fr-BE" sz="2000" dirty="0">
                <a:sym typeface="Wingdings" pitchFamily="2" charset="2"/>
              </a:rPr>
              <a:t></a:t>
            </a:r>
            <a:r>
              <a:rPr lang="fr-BE" sz="2800" dirty="0">
                <a:sym typeface="Wingdings" pitchFamily="2" charset="2"/>
              </a:rPr>
              <a:t> Possibilité de reprendre le code chiffré valable en CC si celui-ci est plus avantageux.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751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2.3. Révision facultative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sz="3600" dirty="0"/>
              <a:t>Dans le cadre d’une </a:t>
            </a:r>
            <a:r>
              <a:rPr lang="fr-BE" sz="3600" b="1" u="sng" dirty="0"/>
              <a:t>DA « facultative »</a:t>
            </a:r>
            <a:r>
              <a:rPr lang="fr-BE" sz="3600" u="sng" dirty="0"/>
              <a:t> </a:t>
            </a:r>
            <a:r>
              <a:rPr lang="fr-BE" sz="3600" dirty="0"/>
              <a:t>en CT, u</a:t>
            </a:r>
            <a:r>
              <a:rPr lang="fr-BE" sz="3600" dirty="0">
                <a:sym typeface="Wingdings" pitchFamily="2" charset="2"/>
              </a:rPr>
              <a:t>ne seule révision du code chiffré par période de référence et </a:t>
            </a:r>
            <a:r>
              <a:rPr lang="fr-BE" sz="3600" b="1" u="sng" dirty="0">
                <a:solidFill>
                  <a:srgbClr val="C00000"/>
                </a:solidFill>
                <a:sym typeface="Wingdings" pitchFamily="2" charset="2"/>
              </a:rPr>
              <a:t>uniquement au </a:t>
            </a:r>
            <a:r>
              <a:rPr lang="fr-BE" sz="3600" b="1" u="sng" dirty="0">
                <a:solidFill>
                  <a:srgbClr val="C00000"/>
                </a:solidFill>
              </a:rPr>
              <a:t>1</a:t>
            </a:r>
            <a:r>
              <a:rPr lang="fr-BE" sz="3600" b="1" u="sng" baseline="30000" dirty="0">
                <a:solidFill>
                  <a:srgbClr val="C00000"/>
                </a:solidFill>
              </a:rPr>
              <a:t>er</a:t>
            </a:r>
            <a:r>
              <a:rPr lang="fr-BE" sz="3600" b="1" u="sng" dirty="0">
                <a:solidFill>
                  <a:srgbClr val="C00000"/>
                </a:solidFill>
              </a:rPr>
              <a:t> jour de CT</a:t>
            </a:r>
            <a:r>
              <a:rPr lang="fr-BE" sz="3600" dirty="0"/>
              <a:t> au cours de la période de référence du 01/10  au 30/09.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fr-BE" sz="3600" dirty="0">
                <a:sym typeface="Wingdings" panose="05000000000000000000" pitchFamily="2" charset="2"/>
              </a:rPr>
              <a:t> Cette révision se fait </a:t>
            </a:r>
            <a:r>
              <a:rPr lang="fr-BE" sz="3600" b="1" dirty="0">
                <a:solidFill>
                  <a:srgbClr val="C00000"/>
                </a:solidFill>
                <a:sym typeface="Wingdings" panose="05000000000000000000" pitchFamily="2" charset="2"/>
              </a:rPr>
              <a:t>uniquement à la hausse</a:t>
            </a:r>
            <a:endParaRPr lang="fr-BE" sz="3600" b="1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2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2.4. Aucune révision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dirty="0"/>
              <a:t>Aucune révision du code chiffré, si l’introduction de la DA en CT n’est pas la conséquence d’une demande « obligatoire » ou « facultative » (= </a:t>
            </a:r>
            <a:r>
              <a:rPr lang="fr-BE" b="1" u="sng" dirty="0"/>
              <a:t>autres D.A</a:t>
            </a:r>
            <a:r>
              <a:rPr lang="fr-BE" dirty="0"/>
              <a:t>).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>
                <a:sym typeface="Wingdings" panose="05000000000000000000" pitchFamily="2" charset="2"/>
              </a:rPr>
              <a:t> Le code chiffré précédent sera donc 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maintenu</a:t>
            </a:r>
            <a:endParaRPr lang="fr-BE" b="1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564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2.5. En résumé…</a:t>
            </a:r>
            <a:endParaRPr lang="en-US" b="1" i="1" dirty="0">
              <a:cs typeface="Times New Roman" pitchFamily="18" charset="0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53268E9C-6BAF-4D44-A84D-CACDFE5902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43608" y="2010544"/>
          <a:ext cx="7056784" cy="304208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3906704285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1216305754"/>
                    </a:ext>
                  </a:extLst>
                </a:gridCol>
              </a:tblGrid>
              <a:tr h="709228"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Type de D.A en CT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Révision ?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0962632"/>
                  </a:ext>
                </a:extLst>
              </a:tr>
              <a:tr h="709228">
                <a:tc>
                  <a:txBody>
                    <a:bodyPr/>
                    <a:lstStyle/>
                    <a:p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D.A obligatoire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Tx/>
                        <a:buChar char="-"/>
                      </a:pPr>
                      <a:r>
                        <a:rPr lang="fr-BE" sz="1800" dirty="0"/>
                        <a:t>A la hausse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fr-BE" sz="1800" dirty="0"/>
                        <a:t>A la baisse (sauf +45 ans ou 99/)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fr-BE" sz="1800" dirty="0"/>
                        <a:t>Maintien</a:t>
                      </a:r>
                      <a:endParaRPr lang="fr-BE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965243"/>
                  </a:ext>
                </a:extLst>
              </a:tr>
              <a:tr h="709228">
                <a:tc>
                  <a:txBody>
                    <a:bodyPr/>
                    <a:lstStyle/>
                    <a:p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D.A facultative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baseline="0" dirty="0"/>
                        <a:t>Uniquement à la hausse (si 1</a:t>
                      </a:r>
                      <a:r>
                        <a:rPr lang="fr-BE" sz="1800" baseline="30000" dirty="0"/>
                        <a:t>er</a:t>
                      </a:r>
                      <a:r>
                        <a:rPr lang="fr-BE" sz="1800" baseline="0" dirty="0"/>
                        <a:t> jour CT à partir du 01.10)</a:t>
                      </a:r>
                      <a:endParaRPr lang="fr-BE" sz="1800" b="0" i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895659"/>
                  </a:ext>
                </a:extLst>
              </a:tr>
              <a:tr h="709228">
                <a:tc>
                  <a:txBody>
                    <a:bodyPr/>
                    <a:lstStyle/>
                    <a:p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Autres D.A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sz="1800" dirty="0"/>
                        <a:t>Maintien du code antérieur</a:t>
                      </a:r>
                      <a:endParaRPr lang="fr-BE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108905"/>
                  </a:ext>
                </a:extLst>
              </a:tr>
            </a:tbl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02206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2.6. Exemple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sz="2400" i="1" u="sng" dirty="0"/>
              <a:t>Enoncé</a:t>
            </a:r>
            <a:r>
              <a:rPr lang="fr-BE" sz="2400" i="1" dirty="0"/>
              <a:t>:</a:t>
            </a:r>
            <a:endParaRPr lang="fr-BE" sz="2400" i="1" u="sng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400" i="1" dirty="0"/>
              <a:t>Un assuré social né le 03.08.1979 commence à travailler en date du 01.07.2021 pour un Employeur A où: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fr-BE" sz="2000" i="1" dirty="0">
                <a:sym typeface="Wingdings" panose="05000000000000000000" pitchFamily="2" charset="2"/>
              </a:rPr>
              <a:t>En date du 19.11.2021 il connait un 1</a:t>
            </a:r>
            <a:r>
              <a:rPr lang="fr-BE" sz="2000" i="1" baseline="30000" dirty="0">
                <a:sym typeface="Wingdings" panose="05000000000000000000" pitchFamily="2" charset="2"/>
              </a:rPr>
              <a:t>er</a:t>
            </a:r>
            <a:r>
              <a:rPr lang="fr-BE" sz="2000" i="1" dirty="0">
                <a:sym typeface="Wingdings" panose="05000000000000000000" pitchFamily="2" charset="2"/>
              </a:rPr>
              <a:t> jour de CT (preste 38/38 pour un Y brut de 2425,38€/mois)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400" i="1" dirty="0">
                <a:sym typeface="Wingdings" panose="05000000000000000000" pitchFamily="2" charset="2"/>
              </a:rPr>
              <a:t>En date du 01.03.2022 il change d’employeur et passe chez un Employeur B où: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fr-BE" sz="2000" i="1" dirty="0">
                <a:sym typeface="Wingdings" panose="05000000000000000000" pitchFamily="2" charset="2"/>
              </a:rPr>
              <a:t>En date du 14.03.2022 il connait un 1</a:t>
            </a:r>
            <a:r>
              <a:rPr lang="fr-BE" sz="2000" i="1" baseline="30000" dirty="0">
                <a:sym typeface="Wingdings" panose="05000000000000000000" pitchFamily="2" charset="2"/>
              </a:rPr>
              <a:t>er</a:t>
            </a:r>
            <a:r>
              <a:rPr lang="fr-BE" sz="2000" i="1" dirty="0">
                <a:sym typeface="Wingdings" panose="05000000000000000000" pitchFamily="2" charset="2"/>
              </a:rPr>
              <a:t> jour de CT (preste 40/40 pour un Y brut de 13,1427€/h)</a:t>
            </a:r>
          </a:p>
          <a:p>
            <a:pPr marL="720725" lvl="2" indent="-277813"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fr-BE" sz="2000" i="1" dirty="0">
                <a:sym typeface="Wingdings" panose="05000000000000000000" pitchFamily="2" charset="2"/>
              </a:rPr>
              <a:t>En date du 17.10.2022 il connait à nouveau du CT (preste 40/40 pour un Y brut de 13,1427€/h)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fr-BE" sz="2000" i="1" dirty="0">
                <a:sym typeface="Wingdings" panose="05000000000000000000" pitchFamily="2" charset="2"/>
              </a:rPr>
              <a:t>En date du 23.11.2022 il connait à nouveau du CT (preste 40/40 pour un Y brut de 15,8725 €/h)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BE" sz="2000" i="1" dirty="0">
                <a:sym typeface="Wingdings" panose="05000000000000000000" pitchFamily="2" charset="2"/>
              </a:rPr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400" b="1" i="1" dirty="0">
                <a:sym typeface="Wingdings" panose="05000000000000000000" pitchFamily="2" charset="2"/>
              </a:rPr>
              <a:t>Pour chacune des dates, Déterminez si une D.A doit être  introduite et le code chiffré revu? Justifiez.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è"/>
            </a:pPr>
            <a:endParaRPr lang="fr-BE" sz="2400" i="1" dirty="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è"/>
            </a:pPr>
            <a:endParaRPr lang="fr-BE" sz="2400" i="1" dirty="0">
              <a:sym typeface="Wingdings" panose="05000000000000000000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endParaRPr lang="fr-BE" sz="2400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90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fr-BE" sz="4000" b="1" i="1" dirty="0"/>
              <a:t>2.6. Exemple </a:t>
            </a:r>
            <a:endParaRPr lang="en-GB" sz="40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971601" y="2869324"/>
            <a:ext cx="2376264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Employeur A</a:t>
            </a:r>
          </a:p>
          <a:p>
            <a:pPr algn="ctr"/>
            <a:r>
              <a:rPr lang="fr-BE" b="1" dirty="0">
                <a:solidFill>
                  <a:schemeClr val="tx1"/>
                </a:solidFill>
              </a:rPr>
              <a:t>Q/S = 38/38</a:t>
            </a:r>
          </a:p>
        </p:txBody>
      </p:sp>
      <p:cxnSp>
        <p:nvCxnSpPr>
          <p:cNvPr id="28" name="Connecteur droit 27"/>
          <p:cNvCxnSpPr>
            <a:stCxn id="24" idx="2"/>
            <a:endCxn id="37" idx="0"/>
          </p:cNvCxnSpPr>
          <p:nvPr/>
        </p:nvCxnSpPr>
        <p:spPr>
          <a:xfrm flipH="1">
            <a:off x="1869984" y="2621212"/>
            <a:ext cx="1281" cy="229579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1340341" y="2097992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19/11/2021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1120675" y="4917010"/>
            <a:ext cx="1498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DA + Code 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47864" y="2869323"/>
            <a:ext cx="4752527" cy="9080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Employeur B</a:t>
            </a:r>
          </a:p>
          <a:p>
            <a:pPr algn="ctr"/>
            <a:r>
              <a:rPr lang="fr-BE" b="1" dirty="0">
                <a:solidFill>
                  <a:schemeClr val="tx1"/>
                </a:solidFill>
              </a:rPr>
              <a:t>Q/S = 40/40</a:t>
            </a:r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827584" y="3783724"/>
            <a:ext cx="754390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/>
          <p:cNvCxnSpPr>
            <a:stCxn id="38" idx="2"/>
            <a:endCxn id="39" idx="0"/>
          </p:cNvCxnSpPr>
          <p:nvPr/>
        </p:nvCxnSpPr>
        <p:spPr>
          <a:xfrm>
            <a:off x="3702108" y="2621212"/>
            <a:ext cx="1842" cy="229579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3171184" y="2097992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14/03/2022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2543350" y="4917010"/>
            <a:ext cx="232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DA + Code?</a:t>
            </a:r>
            <a:endParaRPr lang="fr-BE" sz="1400" b="1" dirty="0"/>
          </a:p>
        </p:txBody>
      </p:sp>
      <p:cxnSp>
        <p:nvCxnSpPr>
          <p:cNvPr id="43" name="Connecteur droit 42"/>
          <p:cNvCxnSpPr>
            <a:stCxn id="44" idx="2"/>
            <a:endCxn id="45" idx="0"/>
          </p:cNvCxnSpPr>
          <p:nvPr/>
        </p:nvCxnSpPr>
        <p:spPr>
          <a:xfrm>
            <a:off x="5393632" y="2619726"/>
            <a:ext cx="9645" cy="227285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4862708" y="2096506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17/10/2022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4242677" y="4892585"/>
            <a:ext cx="232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>
                <a:solidFill>
                  <a:srgbClr val="C00000"/>
                </a:solidFill>
              </a:rPr>
              <a:t>DA + Code?</a:t>
            </a:r>
            <a:endParaRPr lang="fr-BE" sz="1400" b="1" dirty="0"/>
          </a:p>
        </p:txBody>
      </p:sp>
      <p:sp>
        <p:nvSpPr>
          <p:cNvPr id="46" name="ZoneTexte 45"/>
          <p:cNvSpPr txBox="1"/>
          <p:nvPr/>
        </p:nvSpPr>
        <p:spPr>
          <a:xfrm>
            <a:off x="5746621" y="4914855"/>
            <a:ext cx="232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DA + Code?</a:t>
            </a:r>
            <a:endParaRPr lang="fr-BE" sz="1400" b="1" dirty="0"/>
          </a:p>
          <a:p>
            <a:pPr algn="ctr"/>
            <a:endParaRPr lang="fr-BE" sz="1400" b="1" dirty="0">
              <a:solidFill>
                <a:srgbClr val="008000"/>
              </a:solidFill>
            </a:endParaRPr>
          </a:p>
        </p:txBody>
      </p:sp>
      <p:cxnSp>
        <p:nvCxnSpPr>
          <p:cNvPr id="50" name="Connecteur droit 49"/>
          <p:cNvCxnSpPr>
            <a:cxnSpLocks/>
            <a:stCxn id="51" idx="2"/>
          </p:cNvCxnSpPr>
          <p:nvPr/>
        </p:nvCxnSpPr>
        <p:spPr>
          <a:xfrm>
            <a:off x="6907222" y="2619500"/>
            <a:ext cx="0" cy="227308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/>
          <p:cNvSpPr txBox="1"/>
          <p:nvPr/>
        </p:nvSpPr>
        <p:spPr>
          <a:xfrm>
            <a:off x="6376298" y="2096280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23/11/2022</a:t>
            </a:r>
          </a:p>
        </p:txBody>
      </p:sp>
    </p:spTree>
    <p:extLst>
      <p:ext uri="{BB962C8B-B14F-4D97-AF65-F5344CB8AC3E}">
        <p14:creationId xmlns:p14="http://schemas.microsoft.com/office/powerpoint/2010/main" val="281671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5D32BFEA545C4385104AB5091D3485" ma:contentTypeVersion="4" ma:contentTypeDescription="Crée un document." ma:contentTypeScope="" ma:versionID="0bb1294de808c5098690370d06029b9e">
  <xsd:schema xmlns:xsd="http://www.w3.org/2001/XMLSchema" xmlns:xs="http://www.w3.org/2001/XMLSchema" xmlns:p="http://schemas.microsoft.com/office/2006/metadata/properties" xmlns:ns2="447dc5be-6c5f-4788-b00f-a02e84403ceb" xmlns:ns3="41daa35d-0841-4078-8e3c-042c746e8d98" targetNamespace="http://schemas.microsoft.com/office/2006/metadata/properties" ma:root="true" ma:fieldsID="76ec0f4aec764fe0c01f4239d0947e3c" ns2:_="" ns3:_="">
    <xsd:import namespace="447dc5be-6c5f-4788-b00f-a02e84403ceb"/>
    <xsd:import namespace="41daa35d-0841-4078-8e3c-042c746e8d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dc5be-6c5f-4788-b00f-a02e84403c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aa35d-0841-4078-8e3c-042c746e8d9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E421B7F-FF76-4556-9D00-97989244EA8E}">
  <ds:schemaRefs>
    <ds:schemaRef ds:uri="1e832426-6819-49af-b751-404cdfce1567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bdec1399-7c99-4025-bfb6-e1e799e6630a"/>
    <ds:schemaRef ds:uri="7d2a3af0-b854-4018-b3fb-98bf2b75e19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3516B90-90DA-4066-A9CB-025C19B342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BF069A-6B91-4C99-82AF-D0C73533D892}"/>
</file>

<file path=customXml/itemProps4.xml><?xml version="1.0" encoding="utf-8"?>
<ds:datastoreItem xmlns:ds="http://schemas.openxmlformats.org/officeDocument/2006/customXml" ds:itemID="{F2EDCC63-C75C-4705-9EE1-B509824BB18A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13195</TotalTime>
  <Words>1447</Words>
  <Application>Microsoft Office PowerPoint</Application>
  <PresentationFormat>Affichage à l'écran (4:3)</PresentationFormat>
  <Paragraphs>257</Paragraphs>
  <Slides>24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Courier New</vt:lpstr>
      <vt:lpstr>Times New Roman</vt:lpstr>
      <vt:lpstr>Wingdings</vt:lpstr>
      <vt:lpstr>Thème Office</vt:lpstr>
      <vt:lpstr>La révision du code chiffré  Art. 118 de l’AR du 25.11.1991 </vt:lpstr>
      <vt:lpstr>Table des matières</vt:lpstr>
      <vt:lpstr>1. Révision du code chiffré en CC</vt:lpstr>
      <vt:lpstr>1.1. Rappel code chiffré</vt:lpstr>
      <vt:lpstr>1.1. Rappel code chiffré</vt:lpstr>
      <vt:lpstr>1.2. Règle générale</vt:lpstr>
      <vt:lpstr>1.3. Exceptions</vt:lpstr>
      <vt:lpstr>1.3. Exceptions</vt:lpstr>
      <vt:lpstr>1.4. En résumé…</vt:lpstr>
      <vt:lpstr>1.5. Exemples</vt:lpstr>
      <vt:lpstr>1.5. Exemples</vt:lpstr>
      <vt:lpstr>1.5. Exemples</vt:lpstr>
      <vt:lpstr>    1.5. Exemples</vt:lpstr>
      <vt:lpstr>1.5. Exemples</vt:lpstr>
      <vt:lpstr>1.5. Exemples</vt:lpstr>
      <vt:lpstr>2. Révision du code chiffré en CT</vt:lpstr>
      <vt:lpstr>2.1. Rappel </vt:lpstr>
      <vt:lpstr>2.2. Révision obligatoire </vt:lpstr>
      <vt:lpstr>2.2. Révision obligatoire</vt:lpstr>
      <vt:lpstr>2.3. Révision facultative</vt:lpstr>
      <vt:lpstr>2.4. Aucune révision</vt:lpstr>
      <vt:lpstr>2.5. En résumé…</vt:lpstr>
      <vt:lpstr>2.6. Exemple</vt:lpstr>
      <vt:lpstr>2.6. Exemple 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FCJ-M11-Révision du code chiffré-FLT</dc:title>
  <dc:creator>u99lge</dc:creator>
  <cp:lastModifiedBy>Jerome Martini</cp:lastModifiedBy>
  <cp:revision>702</cp:revision>
  <cp:lastPrinted>2015-10-01T11:22:53Z</cp:lastPrinted>
  <dcterms:created xsi:type="dcterms:W3CDTF">2010-09-22T12:12:06Z</dcterms:created>
  <dcterms:modified xsi:type="dcterms:W3CDTF">2022-11-29T22:22:03Z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80;#Révision du code chiffré AR118|34caddce-f5dc-44bc-8991-4bd7dc0be266</vt:lpwstr>
  </property>
  <property fmtid="{D5CDD505-2E9C-101B-9397-08002B2CF9AE}" pid="8" name="Order">
    <vt:r8>246200</vt:r8>
  </property>
  <property fmtid="{D5CDD505-2E9C-101B-9397-08002B2CF9AE}" pid="9" name="_dlc_DocIdItemGuid">
    <vt:lpwstr>ba97cbda-7463-4bb5-bc43-c50bba352275</vt:lpwstr>
  </property>
  <property fmtid="{D5CDD505-2E9C-101B-9397-08002B2CF9AE}" pid="10" name="AuthorIds_UIVersion_1024">
    <vt:lpwstr>23</vt:lpwstr>
  </property>
  <property fmtid="{D5CDD505-2E9C-101B-9397-08002B2CF9AE}" pid="11" name="AuthorIds_UIVersion_1536">
    <vt:lpwstr>23</vt:lpwstr>
  </property>
</Properties>
</file>