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5"/>
  </p:sldMasterIdLst>
  <p:notesMasterIdLst>
    <p:notesMasterId r:id="rId29"/>
  </p:notesMasterIdLst>
  <p:handoutMasterIdLst>
    <p:handoutMasterId r:id="rId30"/>
  </p:handoutMasterIdLst>
  <p:sldIdLst>
    <p:sldId id="398" r:id="rId6"/>
    <p:sldId id="321" r:id="rId7"/>
    <p:sldId id="407" r:id="rId8"/>
    <p:sldId id="323" r:id="rId9"/>
    <p:sldId id="408" r:id="rId10"/>
    <p:sldId id="352" r:id="rId11"/>
    <p:sldId id="344" r:id="rId12"/>
    <p:sldId id="392" r:id="rId13"/>
    <p:sldId id="393" r:id="rId14"/>
    <p:sldId id="394" r:id="rId15"/>
    <p:sldId id="354" r:id="rId16"/>
    <p:sldId id="355" r:id="rId17"/>
    <p:sldId id="363" r:id="rId18"/>
    <p:sldId id="366" r:id="rId19"/>
    <p:sldId id="367" r:id="rId20"/>
    <p:sldId id="368" r:id="rId21"/>
    <p:sldId id="369" r:id="rId22"/>
    <p:sldId id="375" r:id="rId23"/>
    <p:sldId id="399" r:id="rId24"/>
    <p:sldId id="400" r:id="rId25"/>
    <p:sldId id="391" r:id="rId26"/>
    <p:sldId id="376" r:id="rId27"/>
    <p:sldId id="385" r:id="rId28"/>
  </p:sldIdLst>
  <p:sldSz cx="9144000" cy="6858000" type="screen4x3"/>
  <p:notesSz cx="6669088" cy="9906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669900"/>
    <a:srgbClr val="00FF00"/>
    <a:srgbClr val="003399"/>
    <a:srgbClr val="0033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26" autoAdjust="0"/>
    <p:restoredTop sz="94249" autoAdjust="0"/>
  </p:normalViewPr>
  <p:slideViewPr>
    <p:cSldViewPr>
      <p:cViewPr varScale="1">
        <p:scale>
          <a:sx n="104" d="100"/>
          <a:sy n="104" d="100"/>
        </p:scale>
        <p:origin x="175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presProps" Target="presProps.xml"/><Relationship Id="rId35" Type="http://schemas.microsoft.com/office/2016/11/relationships/changesInfo" Target="changesInfos/changesInfo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handoutMaster" Target="handoutMasters/handoutMaster1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hilippe Barbier" userId="534da69a-1040-4e6d-8807-26f79df2c0dd" providerId="ADAL" clId="{5FE4C49C-7155-40AD-B4B5-F138BD218F5C}"/>
    <pc:docChg chg="modSld">
      <pc:chgData name="Philippe Barbier" userId="534da69a-1040-4e6d-8807-26f79df2c0dd" providerId="ADAL" clId="{5FE4C49C-7155-40AD-B4B5-F138BD218F5C}" dt="2021-11-19T09:27:46.256" v="1" actId="122"/>
      <pc:docMkLst>
        <pc:docMk/>
      </pc:docMkLst>
      <pc:sldChg chg="modSp">
        <pc:chgData name="Philippe Barbier" userId="534da69a-1040-4e6d-8807-26f79df2c0dd" providerId="ADAL" clId="{5FE4C49C-7155-40AD-B4B5-F138BD218F5C}" dt="2021-11-19T09:27:46.256" v="1" actId="122"/>
        <pc:sldMkLst>
          <pc:docMk/>
          <pc:sldMk cId="196042892" sldId="405"/>
        </pc:sldMkLst>
        <pc:spChg chg="mod">
          <ac:chgData name="Philippe Barbier" userId="534da69a-1040-4e6d-8807-26f79df2c0dd" providerId="ADAL" clId="{5FE4C49C-7155-40AD-B4B5-F138BD218F5C}" dt="2021-11-19T09:27:46.256" v="1" actId="122"/>
          <ac:spMkLst>
            <pc:docMk/>
            <pc:sldMk cId="196042892" sldId="405"/>
            <ac:spMk id="6" creationId="{6F6590B2-4CE4-4E2B-AD8F-F84B8B466113}"/>
          </ac:spMkLst>
        </pc:spChg>
      </pc:sldChg>
      <pc:sldChg chg="modSp">
        <pc:chgData name="Philippe Barbier" userId="534da69a-1040-4e6d-8807-26f79df2c0dd" providerId="ADAL" clId="{5FE4C49C-7155-40AD-B4B5-F138BD218F5C}" dt="2021-11-19T09:27:41.464" v="0" actId="122"/>
        <pc:sldMkLst>
          <pc:docMk/>
          <pc:sldMk cId="397789800" sldId="406"/>
        </pc:sldMkLst>
        <pc:spChg chg="mod">
          <ac:chgData name="Philippe Barbier" userId="534da69a-1040-4e6d-8807-26f79df2c0dd" providerId="ADAL" clId="{5FE4C49C-7155-40AD-B4B5-F138BD218F5C}" dt="2021-11-19T09:27:41.464" v="0" actId="122"/>
          <ac:spMkLst>
            <pc:docMk/>
            <pc:sldMk cId="397789800" sldId="406"/>
            <ac:spMk id="6" creationId="{6F6590B2-4CE4-4E2B-AD8F-F84B8B466113}"/>
          </ac:spMkLst>
        </pc:spChg>
      </pc:sldChg>
    </pc:docChg>
  </pc:docChgLst>
  <pc:docChgLst>
    <pc:chgData name="Antonella Mimmo" userId="25a5e1a7-e321-4627-b0fe-fe85337315d8" providerId="ADAL" clId="{434EA196-0E95-4C99-AB49-429F158FD702}"/>
    <pc:docChg chg="delSld">
      <pc:chgData name="Antonella Mimmo" userId="25a5e1a7-e321-4627-b0fe-fe85337315d8" providerId="ADAL" clId="{434EA196-0E95-4C99-AB49-429F158FD702}" dt="2022-08-25T07:22:56.387" v="1" actId="47"/>
      <pc:docMkLst>
        <pc:docMk/>
      </pc:docMkLst>
      <pc:sldChg chg="del">
        <pc:chgData name="Antonella Mimmo" userId="25a5e1a7-e321-4627-b0fe-fe85337315d8" providerId="ADAL" clId="{434EA196-0E95-4C99-AB49-429F158FD702}" dt="2022-08-25T07:22:55.012" v="0" actId="47"/>
        <pc:sldMkLst>
          <pc:docMk/>
          <pc:sldMk cId="196042892" sldId="405"/>
        </pc:sldMkLst>
      </pc:sldChg>
      <pc:sldChg chg="del">
        <pc:chgData name="Antonella Mimmo" userId="25a5e1a7-e321-4627-b0fe-fe85337315d8" providerId="ADAL" clId="{434EA196-0E95-4C99-AB49-429F158FD702}" dt="2022-08-25T07:22:56.387" v="1" actId="47"/>
        <pc:sldMkLst>
          <pc:docMk/>
          <pc:sldMk cId="397789800" sldId="406"/>
        </pc:sldMkLst>
      </pc:sldChg>
    </pc:docChg>
  </pc:docChgLst>
  <pc:docChgLst>
    <pc:chgData name="Antonella Mimmo" userId="25a5e1a7-e321-4627-b0fe-fe85337315d8" providerId="ADAL" clId="{B8E79060-19CB-4412-86FE-E82D62E21624}"/>
    <pc:docChg chg="custSel addSld delSld modSld">
      <pc:chgData name="Antonella Mimmo" userId="25a5e1a7-e321-4627-b0fe-fe85337315d8" providerId="ADAL" clId="{B8E79060-19CB-4412-86FE-E82D62E21624}" dt="2022-08-25T07:20:45.264" v="90" actId="20577"/>
      <pc:docMkLst>
        <pc:docMk/>
      </pc:docMkLst>
      <pc:sldChg chg="modTransition">
        <pc:chgData name="Antonella Mimmo" userId="25a5e1a7-e321-4627-b0fe-fe85337315d8" providerId="ADAL" clId="{B8E79060-19CB-4412-86FE-E82D62E21624}" dt="2022-08-25T07:15:11.698" v="61"/>
        <pc:sldMkLst>
          <pc:docMk/>
          <pc:sldMk cId="3089135081" sldId="321"/>
        </pc:sldMkLst>
      </pc:sldChg>
      <pc:sldChg chg="modSp">
        <pc:chgData name="Antonella Mimmo" userId="25a5e1a7-e321-4627-b0fe-fe85337315d8" providerId="ADAL" clId="{B8E79060-19CB-4412-86FE-E82D62E21624}" dt="2022-08-25T05:29:25.475" v="25" actId="1076"/>
        <pc:sldMkLst>
          <pc:docMk/>
          <pc:sldMk cId="735486577" sldId="323"/>
        </pc:sldMkLst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02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03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05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06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07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08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09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10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14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15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16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17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18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20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21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22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23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24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25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26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0527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5:29:25.475" v="25" actId="1076"/>
          <ac:spMkLst>
            <pc:docMk/>
            <pc:sldMk cId="735486577" sldId="323"/>
            <ac:spMk id="26658" creationId="{00000000-0000-0000-0000-000000000000}"/>
          </ac:spMkLst>
        </pc:spChg>
        <pc:grpChg chg="mod">
          <ac:chgData name="Antonella Mimmo" userId="25a5e1a7-e321-4627-b0fe-fe85337315d8" providerId="ADAL" clId="{B8E79060-19CB-4412-86FE-E82D62E21624}" dt="2022-08-25T05:29:25.475" v="25" actId="1076"/>
          <ac:grpSpMkLst>
            <pc:docMk/>
            <pc:sldMk cId="735486577" sldId="323"/>
            <ac:grpSpMk id="20485" creationId="{00000000-0000-0000-0000-000000000000}"/>
          </ac:grpSpMkLst>
        </pc:grpChg>
        <pc:grpChg chg="mod">
          <ac:chgData name="Antonella Mimmo" userId="25a5e1a7-e321-4627-b0fe-fe85337315d8" providerId="ADAL" clId="{B8E79060-19CB-4412-86FE-E82D62E21624}" dt="2022-08-25T05:29:25.475" v="25" actId="1076"/>
          <ac:grpSpMkLst>
            <pc:docMk/>
            <pc:sldMk cId="735486577" sldId="323"/>
            <ac:grpSpMk id="20501" creationId="{00000000-0000-0000-0000-000000000000}"/>
          </ac:grpSpMkLst>
        </pc:grpChg>
        <pc:grpChg chg="mod">
          <ac:chgData name="Antonella Mimmo" userId="25a5e1a7-e321-4627-b0fe-fe85337315d8" providerId="ADAL" clId="{B8E79060-19CB-4412-86FE-E82D62E21624}" dt="2022-08-25T05:29:25.475" v="25" actId="1076"/>
          <ac:grpSpMkLst>
            <pc:docMk/>
            <pc:sldMk cId="735486577" sldId="323"/>
            <ac:grpSpMk id="20504" creationId="{00000000-0000-0000-0000-000000000000}"/>
          </ac:grpSpMkLst>
        </pc:grpChg>
        <pc:grpChg chg="mod">
          <ac:chgData name="Antonella Mimmo" userId="25a5e1a7-e321-4627-b0fe-fe85337315d8" providerId="ADAL" clId="{B8E79060-19CB-4412-86FE-E82D62E21624}" dt="2022-08-25T05:29:25.475" v="25" actId="1076"/>
          <ac:grpSpMkLst>
            <pc:docMk/>
            <pc:sldMk cId="735486577" sldId="323"/>
            <ac:grpSpMk id="20511" creationId="{00000000-0000-0000-0000-000000000000}"/>
          </ac:grpSpMkLst>
        </pc:grpChg>
        <pc:grpChg chg="mod">
          <ac:chgData name="Antonella Mimmo" userId="25a5e1a7-e321-4627-b0fe-fe85337315d8" providerId="ADAL" clId="{B8E79060-19CB-4412-86FE-E82D62E21624}" dt="2022-08-25T05:29:25.475" v="25" actId="1076"/>
          <ac:grpSpMkLst>
            <pc:docMk/>
            <pc:sldMk cId="735486577" sldId="323"/>
            <ac:grpSpMk id="20512" creationId="{00000000-0000-0000-0000-000000000000}"/>
          </ac:grpSpMkLst>
        </pc:grpChg>
        <pc:grpChg chg="mod">
          <ac:chgData name="Antonella Mimmo" userId="25a5e1a7-e321-4627-b0fe-fe85337315d8" providerId="ADAL" clId="{B8E79060-19CB-4412-86FE-E82D62E21624}" dt="2022-08-25T05:29:25.475" v="25" actId="1076"/>
          <ac:grpSpMkLst>
            <pc:docMk/>
            <pc:sldMk cId="735486577" sldId="323"/>
            <ac:grpSpMk id="20513" creationId="{00000000-0000-0000-0000-000000000000}"/>
          </ac:grpSpMkLst>
        </pc:grpChg>
        <pc:grpChg chg="mod">
          <ac:chgData name="Antonella Mimmo" userId="25a5e1a7-e321-4627-b0fe-fe85337315d8" providerId="ADAL" clId="{B8E79060-19CB-4412-86FE-E82D62E21624}" dt="2022-08-25T05:29:25.475" v="25" actId="1076"/>
          <ac:grpSpMkLst>
            <pc:docMk/>
            <pc:sldMk cId="735486577" sldId="323"/>
            <ac:grpSpMk id="20519" creationId="{00000000-0000-0000-0000-000000000000}"/>
          </ac:grpSpMkLst>
        </pc:grpChg>
      </pc:sldChg>
      <pc:sldChg chg="del">
        <pc:chgData name="Antonella Mimmo" userId="25a5e1a7-e321-4627-b0fe-fe85337315d8" providerId="ADAL" clId="{B8E79060-19CB-4412-86FE-E82D62E21624}" dt="2022-08-24T11:03:17.352" v="17" actId="47"/>
        <pc:sldMkLst>
          <pc:docMk/>
          <pc:sldMk cId="1771178495" sldId="326"/>
        </pc:sldMkLst>
      </pc:sldChg>
      <pc:sldChg chg="del">
        <pc:chgData name="Antonella Mimmo" userId="25a5e1a7-e321-4627-b0fe-fe85337315d8" providerId="ADAL" clId="{B8E79060-19CB-4412-86FE-E82D62E21624}" dt="2022-08-24T11:06:13.646" v="21" actId="47"/>
        <pc:sldMkLst>
          <pc:docMk/>
          <pc:sldMk cId="2052804906" sldId="338"/>
        </pc:sldMkLst>
      </pc:sldChg>
      <pc:sldChg chg="del">
        <pc:chgData name="Antonella Mimmo" userId="25a5e1a7-e321-4627-b0fe-fe85337315d8" providerId="ADAL" clId="{B8E79060-19CB-4412-86FE-E82D62E21624}" dt="2022-08-24T09:31:47.988" v="9" actId="47"/>
        <pc:sldMkLst>
          <pc:docMk/>
          <pc:sldMk cId="4118772327" sldId="340"/>
        </pc:sldMkLst>
      </pc:sldChg>
      <pc:sldChg chg="del">
        <pc:chgData name="Antonella Mimmo" userId="25a5e1a7-e321-4627-b0fe-fe85337315d8" providerId="ADAL" clId="{B8E79060-19CB-4412-86FE-E82D62E21624}" dt="2022-08-24T11:06:31.414" v="22" actId="47"/>
        <pc:sldMkLst>
          <pc:docMk/>
          <pc:sldMk cId="3180765109" sldId="343"/>
        </pc:sldMkLst>
      </pc:sldChg>
      <pc:sldChg chg="modTransition">
        <pc:chgData name="Antonella Mimmo" userId="25a5e1a7-e321-4627-b0fe-fe85337315d8" providerId="ADAL" clId="{B8E79060-19CB-4412-86FE-E82D62E21624}" dt="2022-08-25T07:15:31.514" v="65"/>
        <pc:sldMkLst>
          <pc:docMk/>
          <pc:sldMk cId="2564715940" sldId="344"/>
        </pc:sldMkLst>
      </pc:sldChg>
      <pc:sldChg chg="modSp modTransition">
        <pc:chgData name="Antonella Mimmo" userId="25a5e1a7-e321-4627-b0fe-fe85337315d8" providerId="ADAL" clId="{B8E79060-19CB-4412-86FE-E82D62E21624}" dt="2022-08-25T07:15:26.234" v="64"/>
        <pc:sldMkLst>
          <pc:docMk/>
          <pc:sldMk cId="2383308951" sldId="352"/>
        </pc:sldMkLst>
        <pc:spChg chg="mod">
          <ac:chgData name="Antonella Mimmo" userId="25a5e1a7-e321-4627-b0fe-fe85337315d8" providerId="ADAL" clId="{B8E79060-19CB-4412-86FE-E82D62E21624}" dt="2022-08-24T11:03:45.928" v="20" actId="207"/>
          <ac:spMkLst>
            <pc:docMk/>
            <pc:sldMk cId="2383308951" sldId="352"/>
            <ac:spMk id="5" creationId="{00000000-0000-0000-0000-000000000000}"/>
          </ac:spMkLst>
        </pc:spChg>
      </pc:sldChg>
      <pc:sldChg chg="modTransition">
        <pc:chgData name="Antonella Mimmo" userId="25a5e1a7-e321-4627-b0fe-fe85337315d8" providerId="ADAL" clId="{B8E79060-19CB-4412-86FE-E82D62E21624}" dt="2022-08-25T07:17:26.683" v="79"/>
        <pc:sldMkLst>
          <pc:docMk/>
          <pc:sldMk cId="2783207812" sldId="354"/>
        </pc:sldMkLst>
      </pc:sldChg>
      <pc:sldChg chg="modTransition">
        <pc:chgData name="Antonella Mimmo" userId="25a5e1a7-e321-4627-b0fe-fe85337315d8" providerId="ADAL" clId="{B8E79060-19CB-4412-86FE-E82D62E21624}" dt="2022-08-25T07:15:57.714" v="68"/>
        <pc:sldMkLst>
          <pc:docMk/>
          <pc:sldMk cId="1705825883" sldId="355"/>
        </pc:sldMkLst>
      </pc:sldChg>
      <pc:sldChg chg="modTransition modAnim">
        <pc:chgData name="Antonella Mimmo" userId="25a5e1a7-e321-4627-b0fe-fe85337315d8" providerId="ADAL" clId="{B8E79060-19CB-4412-86FE-E82D62E21624}" dt="2022-08-25T07:17:46.145" v="80"/>
        <pc:sldMkLst>
          <pc:docMk/>
          <pc:sldMk cId="2886064104" sldId="363"/>
        </pc:sldMkLst>
      </pc:sldChg>
      <pc:sldChg chg="modTransition modAnim">
        <pc:chgData name="Antonella Mimmo" userId="25a5e1a7-e321-4627-b0fe-fe85337315d8" providerId="ADAL" clId="{B8E79060-19CB-4412-86FE-E82D62E21624}" dt="2022-08-25T07:18:01.035" v="81"/>
        <pc:sldMkLst>
          <pc:docMk/>
          <pc:sldMk cId="4024518570" sldId="366"/>
        </pc:sldMkLst>
      </pc:sldChg>
      <pc:sldChg chg="modTransition modAnim">
        <pc:chgData name="Antonella Mimmo" userId="25a5e1a7-e321-4627-b0fe-fe85337315d8" providerId="ADAL" clId="{B8E79060-19CB-4412-86FE-E82D62E21624}" dt="2022-08-25T07:18:20.768" v="82"/>
        <pc:sldMkLst>
          <pc:docMk/>
          <pc:sldMk cId="1331902489" sldId="367"/>
        </pc:sldMkLst>
      </pc:sldChg>
      <pc:sldChg chg="modTransition modAnim">
        <pc:chgData name="Antonella Mimmo" userId="25a5e1a7-e321-4627-b0fe-fe85337315d8" providerId="ADAL" clId="{B8E79060-19CB-4412-86FE-E82D62E21624}" dt="2022-08-25T07:18:42.733" v="83"/>
        <pc:sldMkLst>
          <pc:docMk/>
          <pc:sldMk cId="1467156663" sldId="368"/>
        </pc:sldMkLst>
      </pc:sldChg>
      <pc:sldChg chg="modTransition modAnim">
        <pc:chgData name="Antonella Mimmo" userId="25a5e1a7-e321-4627-b0fe-fe85337315d8" providerId="ADAL" clId="{B8E79060-19CB-4412-86FE-E82D62E21624}" dt="2022-08-25T07:18:57.723" v="84"/>
        <pc:sldMkLst>
          <pc:docMk/>
          <pc:sldMk cId="2043311365" sldId="369"/>
        </pc:sldMkLst>
      </pc:sldChg>
      <pc:sldChg chg="modTransition">
        <pc:chgData name="Antonella Mimmo" userId="25a5e1a7-e321-4627-b0fe-fe85337315d8" providerId="ADAL" clId="{B8E79060-19CB-4412-86FE-E82D62E21624}" dt="2022-08-25T07:16:24.642" v="74"/>
        <pc:sldMkLst>
          <pc:docMk/>
          <pc:sldMk cId="3877104841" sldId="375"/>
        </pc:sldMkLst>
      </pc:sldChg>
      <pc:sldChg chg="modTransition">
        <pc:chgData name="Antonella Mimmo" userId="25a5e1a7-e321-4627-b0fe-fe85337315d8" providerId="ADAL" clId="{B8E79060-19CB-4412-86FE-E82D62E21624}" dt="2022-08-25T07:16:50.378" v="78"/>
        <pc:sldMkLst>
          <pc:docMk/>
          <pc:sldMk cId="4043746531" sldId="376"/>
        </pc:sldMkLst>
      </pc:sldChg>
      <pc:sldChg chg="modTransition">
        <pc:chgData name="Antonella Mimmo" userId="25a5e1a7-e321-4627-b0fe-fe85337315d8" providerId="ADAL" clId="{B8E79060-19CB-4412-86FE-E82D62E21624}" dt="2022-08-25T07:16:38.410" v="77"/>
        <pc:sldMkLst>
          <pc:docMk/>
          <pc:sldMk cId="2767761250" sldId="391"/>
        </pc:sldMkLst>
      </pc:sldChg>
      <pc:sldChg chg="modTransition">
        <pc:chgData name="Antonella Mimmo" userId="25a5e1a7-e321-4627-b0fe-fe85337315d8" providerId="ADAL" clId="{B8E79060-19CB-4412-86FE-E82D62E21624}" dt="2022-08-25T07:15:36.474" v="66"/>
        <pc:sldMkLst>
          <pc:docMk/>
          <pc:sldMk cId="4164446656" sldId="392"/>
        </pc:sldMkLst>
      </pc:sldChg>
      <pc:sldChg chg="modTransition">
        <pc:chgData name="Antonella Mimmo" userId="25a5e1a7-e321-4627-b0fe-fe85337315d8" providerId="ADAL" clId="{B8E79060-19CB-4412-86FE-E82D62E21624}" dt="2022-08-25T07:15:43.466" v="67"/>
        <pc:sldMkLst>
          <pc:docMk/>
          <pc:sldMk cId="105425300" sldId="394"/>
        </pc:sldMkLst>
      </pc:sldChg>
      <pc:sldChg chg="modSp modTransition">
        <pc:chgData name="Antonella Mimmo" userId="25a5e1a7-e321-4627-b0fe-fe85337315d8" providerId="ADAL" clId="{B8E79060-19CB-4412-86FE-E82D62E21624}" dt="2022-08-25T07:20:45.264" v="90" actId="20577"/>
        <pc:sldMkLst>
          <pc:docMk/>
          <pc:sldMk cId="2994438839" sldId="398"/>
        </pc:sldMkLst>
        <pc:spChg chg="mod">
          <ac:chgData name="Antonella Mimmo" userId="25a5e1a7-e321-4627-b0fe-fe85337315d8" providerId="ADAL" clId="{B8E79060-19CB-4412-86FE-E82D62E21624}" dt="2022-08-25T07:20:45.264" v="90" actId="20577"/>
          <ac:spMkLst>
            <pc:docMk/>
            <pc:sldMk cId="2994438839" sldId="398"/>
            <ac:spMk id="5" creationId="{4FEC5E0F-D366-47CF-AED3-775B6801D010}"/>
          </ac:spMkLst>
        </pc:spChg>
      </pc:sldChg>
      <pc:sldChg chg="modTransition">
        <pc:chgData name="Antonella Mimmo" userId="25a5e1a7-e321-4627-b0fe-fe85337315d8" providerId="ADAL" clId="{B8E79060-19CB-4412-86FE-E82D62E21624}" dt="2022-08-25T07:16:29.903" v="75"/>
        <pc:sldMkLst>
          <pc:docMk/>
          <pc:sldMk cId="1536902896" sldId="399"/>
        </pc:sldMkLst>
      </pc:sldChg>
      <pc:sldChg chg="modSp modTransition">
        <pc:chgData name="Antonella Mimmo" userId="25a5e1a7-e321-4627-b0fe-fe85337315d8" providerId="ADAL" clId="{B8E79060-19CB-4412-86FE-E82D62E21624}" dt="2022-08-25T07:19:15.354" v="87" actId="12"/>
        <pc:sldMkLst>
          <pc:docMk/>
          <pc:sldMk cId="3873785835" sldId="400"/>
        </pc:sldMkLst>
        <pc:spChg chg="mod">
          <ac:chgData name="Antonella Mimmo" userId="25a5e1a7-e321-4627-b0fe-fe85337315d8" providerId="ADAL" clId="{B8E79060-19CB-4412-86FE-E82D62E21624}" dt="2022-08-25T07:19:15.354" v="87" actId="12"/>
          <ac:spMkLst>
            <pc:docMk/>
            <pc:sldMk cId="3873785835" sldId="400"/>
            <ac:spMk id="3" creationId="{00000000-0000-0000-0000-000000000000}"/>
          </ac:spMkLst>
        </pc:spChg>
      </pc:sldChg>
      <pc:sldChg chg="modSp mod">
        <pc:chgData name="Antonella Mimmo" userId="25a5e1a7-e321-4627-b0fe-fe85337315d8" providerId="ADAL" clId="{B8E79060-19CB-4412-86FE-E82D62E21624}" dt="2022-08-25T07:20:29.710" v="88" actId="20577"/>
        <pc:sldMkLst>
          <pc:docMk/>
          <pc:sldMk cId="196042892" sldId="405"/>
        </pc:sldMkLst>
        <pc:spChg chg="mod">
          <ac:chgData name="Antonella Mimmo" userId="25a5e1a7-e321-4627-b0fe-fe85337315d8" providerId="ADAL" clId="{B8E79060-19CB-4412-86FE-E82D62E21624}" dt="2022-08-25T07:14:49.098" v="59" actId="20577"/>
          <ac:spMkLst>
            <pc:docMk/>
            <pc:sldMk cId="196042892" sldId="405"/>
            <ac:spMk id="2" creationId="{00000000-0000-0000-0000-000000000000}"/>
          </ac:spMkLst>
        </pc:spChg>
        <pc:spChg chg="mod">
          <ac:chgData name="Antonella Mimmo" userId="25a5e1a7-e321-4627-b0fe-fe85337315d8" providerId="ADAL" clId="{B8E79060-19CB-4412-86FE-E82D62E21624}" dt="2022-08-25T07:20:29.710" v="88" actId="20577"/>
          <ac:spMkLst>
            <pc:docMk/>
            <pc:sldMk cId="196042892" sldId="405"/>
            <ac:spMk id="6" creationId="{6F6590B2-4CE4-4E2B-AD8F-F84B8B466113}"/>
          </ac:spMkLst>
        </pc:spChg>
      </pc:sldChg>
      <pc:sldChg chg="modSp">
        <pc:chgData name="Antonella Mimmo" userId="25a5e1a7-e321-4627-b0fe-fe85337315d8" providerId="ADAL" clId="{B8E79060-19CB-4412-86FE-E82D62E21624}" dt="2022-08-25T07:20:32.664" v="89" actId="20577"/>
        <pc:sldMkLst>
          <pc:docMk/>
          <pc:sldMk cId="397789800" sldId="406"/>
        </pc:sldMkLst>
        <pc:spChg chg="mod">
          <ac:chgData name="Antonella Mimmo" userId="25a5e1a7-e321-4627-b0fe-fe85337315d8" providerId="ADAL" clId="{B8E79060-19CB-4412-86FE-E82D62E21624}" dt="2022-08-25T07:20:32.664" v="89" actId="20577"/>
          <ac:spMkLst>
            <pc:docMk/>
            <pc:sldMk cId="397789800" sldId="406"/>
            <ac:spMk id="6" creationId="{6F6590B2-4CE4-4E2B-AD8F-F84B8B466113}"/>
          </ac:spMkLst>
        </pc:spChg>
      </pc:sldChg>
      <pc:sldChg chg="modTransition">
        <pc:chgData name="Antonella Mimmo" userId="25a5e1a7-e321-4627-b0fe-fe85337315d8" providerId="ADAL" clId="{B8E79060-19CB-4412-86FE-E82D62E21624}" dt="2022-08-25T07:15:15.418" v="62"/>
        <pc:sldMkLst>
          <pc:docMk/>
          <pc:sldMk cId="994715946" sldId="407"/>
        </pc:sldMkLst>
      </pc:sldChg>
      <pc:sldChg chg="addSp delSp modSp new mod modTransition">
        <pc:chgData name="Antonella Mimmo" userId="25a5e1a7-e321-4627-b0fe-fe85337315d8" providerId="ADAL" clId="{B8E79060-19CB-4412-86FE-E82D62E21624}" dt="2022-08-25T07:15:22.042" v="63"/>
        <pc:sldMkLst>
          <pc:docMk/>
          <pc:sldMk cId="558080909" sldId="408"/>
        </pc:sldMkLst>
        <pc:spChg chg="del">
          <ac:chgData name="Antonella Mimmo" userId="25a5e1a7-e321-4627-b0fe-fe85337315d8" providerId="ADAL" clId="{B8E79060-19CB-4412-86FE-E82D62E21624}" dt="2022-08-24T10:55:53.295" v="12" actId="478"/>
          <ac:spMkLst>
            <pc:docMk/>
            <pc:sldMk cId="558080909" sldId="408"/>
            <ac:spMk id="2" creationId="{D9B98702-1B4B-4C87-A804-ADA2AA976330}"/>
          </ac:spMkLst>
        </pc:spChg>
        <pc:picChg chg="add mod">
          <ac:chgData name="Antonella Mimmo" userId="25a5e1a7-e321-4627-b0fe-fe85337315d8" providerId="ADAL" clId="{B8E79060-19CB-4412-86FE-E82D62E21624}" dt="2022-08-24T10:56:06.468" v="16" actId="14100"/>
          <ac:picMkLst>
            <pc:docMk/>
            <pc:sldMk cId="558080909" sldId="408"/>
            <ac:picMk id="5" creationId="{41144AC6-D430-4C1B-B570-D5F99B4F8602}"/>
          </ac:picMkLst>
        </pc:picChg>
      </pc:sldChg>
    </pc:docChg>
  </pc:docChgLst>
  <pc:docChgLst>
    <pc:chgData name="Antonella Mimmo" userId="25a5e1a7-e321-4627-b0fe-fe85337315d8" providerId="ADAL" clId="{A8E3B064-B334-44D5-80F6-FBE2997F15E3}"/>
    <pc:docChg chg="undo custSel addSld delSld modSld">
      <pc:chgData name="Antonella Mimmo" userId="25a5e1a7-e321-4627-b0fe-fe85337315d8" providerId="ADAL" clId="{A8E3B064-B334-44D5-80F6-FBE2997F15E3}" dt="2022-06-08T12:03:11.773" v="1426" actId="20577"/>
      <pc:docMkLst>
        <pc:docMk/>
      </pc:docMkLst>
      <pc:sldChg chg="modSp mod modAnim">
        <pc:chgData name="Antonella Mimmo" userId="25a5e1a7-e321-4627-b0fe-fe85337315d8" providerId="ADAL" clId="{A8E3B064-B334-44D5-80F6-FBE2997F15E3}" dt="2022-05-25T09:14:11.525" v="152" actId="12"/>
        <pc:sldMkLst>
          <pc:docMk/>
          <pc:sldMk cId="2383308951" sldId="352"/>
        </pc:sldMkLst>
        <pc:spChg chg="mod">
          <ac:chgData name="Antonella Mimmo" userId="25a5e1a7-e321-4627-b0fe-fe85337315d8" providerId="ADAL" clId="{A8E3B064-B334-44D5-80F6-FBE2997F15E3}" dt="2022-05-25T09:12:38.536" v="135" actId="114"/>
          <ac:spMkLst>
            <pc:docMk/>
            <pc:sldMk cId="2383308951" sldId="352"/>
            <ac:spMk id="3" creationId="{00000000-0000-0000-0000-000000000000}"/>
          </ac:spMkLst>
        </pc:spChg>
        <pc:spChg chg="mod">
          <ac:chgData name="Antonella Mimmo" userId="25a5e1a7-e321-4627-b0fe-fe85337315d8" providerId="ADAL" clId="{A8E3B064-B334-44D5-80F6-FBE2997F15E3}" dt="2022-05-25T09:14:11.525" v="152" actId="12"/>
          <ac:spMkLst>
            <pc:docMk/>
            <pc:sldMk cId="2383308951" sldId="352"/>
            <ac:spMk id="5" creationId="{00000000-0000-0000-0000-000000000000}"/>
          </ac:spMkLst>
        </pc:spChg>
      </pc:sldChg>
      <pc:sldChg chg="modSp mod">
        <pc:chgData name="Antonella Mimmo" userId="25a5e1a7-e321-4627-b0fe-fe85337315d8" providerId="ADAL" clId="{A8E3B064-B334-44D5-80F6-FBE2997F15E3}" dt="2022-05-25T09:15:12.812" v="153" actId="207"/>
        <pc:sldMkLst>
          <pc:docMk/>
          <pc:sldMk cId="2783207812" sldId="354"/>
        </pc:sldMkLst>
        <pc:spChg chg="mod">
          <ac:chgData name="Antonella Mimmo" userId="25a5e1a7-e321-4627-b0fe-fe85337315d8" providerId="ADAL" clId="{A8E3B064-B334-44D5-80F6-FBE2997F15E3}" dt="2022-05-25T09:15:12.812" v="153" actId="207"/>
          <ac:spMkLst>
            <pc:docMk/>
            <pc:sldMk cId="2783207812" sldId="354"/>
            <ac:spMk id="5122" creationId="{00000000-0000-0000-0000-000000000000}"/>
          </ac:spMkLst>
        </pc:spChg>
      </pc:sldChg>
      <pc:sldChg chg="modSp mod modAnim">
        <pc:chgData name="Antonella Mimmo" userId="25a5e1a7-e321-4627-b0fe-fe85337315d8" providerId="ADAL" clId="{A8E3B064-B334-44D5-80F6-FBE2997F15E3}" dt="2022-05-25T09:18:01.024" v="199" actId="255"/>
        <pc:sldMkLst>
          <pc:docMk/>
          <pc:sldMk cId="1705825883" sldId="355"/>
        </pc:sldMkLst>
        <pc:spChg chg="mod">
          <ac:chgData name="Antonella Mimmo" userId="25a5e1a7-e321-4627-b0fe-fe85337315d8" providerId="ADAL" clId="{A8E3B064-B334-44D5-80F6-FBE2997F15E3}" dt="2022-05-25T09:15:22.760" v="155" actId="114"/>
          <ac:spMkLst>
            <pc:docMk/>
            <pc:sldMk cId="1705825883" sldId="355"/>
            <ac:spMk id="7" creationId="{00000000-0000-0000-0000-000000000000}"/>
          </ac:spMkLst>
        </pc:spChg>
        <pc:spChg chg="mod">
          <ac:chgData name="Antonella Mimmo" userId="25a5e1a7-e321-4627-b0fe-fe85337315d8" providerId="ADAL" clId="{A8E3B064-B334-44D5-80F6-FBE2997F15E3}" dt="2022-05-25T09:18:01.024" v="199" actId="255"/>
          <ac:spMkLst>
            <pc:docMk/>
            <pc:sldMk cId="1705825883" sldId="355"/>
            <ac:spMk id="8" creationId="{00000000-0000-0000-0000-000000000000}"/>
          </ac:spMkLst>
        </pc:spChg>
      </pc:sldChg>
      <pc:sldChg chg="del">
        <pc:chgData name="Antonella Mimmo" userId="25a5e1a7-e321-4627-b0fe-fe85337315d8" providerId="ADAL" clId="{A8E3B064-B334-44D5-80F6-FBE2997F15E3}" dt="2022-05-25T09:18:07.920" v="200" actId="47"/>
        <pc:sldMkLst>
          <pc:docMk/>
          <pc:sldMk cId="2718543022" sldId="356"/>
        </pc:sldMkLst>
      </pc:sldChg>
      <pc:sldChg chg="modSp mod modAnim">
        <pc:chgData name="Antonella Mimmo" userId="25a5e1a7-e321-4627-b0fe-fe85337315d8" providerId="ADAL" clId="{A8E3B064-B334-44D5-80F6-FBE2997F15E3}" dt="2022-05-25T09:24:09.613" v="372" actId="207"/>
        <pc:sldMkLst>
          <pc:docMk/>
          <pc:sldMk cId="2886064104" sldId="363"/>
        </pc:sldMkLst>
        <pc:spChg chg="mod">
          <ac:chgData name="Antonella Mimmo" userId="25a5e1a7-e321-4627-b0fe-fe85337315d8" providerId="ADAL" clId="{A8E3B064-B334-44D5-80F6-FBE2997F15E3}" dt="2022-05-25T09:24:09.613" v="372" actId="207"/>
          <ac:spMkLst>
            <pc:docMk/>
            <pc:sldMk cId="2886064104" sldId="363"/>
            <ac:spMk id="2" creationId="{00000000-0000-0000-0000-000000000000}"/>
          </ac:spMkLst>
        </pc:spChg>
        <pc:spChg chg="mod">
          <ac:chgData name="Antonella Mimmo" userId="25a5e1a7-e321-4627-b0fe-fe85337315d8" providerId="ADAL" clId="{A8E3B064-B334-44D5-80F6-FBE2997F15E3}" dt="2022-05-25T09:22:43.777" v="322" actId="113"/>
          <ac:spMkLst>
            <pc:docMk/>
            <pc:sldMk cId="2886064104" sldId="363"/>
            <ac:spMk id="3" creationId="{00000000-0000-0000-0000-000000000000}"/>
          </ac:spMkLst>
        </pc:spChg>
      </pc:sldChg>
      <pc:sldChg chg="modSp mod modAnim">
        <pc:chgData name="Antonella Mimmo" userId="25a5e1a7-e321-4627-b0fe-fe85337315d8" providerId="ADAL" clId="{A8E3B064-B334-44D5-80F6-FBE2997F15E3}" dt="2022-05-25T09:24:25.812" v="374" actId="207"/>
        <pc:sldMkLst>
          <pc:docMk/>
          <pc:sldMk cId="4024518570" sldId="366"/>
        </pc:sldMkLst>
        <pc:spChg chg="mod">
          <ac:chgData name="Antonella Mimmo" userId="25a5e1a7-e321-4627-b0fe-fe85337315d8" providerId="ADAL" clId="{A8E3B064-B334-44D5-80F6-FBE2997F15E3}" dt="2022-05-25T09:24:17.926" v="373" actId="207"/>
          <ac:spMkLst>
            <pc:docMk/>
            <pc:sldMk cId="4024518570" sldId="366"/>
            <ac:spMk id="2" creationId="{00000000-0000-0000-0000-000000000000}"/>
          </ac:spMkLst>
        </pc:spChg>
        <pc:spChg chg="mod">
          <ac:chgData name="Antonella Mimmo" userId="25a5e1a7-e321-4627-b0fe-fe85337315d8" providerId="ADAL" clId="{A8E3B064-B334-44D5-80F6-FBE2997F15E3}" dt="2022-05-25T09:24:25.812" v="374" actId="207"/>
          <ac:spMkLst>
            <pc:docMk/>
            <pc:sldMk cId="4024518570" sldId="366"/>
            <ac:spMk id="3" creationId="{00000000-0000-0000-0000-000000000000}"/>
          </ac:spMkLst>
        </pc:spChg>
      </pc:sldChg>
      <pc:sldChg chg="modSp mod modAnim">
        <pc:chgData name="Antonella Mimmo" userId="25a5e1a7-e321-4627-b0fe-fe85337315d8" providerId="ADAL" clId="{A8E3B064-B334-44D5-80F6-FBE2997F15E3}" dt="2022-05-25T09:26:02.293" v="409" actId="27636"/>
        <pc:sldMkLst>
          <pc:docMk/>
          <pc:sldMk cId="1331902489" sldId="367"/>
        </pc:sldMkLst>
        <pc:spChg chg="mod">
          <ac:chgData name="Antonella Mimmo" userId="25a5e1a7-e321-4627-b0fe-fe85337315d8" providerId="ADAL" clId="{A8E3B064-B334-44D5-80F6-FBE2997F15E3}" dt="2022-05-25T09:24:32.815" v="375" actId="207"/>
          <ac:spMkLst>
            <pc:docMk/>
            <pc:sldMk cId="1331902489" sldId="367"/>
            <ac:spMk id="2" creationId="{00000000-0000-0000-0000-000000000000}"/>
          </ac:spMkLst>
        </pc:spChg>
        <pc:spChg chg="mod">
          <ac:chgData name="Antonella Mimmo" userId="25a5e1a7-e321-4627-b0fe-fe85337315d8" providerId="ADAL" clId="{A8E3B064-B334-44D5-80F6-FBE2997F15E3}" dt="2022-05-25T09:26:02.293" v="409" actId="27636"/>
          <ac:spMkLst>
            <pc:docMk/>
            <pc:sldMk cId="1331902489" sldId="367"/>
            <ac:spMk id="3" creationId="{00000000-0000-0000-0000-000000000000}"/>
          </ac:spMkLst>
        </pc:spChg>
      </pc:sldChg>
      <pc:sldChg chg="modSp mod modAnim">
        <pc:chgData name="Antonella Mimmo" userId="25a5e1a7-e321-4627-b0fe-fe85337315d8" providerId="ADAL" clId="{A8E3B064-B334-44D5-80F6-FBE2997F15E3}" dt="2022-05-25T09:29:00.401" v="539" actId="207"/>
        <pc:sldMkLst>
          <pc:docMk/>
          <pc:sldMk cId="1467156663" sldId="368"/>
        </pc:sldMkLst>
        <pc:spChg chg="mod">
          <ac:chgData name="Antonella Mimmo" userId="25a5e1a7-e321-4627-b0fe-fe85337315d8" providerId="ADAL" clId="{A8E3B064-B334-44D5-80F6-FBE2997F15E3}" dt="2022-05-25T09:28:16.107" v="533" actId="121"/>
          <ac:spMkLst>
            <pc:docMk/>
            <pc:sldMk cId="1467156663" sldId="368"/>
            <ac:spMk id="2" creationId="{00000000-0000-0000-0000-000000000000}"/>
          </ac:spMkLst>
        </pc:spChg>
        <pc:spChg chg="mod">
          <ac:chgData name="Antonella Mimmo" userId="25a5e1a7-e321-4627-b0fe-fe85337315d8" providerId="ADAL" clId="{A8E3B064-B334-44D5-80F6-FBE2997F15E3}" dt="2022-05-25T09:29:00.401" v="539" actId="207"/>
          <ac:spMkLst>
            <pc:docMk/>
            <pc:sldMk cId="1467156663" sldId="368"/>
            <ac:spMk id="3" creationId="{00000000-0000-0000-0000-000000000000}"/>
          </ac:spMkLst>
        </pc:spChg>
      </pc:sldChg>
      <pc:sldChg chg="modSp mod modAnim">
        <pc:chgData name="Antonella Mimmo" userId="25a5e1a7-e321-4627-b0fe-fe85337315d8" providerId="ADAL" clId="{A8E3B064-B334-44D5-80F6-FBE2997F15E3}" dt="2022-05-25T09:33:50.447" v="656" actId="255"/>
        <pc:sldMkLst>
          <pc:docMk/>
          <pc:sldMk cId="2043311365" sldId="369"/>
        </pc:sldMkLst>
        <pc:spChg chg="mod">
          <ac:chgData name="Antonella Mimmo" userId="25a5e1a7-e321-4627-b0fe-fe85337315d8" providerId="ADAL" clId="{A8E3B064-B334-44D5-80F6-FBE2997F15E3}" dt="2022-05-25T09:29:57.744" v="594" actId="121"/>
          <ac:spMkLst>
            <pc:docMk/>
            <pc:sldMk cId="2043311365" sldId="369"/>
            <ac:spMk id="2" creationId="{00000000-0000-0000-0000-000000000000}"/>
          </ac:spMkLst>
        </pc:spChg>
        <pc:spChg chg="mod">
          <ac:chgData name="Antonella Mimmo" userId="25a5e1a7-e321-4627-b0fe-fe85337315d8" providerId="ADAL" clId="{A8E3B064-B334-44D5-80F6-FBE2997F15E3}" dt="2022-05-25T09:33:50.447" v="656" actId="255"/>
          <ac:spMkLst>
            <pc:docMk/>
            <pc:sldMk cId="2043311365" sldId="369"/>
            <ac:spMk id="3" creationId="{00000000-0000-0000-0000-000000000000}"/>
          </ac:spMkLst>
        </pc:spChg>
      </pc:sldChg>
      <pc:sldChg chg="del">
        <pc:chgData name="Antonella Mimmo" userId="25a5e1a7-e321-4627-b0fe-fe85337315d8" providerId="ADAL" clId="{A8E3B064-B334-44D5-80F6-FBE2997F15E3}" dt="2022-05-25T09:33:58.227" v="657" actId="47"/>
        <pc:sldMkLst>
          <pc:docMk/>
          <pc:sldMk cId="2407357963" sldId="373"/>
        </pc:sldMkLst>
      </pc:sldChg>
      <pc:sldChg chg="modSp mod">
        <pc:chgData name="Antonella Mimmo" userId="25a5e1a7-e321-4627-b0fe-fe85337315d8" providerId="ADAL" clId="{A8E3B064-B334-44D5-80F6-FBE2997F15E3}" dt="2022-05-25T09:46:59.684" v="677" actId="114"/>
        <pc:sldMkLst>
          <pc:docMk/>
          <pc:sldMk cId="3877104841" sldId="375"/>
        </pc:sldMkLst>
        <pc:spChg chg="mod">
          <ac:chgData name="Antonella Mimmo" userId="25a5e1a7-e321-4627-b0fe-fe85337315d8" providerId="ADAL" clId="{A8E3B064-B334-44D5-80F6-FBE2997F15E3}" dt="2022-05-25T09:46:17.605" v="659" actId="114"/>
          <ac:spMkLst>
            <pc:docMk/>
            <pc:sldMk cId="3877104841" sldId="375"/>
            <ac:spMk id="2" creationId="{00000000-0000-0000-0000-000000000000}"/>
          </ac:spMkLst>
        </pc:spChg>
        <pc:spChg chg="mod">
          <ac:chgData name="Antonella Mimmo" userId="25a5e1a7-e321-4627-b0fe-fe85337315d8" providerId="ADAL" clId="{A8E3B064-B334-44D5-80F6-FBE2997F15E3}" dt="2022-05-25T09:46:59.684" v="677" actId="114"/>
          <ac:spMkLst>
            <pc:docMk/>
            <pc:sldMk cId="3877104841" sldId="375"/>
            <ac:spMk id="3" creationId="{00000000-0000-0000-0000-000000000000}"/>
          </ac:spMkLst>
        </pc:spChg>
      </pc:sldChg>
      <pc:sldChg chg="modSp mod modAnim">
        <pc:chgData name="Antonella Mimmo" userId="25a5e1a7-e321-4627-b0fe-fe85337315d8" providerId="ADAL" clId="{A8E3B064-B334-44D5-80F6-FBE2997F15E3}" dt="2022-06-01T06:49:17.981" v="784" actId="207"/>
        <pc:sldMkLst>
          <pc:docMk/>
          <pc:sldMk cId="4043746531" sldId="376"/>
        </pc:sldMkLst>
        <pc:spChg chg="mod">
          <ac:chgData name="Antonella Mimmo" userId="25a5e1a7-e321-4627-b0fe-fe85337315d8" providerId="ADAL" clId="{A8E3B064-B334-44D5-80F6-FBE2997F15E3}" dt="2022-05-25T09:48:27.546" v="693" actId="114"/>
          <ac:spMkLst>
            <pc:docMk/>
            <pc:sldMk cId="4043746531" sldId="376"/>
            <ac:spMk id="2" creationId="{00000000-0000-0000-0000-000000000000}"/>
          </ac:spMkLst>
        </pc:spChg>
        <pc:spChg chg="mod">
          <ac:chgData name="Antonella Mimmo" userId="25a5e1a7-e321-4627-b0fe-fe85337315d8" providerId="ADAL" clId="{A8E3B064-B334-44D5-80F6-FBE2997F15E3}" dt="2022-06-01T06:49:17.981" v="784" actId="207"/>
          <ac:spMkLst>
            <pc:docMk/>
            <pc:sldMk cId="4043746531" sldId="376"/>
            <ac:spMk id="3" creationId="{00000000-0000-0000-0000-000000000000}"/>
          </ac:spMkLst>
        </pc:spChg>
      </pc:sldChg>
      <pc:sldChg chg="modSp mod">
        <pc:chgData name="Antonella Mimmo" userId="25a5e1a7-e321-4627-b0fe-fe85337315d8" providerId="ADAL" clId="{A8E3B064-B334-44D5-80F6-FBE2997F15E3}" dt="2022-05-25T09:51:31.495" v="754" actId="115"/>
        <pc:sldMkLst>
          <pc:docMk/>
          <pc:sldMk cId="3713948086" sldId="385"/>
        </pc:sldMkLst>
        <pc:spChg chg="mod">
          <ac:chgData name="Antonella Mimmo" userId="25a5e1a7-e321-4627-b0fe-fe85337315d8" providerId="ADAL" clId="{A8E3B064-B334-44D5-80F6-FBE2997F15E3}" dt="2022-05-25T09:50:19.721" v="747" actId="27636"/>
          <ac:spMkLst>
            <pc:docMk/>
            <pc:sldMk cId="3713948086" sldId="385"/>
            <ac:spMk id="2" creationId="{00000000-0000-0000-0000-000000000000}"/>
          </ac:spMkLst>
        </pc:spChg>
        <pc:spChg chg="mod">
          <ac:chgData name="Antonella Mimmo" userId="25a5e1a7-e321-4627-b0fe-fe85337315d8" providerId="ADAL" clId="{A8E3B064-B334-44D5-80F6-FBE2997F15E3}" dt="2022-05-25T09:51:31.495" v="754" actId="115"/>
          <ac:spMkLst>
            <pc:docMk/>
            <pc:sldMk cId="3713948086" sldId="385"/>
            <ac:spMk id="3" creationId="{00000000-0000-0000-0000-000000000000}"/>
          </ac:spMkLst>
        </pc:spChg>
      </pc:sldChg>
      <pc:sldChg chg="modSp mod">
        <pc:chgData name="Antonella Mimmo" userId="25a5e1a7-e321-4627-b0fe-fe85337315d8" providerId="ADAL" clId="{A8E3B064-B334-44D5-80F6-FBE2997F15E3}" dt="2022-05-25T09:48:10.800" v="691" actId="207"/>
        <pc:sldMkLst>
          <pc:docMk/>
          <pc:sldMk cId="2767761250" sldId="391"/>
        </pc:sldMkLst>
        <pc:spChg chg="mod">
          <ac:chgData name="Antonella Mimmo" userId="25a5e1a7-e321-4627-b0fe-fe85337315d8" providerId="ADAL" clId="{A8E3B064-B334-44D5-80F6-FBE2997F15E3}" dt="2022-05-25T09:48:10.800" v="691" actId="207"/>
          <ac:spMkLst>
            <pc:docMk/>
            <pc:sldMk cId="2767761250" sldId="391"/>
            <ac:spMk id="4" creationId="{00000000-0000-0000-0000-000000000000}"/>
          </ac:spMkLst>
        </pc:spChg>
      </pc:sldChg>
      <pc:sldChg chg="modSp mod">
        <pc:chgData name="Antonella Mimmo" userId="25a5e1a7-e321-4627-b0fe-fe85337315d8" providerId="ADAL" clId="{A8E3B064-B334-44D5-80F6-FBE2997F15E3}" dt="2022-05-25T09:11:40.654" v="128" actId="114"/>
        <pc:sldMkLst>
          <pc:docMk/>
          <pc:sldMk cId="4164446656" sldId="392"/>
        </pc:sldMkLst>
        <pc:spChg chg="mod">
          <ac:chgData name="Antonella Mimmo" userId="25a5e1a7-e321-4627-b0fe-fe85337315d8" providerId="ADAL" clId="{A8E3B064-B334-44D5-80F6-FBE2997F15E3}" dt="2022-05-25T09:11:40.654" v="128" actId="114"/>
          <ac:spMkLst>
            <pc:docMk/>
            <pc:sldMk cId="4164446656" sldId="392"/>
            <ac:spMk id="5122" creationId="{00000000-0000-0000-0000-000000000000}"/>
          </ac:spMkLst>
        </pc:spChg>
      </pc:sldChg>
      <pc:sldChg chg="modSp">
        <pc:chgData name="Antonella Mimmo" userId="25a5e1a7-e321-4627-b0fe-fe85337315d8" providerId="ADAL" clId="{A8E3B064-B334-44D5-80F6-FBE2997F15E3}" dt="2022-06-03T07:38:17.150" v="789" actId="207"/>
        <pc:sldMkLst>
          <pc:docMk/>
          <pc:sldMk cId="3562717303" sldId="393"/>
        </pc:sldMkLst>
        <pc:spChg chg="mod">
          <ac:chgData name="Antonella Mimmo" userId="25a5e1a7-e321-4627-b0fe-fe85337315d8" providerId="ADAL" clId="{A8E3B064-B334-44D5-80F6-FBE2997F15E3}" dt="2022-06-03T07:38:17.150" v="789" actId="207"/>
          <ac:spMkLst>
            <pc:docMk/>
            <pc:sldMk cId="3562717303" sldId="393"/>
            <ac:spMk id="55299" creationId="{00000000-0000-0000-0000-000000000000}"/>
          </ac:spMkLst>
        </pc:spChg>
      </pc:sldChg>
      <pc:sldChg chg="modSp">
        <pc:chgData name="Antonella Mimmo" userId="25a5e1a7-e321-4627-b0fe-fe85337315d8" providerId="ADAL" clId="{A8E3B064-B334-44D5-80F6-FBE2997F15E3}" dt="2022-06-03T07:38:04.272" v="786" actId="207"/>
        <pc:sldMkLst>
          <pc:docMk/>
          <pc:sldMk cId="105425300" sldId="394"/>
        </pc:sldMkLst>
        <pc:spChg chg="mod">
          <ac:chgData name="Antonella Mimmo" userId="25a5e1a7-e321-4627-b0fe-fe85337315d8" providerId="ADAL" clId="{A8E3B064-B334-44D5-80F6-FBE2997F15E3}" dt="2022-06-03T07:38:04.272" v="786" actId="207"/>
          <ac:spMkLst>
            <pc:docMk/>
            <pc:sldMk cId="105425300" sldId="394"/>
            <ac:spMk id="2" creationId="{00000000-0000-0000-0000-000000000000}"/>
          </ac:spMkLst>
        </pc:spChg>
      </pc:sldChg>
      <pc:sldChg chg="modSp del mod">
        <pc:chgData name="Antonella Mimmo" userId="25a5e1a7-e321-4627-b0fe-fe85337315d8" providerId="ADAL" clId="{A8E3B064-B334-44D5-80F6-FBE2997F15E3}" dt="2022-05-25T09:07:47.341" v="88" actId="47"/>
        <pc:sldMkLst>
          <pc:docMk/>
          <pc:sldMk cId="4191772163" sldId="396"/>
        </pc:sldMkLst>
        <pc:spChg chg="mod">
          <ac:chgData name="Antonella Mimmo" userId="25a5e1a7-e321-4627-b0fe-fe85337315d8" providerId="ADAL" clId="{A8E3B064-B334-44D5-80F6-FBE2997F15E3}" dt="2022-05-25T09:03:51.210" v="34" actId="20577"/>
          <ac:spMkLst>
            <pc:docMk/>
            <pc:sldMk cId="4191772163" sldId="396"/>
            <ac:spMk id="2057" creationId="{00000000-0000-0000-0000-000000000000}"/>
          </ac:spMkLst>
        </pc:spChg>
      </pc:sldChg>
      <pc:sldChg chg="addSp delSp modSp mod delAnim modAnim">
        <pc:chgData name="Antonella Mimmo" userId="25a5e1a7-e321-4627-b0fe-fe85337315d8" providerId="ADAL" clId="{A8E3B064-B334-44D5-80F6-FBE2997F15E3}" dt="2022-06-08T12:03:11.773" v="1426" actId="20577"/>
        <pc:sldMkLst>
          <pc:docMk/>
          <pc:sldMk cId="2994438839" sldId="398"/>
        </pc:sldMkLst>
        <pc:spChg chg="mod">
          <ac:chgData name="Antonella Mimmo" userId="25a5e1a7-e321-4627-b0fe-fe85337315d8" providerId="ADAL" clId="{A8E3B064-B334-44D5-80F6-FBE2997F15E3}" dt="2022-05-25T09:03:32.176" v="27" actId="1076"/>
          <ac:spMkLst>
            <pc:docMk/>
            <pc:sldMk cId="2994438839" sldId="398"/>
            <ac:spMk id="2" creationId="{5AAA3615-F251-4B01-AC91-2E53DA5697C2}"/>
          </ac:spMkLst>
        </pc:spChg>
        <pc:spChg chg="del">
          <ac:chgData name="Antonella Mimmo" userId="25a5e1a7-e321-4627-b0fe-fe85337315d8" providerId="ADAL" clId="{A8E3B064-B334-44D5-80F6-FBE2997F15E3}" dt="2022-05-25T09:02:49.933" v="14" actId="478"/>
          <ac:spMkLst>
            <pc:docMk/>
            <pc:sldMk cId="2994438839" sldId="398"/>
            <ac:spMk id="3" creationId="{3E88F36A-FB40-480E-B816-42BA223E43A5}"/>
          </ac:spMkLst>
        </pc:spChg>
        <pc:spChg chg="mod">
          <ac:chgData name="Antonella Mimmo" userId="25a5e1a7-e321-4627-b0fe-fe85337315d8" providerId="ADAL" clId="{A8E3B064-B334-44D5-80F6-FBE2997F15E3}" dt="2022-06-08T12:03:11.773" v="1426" actId="20577"/>
          <ac:spMkLst>
            <pc:docMk/>
            <pc:sldMk cId="2994438839" sldId="398"/>
            <ac:spMk id="5" creationId="{4FEC5E0F-D366-47CF-AED3-775B6801D010}"/>
          </ac:spMkLst>
        </pc:spChg>
        <pc:spChg chg="add del mod">
          <ac:chgData name="Antonella Mimmo" userId="25a5e1a7-e321-4627-b0fe-fe85337315d8" providerId="ADAL" clId="{A8E3B064-B334-44D5-80F6-FBE2997F15E3}" dt="2022-05-25T09:02:56.210" v="15" actId="478"/>
          <ac:spMkLst>
            <pc:docMk/>
            <pc:sldMk cId="2994438839" sldId="398"/>
            <ac:spMk id="7" creationId="{B0D5F182-3F80-469E-A890-129605F364A6}"/>
          </ac:spMkLst>
        </pc:spChg>
      </pc:sldChg>
      <pc:sldChg chg="modSp mod">
        <pc:chgData name="Antonella Mimmo" userId="25a5e1a7-e321-4627-b0fe-fe85337315d8" providerId="ADAL" clId="{A8E3B064-B334-44D5-80F6-FBE2997F15E3}" dt="2022-05-25T09:47:26.487" v="679" actId="207"/>
        <pc:sldMkLst>
          <pc:docMk/>
          <pc:sldMk cId="1536902896" sldId="399"/>
        </pc:sldMkLst>
        <pc:spChg chg="mod">
          <ac:chgData name="Antonella Mimmo" userId="25a5e1a7-e321-4627-b0fe-fe85337315d8" providerId="ADAL" clId="{A8E3B064-B334-44D5-80F6-FBE2997F15E3}" dt="2022-05-25T09:47:26.487" v="679" actId="207"/>
          <ac:spMkLst>
            <pc:docMk/>
            <pc:sldMk cId="1536902896" sldId="399"/>
            <ac:spMk id="4" creationId="{00000000-0000-0000-0000-000000000000}"/>
          </ac:spMkLst>
        </pc:spChg>
      </pc:sldChg>
      <pc:sldChg chg="modSp mod modAnim">
        <pc:chgData name="Antonella Mimmo" userId="25a5e1a7-e321-4627-b0fe-fe85337315d8" providerId="ADAL" clId="{A8E3B064-B334-44D5-80F6-FBE2997F15E3}" dt="2022-06-03T07:38:31.693" v="791" actId="207"/>
        <pc:sldMkLst>
          <pc:docMk/>
          <pc:sldMk cId="3873785835" sldId="400"/>
        </pc:sldMkLst>
        <pc:spChg chg="mod">
          <ac:chgData name="Antonella Mimmo" userId="25a5e1a7-e321-4627-b0fe-fe85337315d8" providerId="ADAL" clId="{A8E3B064-B334-44D5-80F6-FBE2997F15E3}" dt="2022-06-01T06:48:25.928" v="773" actId="20577"/>
          <ac:spMkLst>
            <pc:docMk/>
            <pc:sldMk cId="3873785835" sldId="400"/>
            <ac:spMk id="2" creationId="{00000000-0000-0000-0000-000000000000}"/>
          </ac:spMkLst>
        </pc:spChg>
        <pc:spChg chg="mod">
          <ac:chgData name="Antonella Mimmo" userId="25a5e1a7-e321-4627-b0fe-fe85337315d8" providerId="ADAL" clId="{A8E3B064-B334-44D5-80F6-FBE2997F15E3}" dt="2022-06-03T07:38:31.693" v="791" actId="207"/>
          <ac:spMkLst>
            <pc:docMk/>
            <pc:sldMk cId="3873785835" sldId="400"/>
            <ac:spMk id="3" creationId="{00000000-0000-0000-0000-000000000000}"/>
          </ac:spMkLst>
        </pc:spChg>
      </pc:sldChg>
      <pc:sldChg chg="modSp modAnim">
        <pc:chgData name="Antonella Mimmo" userId="25a5e1a7-e321-4627-b0fe-fe85337315d8" providerId="ADAL" clId="{A8E3B064-B334-44D5-80F6-FBE2997F15E3}" dt="2022-06-03T08:58:06.186" v="1412" actId="122"/>
        <pc:sldMkLst>
          <pc:docMk/>
          <pc:sldMk cId="196042892" sldId="405"/>
        </pc:sldMkLst>
        <pc:spChg chg="mod">
          <ac:chgData name="Antonella Mimmo" userId="25a5e1a7-e321-4627-b0fe-fe85337315d8" providerId="ADAL" clId="{A8E3B064-B334-44D5-80F6-FBE2997F15E3}" dt="2022-06-03T08:58:06.186" v="1412" actId="122"/>
          <ac:spMkLst>
            <pc:docMk/>
            <pc:sldMk cId="196042892" sldId="405"/>
            <ac:spMk id="6" creationId="{6F6590B2-4CE4-4E2B-AD8F-F84B8B466113}"/>
          </ac:spMkLst>
        </pc:spChg>
      </pc:sldChg>
      <pc:sldChg chg="modSp modAnim">
        <pc:chgData name="Antonella Mimmo" userId="25a5e1a7-e321-4627-b0fe-fe85337315d8" providerId="ADAL" clId="{A8E3B064-B334-44D5-80F6-FBE2997F15E3}" dt="2022-06-03T08:58:25.545" v="1413"/>
        <pc:sldMkLst>
          <pc:docMk/>
          <pc:sldMk cId="397789800" sldId="406"/>
        </pc:sldMkLst>
        <pc:spChg chg="mod">
          <ac:chgData name="Antonella Mimmo" userId="25a5e1a7-e321-4627-b0fe-fe85337315d8" providerId="ADAL" clId="{A8E3B064-B334-44D5-80F6-FBE2997F15E3}" dt="2022-06-03T08:58:25.545" v="1413"/>
          <ac:spMkLst>
            <pc:docMk/>
            <pc:sldMk cId="397789800" sldId="406"/>
            <ac:spMk id="6" creationId="{6F6590B2-4CE4-4E2B-AD8F-F84B8B466113}"/>
          </ac:spMkLst>
        </pc:spChg>
      </pc:sldChg>
      <pc:sldChg chg="delSp modSp new mod">
        <pc:chgData name="Antonella Mimmo" userId="25a5e1a7-e321-4627-b0fe-fe85337315d8" providerId="ADAL" clId="{A8E3B064-B334-44D5-80F6-FBE2997F15E3}" dt="2022-05-25T09:12:13.874" v="133" actId="113"/>
        <pc:sldMkLst>
          <pc:docMk/>
          <pc:sldMk cId="994715946" sldId="407"/>
        </pc:sldMkLst>
        <pc:spChg chg="mod">
          <ac:chgData name="Antonella Mimmo" userId="25a5e1a7-e321-4627-b0fe-fe85337315d8" providerId="ADAL" clId="{A8E3B064-B334-44D5-80F6-FBE2997F15E3}" dt="2022-05-25T09:12:13.874" v="133" actId="113"/>
          <ac:spMkLst>
            <pc:docMk/>
            <pc:sldMk cId="994715946" sldId="407"/>
            <ac:spMk id="2" creationId="{038EC8B2-7517-424F-919F-38A989DF323B}"/>
          </ac:spMkLst>
        </pc:spChg>
        <pc:spChg chg="del">
          <ac:chgData name="Antonella Mimmo" userId="25a5e1a7-e321-4627-b0fe-fe85337315d8" providerId="ADAL" clId="{A8E3B064-B334-44D5-80F6-FBE2997F15E3}" dt="2022-05-25T09:07:42.795" v="87" actId="478"/>
          <ac:spMkLst>
            <pc:docMk/>
            <pc:sldMk cId="994715946" sldId="407"/>
            <ac:spMk id="3" creationId="{BEA33E3B-226F-44BF-A3E8-4B2B06035AA5}"/>
          </ac:spMkLst>
        </pc:spChg>
      </pc:sldChg>
    </pc:docChg>
  </pc:docChgLst>
  <pc:docChgLst>
    <pc:chgData name="Jerome Martini" userId="cf445fd1-bb94-431f-9d69-de636e77a98d" providerId="ADAL" clId="{433AB1AB-6DEB-4524-A806-105BCDFEDD99}"/>
    <pc:docChg chg="modSld">
      <pc:chgData name="Jerome Martini" userId="cf445fd1-bb94-431f-9d69-de636e77a98d" providerId="ADAL" clId="{433AB1AB-6DEB-4524-A806-105BCDFEDD99}" dt="2023-01-19T08:19:04.666" v="6" actId="20577"/>
      <pc:docMkLst>
        <pc:docMk/>
      </pc:docMkLst>
      <pc:sldChg chg="modSp mod">
        <pc:chgData name="Jerome Martini" userId="cf445fd1-bb94-431f-9d69-de636e77a98d" providerId="ADAL" clId="{433AB1AB-6DEB-4524-A806-105BCDFEDD99}" dt="2023-01-19T08:19:04.666" v="6" actId="20577"/>
        <pc:sldMkLst>
          <pc:docMk/>
          <pc:sldMk cId="2994438839" sldId="398"/>
        </pc:sldMkLst>
        <pc:spChg chg="mod">
          <ac:chgData name="Jerome Martini" userId="cf445fd1-bb94-431f-9d69-de636e77a98d" providerId="ADAL" clId="{433AB1AB-6DEB-4524-A806-105BCDFEDD99}" dt="2023-01-19T08:19:04.666" v="6" actId="20577"/>
          <ac:spMkLst>
            <pc:docMk/>
            <pc:sldMk cId="2994438839" sldId="398"/>
            <ac:spMk id="5" creationId="{4FEC5E0F-D366-47CF-AED3-775B6801D010}"/>
          </ac:spMkLst>
        </pc:spChg>
      </pc:sldChg>
    </pc:docChg>
  </pc:docChgLst>
  <pc:docChgLst>
    <pc:chgData name="Jerome Martini" userId="cf445fd1-bb94-431f-9d69-de636e77a98d" providerId="ADAL" clId="{37E549A6-6B24-46FA-B1D6-64518AC880A9}"/>
    <pc:docChg chg="modSld">
      <pc:chgData name="Jerome Martini" userId="cf445fd1-bb94-431f-9d69-de636e77a98d" providerId="ADAL" clId="{37E549A6-6B24-46FA-B1D6-64518AC880A9}" dt="2023-10-31T10:48:50.315" v="5" actId="20577"/>
      <pc:docMkLst>
        <pc:docMk/>
      </pc:docMkLst>
      <pc:sldChg chg="modSp">
        <pc:chgData name="Jerome Martini" userId="cf445fd1-bb94-431f-9d69-de636e77a98d" providerId="ADAL" clId="{37E549A6-6B24-46FA-B1D6-64518AC880A9}" dt="2023-10-31T10:48:50.315" v="5" actId="20577"/>
        <pc:sldMkLst>
          <pc:docMk/>
          <pc:sldMk cId="2994438839" sldId="398"/>
        </pc:sldMkLst>
        <pc:spChg chg="mod">
          <ac:chgData name="Jerome Martini" userId="cf445fd1-bb94-431f-9d69-de636e77a98d" providerId="ADAL" clId="{37E549A6-6B24-46FA-B1D6-64518AC880A9}" dt="2023-10-31T10:48:50.315" v="5" actId="20577"/>
          <ac:spMkLst>
            <pc:docMk/>
            <pc:sldMk cId="2994438839" sldId="398"/>
            <ac:spMk id="5" creationId="{4FEC5E0F-D366-47CF-AED3-775B6801D01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31/10/2023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31/10/2023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58838" y="742950"/>
            <a:ext cx="4951412" cy="3714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705350"/>
            <a:ext cx="5335270" cy="4457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408981"/>
            <a:ext cx="2889938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85BC549-71FA-41EF-AB11-E51FAA6C189E}" type="slidenum">
              <a:rPr lang="fr-FR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fr-FR" dirty="0"/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52572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052834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5C10DCC-BF50-45F4-9160-E24AC9513A15}" type="slidenum">
              <a:rPr lang="fr-FR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fr-FR" dirty="0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81084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17225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45D864-6B59-48ED-8196-76E72032E9CA}" type="slidenum">
              <a:rPr lang="en-GB"/>
              <a:pPr/>
              <a:t>12</a:t>
            </a:fld>
            <a:endParaRPr lang="en-GB" dirty="0"/>
          </a:p>
        </p:txBody>
      </p:sp>
      <p:sp>
        <p:nvSpPr>
          <p:cNvPr id="7577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43529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BE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0930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82638D0-9147-4C05-9E15-E827E8E36458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6450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4FA6C-4F02-4641-8F25-3DC49EBE22D2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914AB-6008-43F1-B772-7B41B9584652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131F67-AD55-46E6-B1B4-0F584F73B757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EF83B-4CE9-4347-BFE3-82A58AEBC992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F456B-3F74-43C5-9A4B-8870DE6F67EC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405F0-A0A5-47BA-81F4-F6DB39870C67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5FADF-65A4-499F-B492-1BEDF89835CA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D60D4-C9A8-41E8-A1D3-60E8B82D795D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10F5F4-E23F-4746-A52B-B2EFC37E4135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9EB86-57A0-4837-B364-3A4CB3BF8DBB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58A14-F359-408D-AE2A-656E6D80AFAC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E81CF8-5F28-499A-9E5E-668033DE2477}" type="datetime1">
              <a:rPr lang="fr-FR" smtClean="0"/>
              <a:t>31/10/2023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AA3615-F251-4B01-AC91-2E53DA56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04864"/>
            <a:ext cx="8229600" cy="1800200"/>
          </a:xfrm>
        </p:spPr>
        <p:txBody>
          <a:bodyPr>
            <a:normAutofit/>
          </a:bodyPr>
          <a:lstStyle/>
          <a:p>
            <a:r>
              <a:rPr lang="fr-BE" sz="8800" i="1" dirty="0"/>
              <a:t>BCSS - Flux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B2031A-B824-40EA-9716-C73BF5F2B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</a:t>
            </a:fld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FEC5E0F-D366-47CF-AED3-775B6801D010}"/>
              </a:ext>
            </a:extLst>
          </p:cNvPr>
          <p:cNvSpPr txBox="1"/>
          <p:nvPr/>
        </p:nvSpPr>
        <p:spPr>
          <a:xfrm>
            <a:off x="683568" y="6171684"/>
            <a:ext cx="2880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</a:t>
            </a:r>
            <a:r>
              <a:rPr lang="fr-BE"/>
              <a:t>du 20.11.2023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94438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17667" y="134226"/>
            <a:ext cx="784887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BE" sz="5400" b="1" dirty="0">
                <a:solidFill>
                  <a:schemeClr val="accent2">
                    <a:lumMod val="75000"/>
                  </a:schemeClr>
                </a:solidFill>
              </a:rPr>
              <a:t>TABLE DES MATIERES</a:t>
            </a:r>
            <a:endParaRPr lang="fr-FR" sz="54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79512" y="908721"/>
            <a:ext cx="8246821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400" b="1" dirty="0"/>
              <a:t>1. BCSS : fonctionnement</a:t>
            </a:r>
          </a:p>
          <a:p>
            <a:r>
              <a:rPr lang="fr-BE" sz="2000" dirty="0"/>
              <a:t>	</a:t>
            </a:r>
            <a:r>
              <a:rPr lang="fr-BE" sz="2200" dirty="0"/>
              <a:t>Schéma du réseau 					</a:t>
            </a:r>
            <a:r>
              <a:rPr lang="fr-BE" dirty="0"/>
              <a:t>4</a:t>
            </a:r>
          </a:p>
          <a:p>
            <a:r>
              <a:rPr lang="fr-BE" sz="2200" dirty="0"/>
              <a:t>	L’extranet de la sécurité sociale				</a:t>
            </a:r>
            <a:r>
              <a:rPr lang="fr-BE" dirty="0"/>
              <a:t>5</a:t>
            </a:r>
          </a:p>
          <a:p>
            <a:r>
              <a:rPr lang="fr-BE" sz="2400" b="1" dirty="0"/>
              <a:t>2. DRS</a:t>
            </a:r>
          </a:p>
          <a:p>
            <a:r>
              <a:rPr lang="fr-BE" sz="2000" dirty="0"/>
              <a:t>	</a:t>
            </a:r>
            <a:r>
              <a:rPr lang="fr-BE" sz="2200" dirty="0"/>
              <a:t>DRS &amp; Horizon						</a:t>
            </a:r>
            <a:r>
              <a:rPr lang="fr-BE" dirty="0"/>
              <a:t>12</a:t>
            </a:r>
          </a:p>
          <a:p>
            <a:r>
              <a:rPr lang="fr-BE" sz="2400" b="1" dirty="0"/>
              <a:t>3. Flux L500</a:t>
            </a:r>
          </a:p>
          <a:p>
            <a:r>
              <a:rPr lang="fr-BE" sz="2000" dirty="0"/>
              <a:t>	</a:t>
            </a:r>
            <a:r>
              <a:rPr lang="fr-BE" sz="2200" dirty="0"/>
              <a:t>Flux L500						</a:t>
            </a:r>
            <a:r>
              <a:rPr lang="fr-BE" dirty="0"/>
              <a:t>15</a:t>
            </a:r>
          </a:p>
          <a:p>
            <a:r>
              <a:rPr lang="fr-BE" sz="2200" dirty="0"/>
              <a:t>	Tâche « Traiter L500 reçu »				</a:t>
            </a:r>
            <a:r>
              <a:rPr lang="fr-BE" dirty="0"/>
              <a:t>16</a:t>
            </a:r>
          </a:p>
          <a:p>
            <a:r>
              <a:rPr lang="fr-BE" sz="2200" dirty="0"/>
              <a:t>	Tâche « Paiements bloqués – L500			</a:t>
            </a:r>
            <a:r>
              <a:rPr lang="fr-BE" dirty="0"/>
              <a:t>17</a:t>
            </a:r>
          </a:p>
          <a:p>
            <a:r>
              <a:rPr lang="fr-BE" sz="2200" dirty="0"/>
              <a:t>	Tâche « L500 »						</a:t>
            </a:r>
            <a:r>
              <a:rPr lang="fr-BE" dirty="0"/>
              <a:t>19</a:t>
            </a:r>
          </a:p>
          <a:p>
            <a:r>
              <a:rPr lang="fr-BE" sz="2200" dirty="0"/>
              <a:t>	AGR, CT, Activa &amp; L500</a:t>
            </a:r>
            <a:r>
              <a:rPr lang="fr-BE" sz="2000" dirty="0"/>
              <a:t>					</a:t>
            </a:r>
            <a:r>
              <a:rPr lang="fr-BE" dirty="0"/>
              <a:t>21</a:t>
            </a:r>
          </a:p>
          <a:p>
            <a:pPr lvl="0"/>
            <a:r>
              <a:rPr lang="fr-BE" sz="2400" b="1" dirty="0">
                <a:solidFill>
                  <a:prstClr val="black"/>
                </a:solidFill>
              </a:rPr>
              <a:t>4. Flux L710</a:t>
            </a:r>
            <a:r>
              <a:rPr lang="fr-BE" sz="2600" dirty="0">
                <a:solidFill>
                  <a:prstClr val="black"/>
                </a:solidFill>
              </a:rPr>
              <a:t>	</a:t>
            </a:r>
            <a:r>
              <a:rPr lang="fr-BE" sz="2400" dirty="0">
                <a:solidFill>
                  <a:prstClr val="black"/>
                </a:solidFill>
              </a:rPr>
              <a:t>						</a:t>
            </a:r>
          </a:p>
          <a:p>
            <a:r>
              <a:rPr lang="fr-BE" sz="2000" dirty="0"/>
              <a:t>	</a:t>
            </a:r>
            <a:r>
              <a:rPr lang="fr-BE" sz="2200" dirty="0"/>
              <a:t>Calcul du PP                                                                               </a:t>
            </a:r>
            <a:r>
              <a:rPr lang="fr-BE" dirty="0"/>
              <a:t>23</a:t>
            </a:r>
            <a:endParaRPr lang="fr-BE" b="1" dirty="0"/>
          </a:p>
          <a:p>
            <a:r>
              <a:rPr lang="fr-BE" sz="2400" b="1" dirty="0"/>
              <a:t>5. Flux A950</a:t>
            </a:r>
            <a:r>
              <a:rPr lang="fr-BE" sz="2400" dirty="0"/>
              <a:t>							</a:t>
            </a:r>
          </a:p>
          <a:p>
            <a:r>
              <a:rPr lang="fr-BE" sz="2000" dirty="0"/>
              <a:t>	</a:t>
            </a:r>
            <a:r>
              <a:rPr lang="fr-BE" sz="2200" dirty="0"/>
              <a:t>DIMONA						</a:t>
            </a:r>
            <a:r>
              <a:rPr lang="fr-BE" dirty="0"/>
              <a:t>25</a:t>
            </a:r>
          </a:p>
          <a:p>
            <a:r>
              <a:rPr lang="fr-BE" sz="2200" dirty="0"/>
              <a:t>	Tâche « Contradiction avec Dimona »</a:t>
            </a:r>
            <a:r>
              <a:rPr lang="fr-BE" sz="2000" dirty="0"/>
              <a:t>		</a:t>
            </a:r>
            <a:r>
              <a:rPr lang="fr-BE" sz="2000"/>
              <a:t>	</a:t>
            </a:r>
            <a:r>
              <a:rPr lang="fr-BE"/>
              <a:t>26</a:t>
            </a:r>
            <a:endParaRPr lang="fr-BE" dirty="0"/>
          </a:p>
          <a:p>
            <a:endParaRPr lang="fr-BE" sz="2000" dirty="0"/>
          </a:p>
          <a:p>
            <a:pPr marL="342900" indent="-342900">
              <a:buAutoNum type="arabicPeriod"/>
            </a:pPr>
            <a:endParaRPr lang="fr-BE" sz="2400" dirty="0"/>
          </a:p>
          <a:p>
            <a:pPr marL="342900" indent="-342900">
              <a:buAutoNum type="arabicPeriod"/>
            </a:pPr>
            <a:endParaRPr lang="fr-BE" sz="24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89135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38EC8B2-7517-424F-919F-38A989DF32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BE" sz="6700" i="1" dirty="0"/>
              <a:t>1.</a:t>
            </a:r>
            <a:r>
              <a:rPr lang="fr-BE" sz="6700" b="1" i="1" dirty="0">
                <a:solidFill>
                  <a:schemeClr val="accent2">
                    <a:lumMod val="75000"/>
                  </a:schemeClr>
                </a:solidFill>
              </a:rPr>
              <a:t> B</a:t>
            </a:r>
            <a:r>
              <a:rPr lang="fr-BE" sz="6700" i="1" dirty="0"/>
              <a:t>anque </a:t>
            </a:r>
            <a:r>
              <a:rPr lang="fr-BE" sz="6700" b="1" i="1" dirty="0">
                <a:solidFill>
                  <a:schemeClr val="accent2">
                    <a:lumMod val="75000"/>
                  </a:schemeClr>
                </a:solidFill>
              </a:rPr>
              <a:t>C</a:t>
            </a:r>
            <a:r>
              <a:rPr lang="fr-BE" sz="6700" i="1" dirty="0"/>
              <a:t>arrefour de la </a:t>
            </a:r>
            <a:r>
              <a:rPr lang="fr-BE" sz="6700" b="1" i="1" dirty="0">
                <a:solidFill>
                  <a:schemeClr val="accent2">
                    <a:lumMod val="75000"/>
                  </a:schemeClr>
                </a:solidFill>
              </a:rPr>
              <a:t>S</a:t>
            </a:r>
            <a:r>
              <a:rPr lang="fr-BE" sz="6700" i="1" dirty="0"/>
              <a:t>écurité </a:t>
            </a:r>
            <a:r>
              <a:rPr lang="fr-BE" sz="6700" b="1" i="1" dirty="0">
                <a:solidFill>
                  <a:schemeClr val="accent2">
                    <a:lumMod val="75000"/>
                  </a:schemeClr>
                </a:solidFill>
              </a:rPr>
              <a:t>S</a:t>
            </a:r>
            <a:r>
              <a:rPr lang="fr-BE" sz="6700" i="1" dirty="0"/>
              <a:t>ociale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8876952-92AF-44D5-A6A9-17321F770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9471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Line 17"/>
          <p:cNvSpPr>
            <a:spLocks noChangeShapeType="1"/>
          </p:cNvSpPr>
          <p:nvPr/>
        </p:nvSpPr>
        <p:spPr bwMode="auto">
          <a:xfrm>
            <a:off x="4343400" y="4830763"/>
            <a:ext cx="0" cy="3048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BE" dirty="0"/>
          </a:p>
        </p:txBody>
      </p:sp>
      <p:sp>
        <p:nvSpPr>
          <p:cNvPr id="20483" name="Line 18"/>
          <p:cNvSpPr>
            <a:spLocks noChangeShapeType="1"/>
          </p:cNvSpPr>
          <p:nvPr/>
        </p:nvSpPr>
        <p:spPr bwMode="auto">
          <a:xfrm>
            <a:off x="4267200" y="4906963"/>
            <a:ext cx="609600" cy="22860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BE" dirty="0"/>
          </a:p>
        </p:txBody>
      </p:sp>
      <p:sp>
        <p:nvSpPr>
          <p:cNvPr id="20484" name="Line 19"/>
          <p:cNvSpPr>
            <a:spLocks noChangeShapeType="1"/>
          </p:cNvSpPr>
          <p:nvPr/>
        </p:nvSpPr>
        <p:spPr bwMode="auto">
          <a:xfrm>
            <a:off x="2971800" y="3840163"/>
            <a:ext cx="3048000" cy="0"/>
          </a:xfrm>
          <a:prstGeom prst="line">
            <a:avLst/>
          </a:prstGeom>
          <a:noFill/>
          <a:ln w="254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fr-BE" dirty="0"/>
          </a:p>
        </p:txBody>
      </p:sp>
      <p:grpSp>
        <p:nvGrpSpPr>
          <p:cNvPr id="20485" name="Group 33"/>
          <p:cNvGrpSpPr>
            <a:grpSpLocks/>
          </p:cNvGrpSpPr>
          <p:nvPr/>
        </p:nvGrpSpPr>
        <p:grpSpPr bwMode="auto">
          <a:xfrm>
            <a:off x="1905000" y="2544763"/>
            <a:ext cx="4876800" cy="2705100"/>
            <a:chOff x="1200" y="1296"/>
            <a:chExt cx="3072" cy="1704"/>
          </a:xfrm>
        </p:grpSpPr>
        <p:sp>
          <p:nvSpPr>
            <p:cNvPr id="26658" name="Oval 34"/>
            <p:cNvSpPr>
              <a:spLocks noChangeArrowheads="1"/>
            </p:cNvSpPr>
            <p:nvPr/>
          </p:nvSpPr>
          <p:spPr bwMode="auto">
            <a:xfrm>
              <a:off x="2112" y="1920"/>
              <a:ext cx="1232" cy="352"/>
            </a:xfrm>
            <a:prstGeom prst="ellipse">
              <a:avLst/>
            </a:prstGeom>
            <a:solidFill>
              <a:schemeClr val="tx1"/>
            </a:solidFill>
            <a:ln w="12700">
              <a:noFill/>
              <a:round/>
              <a:headEnd/>
              <a:tailEnd/>
            </a:ln>
            <a:effectLst>
              <a:outerShdw dist="107763" dir="2700000" algn="ctr" rotWithShape="0">
                <a:srgbClr val="00279F"/>
              </a:outerShdw>
            </a:effectLst>
          </p:spPr>
          <p:txBody>
            <a:bodyPr wrap="none" lIns="90488" tIns="44450" rIns="90488" bIns="44450" anchor="ctr"/>
            <a:lstStyle/>
            <a:p>
              <a:pPr algn="ctr" eaLnBrk="0" fontAlgn="auto" hangingPunct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fr-BE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808080"/>
                    </a:outerShdw>
                  </a:effectLst>
                </a:rPr>
                <a:t>BCSS</a:t>
              </a:r>
            </a:p>
          </p:txBody>
        </p:sp>
        <p:grpSp>
          <p:nvGrpSpPr>
            <p:cNvPr id="20501" name="Group 35"/>
            <p:cNvGrpSpPr>
              <a:grpSpLocks/>
            </p:cNvGrpSpPr>
            <p:nvPr/>
          </p:nvGrpSpPr>
          <p:grpSpPr bwMode="auto">
            <a:xfrm>
              <a:off x="1200" y="1296"/>
              <a:ext cx="3072" cy="1704"/>
              <a:chOff x="1200" y="1296"/>
              <a:chExt cx="3072" cy="1704"/>
            </a:xfrm>
          </p:grpSpPr>
          <p:sp>
            <p:nvSpPr>
              <p:cNvPr id="20503" name="Oval 36"/>
              <p:cNvSpPr>
                <a:spLocks noChangeArrowheads="1"/>
              </p:cNvSpPr>
              <p:nvPr/>
            </p:nvSpPr>
            <p:spPr bwMode="auto">
              <a:xfrm>
                <a:off x="1296" y="1296"/>
                <a:ext cx="2976" cy="1632"/>
              </a:xfrm>
              <a:prstGeom prst="ellipse">
                <a:avLst/>
              </a:prstGeom>
              <a:noFill/>
              <a:ln w="22225">
                <a:solidFill>
                  <a:schemeClr val="tx1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fr-FR" dirty="0">
                  <a:latin typeface="Rockwell" pitchFamily="18" charset="0"/>
                </a:endParaRPr>
              </a:p>
            </p:txBody>
          </p:sp>
          <p:grpSp>
            <p:nvGrpSpPr>
              <p:cNvPr id="20504" name="Group 37"/>
              <p:cNvGrpSpPr>
                <a:grpSpLocks/>
              </p:cNvGrpSpPr>
              <p:nvPr/>
            </p:nvGrpSpPr>
            <p:grpSpPr bwMode="auto">
              <a:xfrm>
                <a:off x="1200" y="1392"/>
                <a:ext cx="2899" cy="1608"/>
                <a:chOff x="1200" y="1392"/>
                <a:chExt cx="2899" cy="1608"/>
              </a:xfrm>
            </p:grpSpPr>
            <p:sp>
              <p:nvSpPr>
                <p:cNvPr id="20505" name="Line 38"/>
                <p:cNvSpPr>
                  <a:spLocks noChangeShapeType="1"/>
                </p:cNvSpPr>
                <p:nvPr/>
              </p:nvSpPr>
              <p:spPr bwMode="auto">
                <a:xfrm flipV="1">
                  <a:off x="2448" y="2784"/>
                  <a:ext cx="288" cy="144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BE" dirty="0"/>
                </a:p>
              </p:txBody>
            </p:sp>
            <p:sp>
              <p:nvSpPr>
                <p:cNvPr id="20506" name="Line 39"/>
                <p:cNvSpPr>
                  <a:spLocks noChangeShapeType="1"/>
                </p:cNvSpPr>
                <p:nvPr/>
              </p:nvSpPr>
              <p:spPr bwMode="auto">
                <a:xfrm flipV="1">
                  <a:off x="1392" y="2112"/>
                  <a:ext cx="144" cy="24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BE" dirty="0"/>
                </a:p>
              </p:txBody>
            </p:sp>
            <p:sp>
              <p:nvSpPr>
                <p:cNvPr id="20507" name="Line 40"/>
                <p:cNvSpPr>
                  <a:spLocks noChangeShapeType="1"/>
                </p:cNvSpPr>
                <p:nvPr/>
              </p:nvSpPr>
              <p:spPr bwMode="auto">
                <a:xfrm>
                  <a:off x="1392" y="1824"/>
                  <a:ext cx="144" cy="288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BE" dirty="0"/>
                </a:p>
              </p:txBody>
            </p:sp>
            <p:sp>
              <p:nvSpPr>
                <p:cNvPr id="20508" name="Line 41"/>
                <p:cNvSpPr>
                  <a:spLocks noChangeShapeType="1"/>
                </p:cNvSpPr>
                <p:nvPr/>
              </p:nvSpPr>
              <p:spPr bwMode="auto">
                <a:xfrm>
                  <a:off x="1344" y="2112"/>
                  <a:ext cx="336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BE" dirty="0"/>
                </a:p>
              </p:txBody>
            </p:sp>
            <p:sp>
              <p:nvSpPr>
                <p:cNvPr id="20509" name="Oval 42"/>
                <p:cNvSpPr>
                  <a:spLocks noChangeArrowheads="1"/>
                </p:cNvSpPr>
                <p:nvPr/>
              </p:nvSpPr>
              <p:spPr bwMode="auto">
                <a:xfrm>
                  <a:off x="1776" y="1584"/>
                  <a:ext cx="2016" cy="1008"/>
                </a:xfrm>
                <a:prstGeom prst="ellipse">
                  <a:avLst/>
                </a:prstGeom>
                <a:noFill/>
                <a:ln w="22225">
                  <a:solidFill>
                    <a:schemeClr val="tx1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FR" dirty="0">
                    <a:latin typeface="Rockwell" pitchFamily="18" charset="0"/>
                  </a:endParaRPr>
                </a:p>
              </p:txBody>
            </p:sp>
            <p:sp>
              <p:nvSpPr>
                <p:cNvPr id="20510" name="Line 43"/>
                <p:cNvSpPr>
                  <a:spLocks noChangeShapeType="1"/>
                </p:cNvSpPr>
                <p:nvPr/>
              </p:nvSpPr>
              <p:spPr bwMode="auto">
                <a:xfrm rot="-5400000">
                  <a:off x="2112" y="2112"/>
                  <a:ext cx="1248" cy="0"/>
                </a:xfrm>
                <a:prstGeom prst="line">
                  <a:avLst/>
                </a:prstGeom>
                <a:noFill/>
                <a:ln w="254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fr-BE" dirty="0"/>
                </a:p>
              </p:txBody>
            </p:sp>
            <p:grpSp>
              <p:nvGrpSpPr>
                <p:cNvPr id="20511" name="Group 44"/>
                <p:cNvGrpSpPr>
                  <a:grpSpLocks/>
                </p:cNvGrpSpPr>
                <p:nvPr/>
              </p:nvGrpSpPr>
              <p:grpSpPr bwMode="auto">
                <a:xfrm>
                  <a:off x="1536" y="1920"/>
                  <a:ext cx="480" cy="360"/>
                  <a:chOff x="2448" y="1392"/>
                  <a:chExt cx="480" cy="360"/>
                </a:xfrm>
              </p:grpSpPr>
              <p:sp>
                <p:nvSpPr>
                  <p:cNvPr id="20526" name="Oval 45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1392"/>
                    <a:ext cx="480" cy="3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00"/>
                      </a:gs>
                      <a:gs pos="100000">
                        <a:srgbClr val="CCCC00"/>
                      </a:gs>
                    </a:gsLst>
                    <a:path path="rect">
                      <a:fillToRect r="100000" b="100000"/>
                    </a:path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fr-FR" dirty="0">
                      <a:latin typeface="Rockwell" pitchFamily="18" charset="0"/>
                    </a:endParaRPr>
                  </a:p>
                </p:txBody>
              </p:sp>
              <p:sp>
                <p:nvSpPr>
                  <p:cNvPr id="20527" name="Text Box 4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96" y="1440"/>
                    <a:ext cx="392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nl-BE" sz="2000" b="1" dirty="0"/>
                      <a:t>CIN</a:t>
                    </a:r>
                    <a:endParaRPr lang="nl-NL" sz="2000" b="1" dirty="0"/>
                  </a:p>
                </p:txBody>
              </p:sp>
            </p:grpSp>
            <p:grpSp>
              <p:nvGrpSpPr>
                <p:cNvPr id="20512" name="Group 47"/>
                <p:cNvGrpSpPr>
                  <a:grpSpLocks/>
                </p:cNvGrpSpPr>
                <p:nvPr/>
              </p:nvGrpSpPr>
              <p:grpSpPr bwMode="auto">
                <a:xfrm>
                  <a:off x="3530" y="1920"/>
                  <a:ext cx="569" cy="360"/>
                  <a:chOff x="2426" y="1392"/>
                  <a:chExt cx="569" cy="360"/>
                </a:xfrm>
              </p:grpSpPr>
              <p:sp>
                <p:nvSpPr>
                  <p:cNvPr id="20524" name="Oval 48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1392"/>
                    <a:ext cx="480" cy="3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00"/>
                      </a:gs>
                      <a:gs pos="100000">
                        <a:srgbClr val="CCCC00"/>
                      </a:gs>
                    </a:gsLst>
                    <a:path path="rect">
                      <a:fillToRect r="100000" b="100000"/>
                    </a:path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fr-FR" dirty="0">
                      <a:latin typeface="Rockwell" pitchFamily="18" charset="0"/>
                    </a:endParaRPr>
                  </a:p>
                </p:txBody>
              </p:sp>
              <p:sp>
                <p:nvSpPr>
                  <p:cNvPr id="20525" name="Text Box 4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26" y="1440"/>
                    <a:ext cx="569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nl-BE" sz="2000" b="1" dirty="0"/>
                      <a:t>INAMI</a:t>
                    </a:r>
                    <a:endParaRPr lang="nl-NL" sz="2000" b="1" dirty="0"/>
                  </a:p>
                </p:txBody>
              </p:sp>
            </p:grpSp>
            <p:grpSp>
              <p:nvGrpSpPr>
                <p:cNvPr id="20513" name="Group 50"/>
                <p:cNvGrpSpPr>
                  <a:grpSpLocks/>
                </p:cNvGrpSpPr>
                <p:nvPr/>
              </p:nvGrpSpPr>
              <p:grpSpPr bwMode="auto">
                <a:xfrm>
                  <a:off x="2433" y="2448"/>
                  <a:ext cx="605" cy="360"/>
                  <a:chOff x="2385" y="1392"/>
                  <a:chExt cx="605" cy="360"/>
                </a:xfrm>
              </p:grpSpPr>
              <p:sp>
                <p:nvSpPr>
                  <p:cNvPr id="20522" name="Oval 51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1392"/>
                    <a:ext cx="480" cy="3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00"/>
                      </a:gs>
                      <a:gs pos="100000">
                        <a:srgbClr val="CCCC00"/>
                      </a:gs>
                    </a:gsLst>
                    <a:path path="rect">
                      <a:fillToRect r="100000" b="100000"/>
                    </a:path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fr-FR" dirty="0">
                      <a:latin typeface="Rockwell" pitchFamily="18" charset="0"/>
                    </a:endParaRPr>
                  </a:p>
                </p:txBody>
              </p:sp>
              <p:sp>
                <p:nvSpPr>
                  <p:cNvPr id="20523" name="Text Box 5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385" y="1440"/>
                    <a:ext cx="605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nl-BE" sz="2000" b="1" dirty="0"/>
                      <a:t>ONEm</a:t>
                    </a:r>
                    <a:endParaRPr lang="nl-NL" sz="2000" b="1" dirty="0"/>
                  </a:p>
                </p:txBody>
              </p:sp>
            </p:grpSp>
            <p:sp>
              <p:nvSpPr>
                <p:cNvPr id="20514" name="Oval 53"/>
                <p:cNvSpPr>
                  <a:spLocks noChangeArrowheads="1"/>
                </p:cNvSpPr>
                <p:nvPr/>
              </p:nvSpPr>
              <p:spPr bwMode="auto">
                <a:xfrm>
                  <a:off x="1296" y="1728"/>
                  <a:ext cx="192" cy="16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CCCC00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fr-FR" dirty="0">
                    <a:latin typeface="Rockwell" pitchFamily="18" charset="0"/>
                  </a:endParaRPr>
                </a:p>
              </p:txBody>
            </p:sp>
            <p:sp>
              <p:nvSpPr>
                <p:cNvPr id="20515" name="Oval 54"/>
                <p:cNvSpPr>
                  <a:spLocks noChangeArrowheads="1"/>
                </p:cNvSpPr>
                <p:nvPr/>
              </p:nvSpPr>
              <p:spPr bwMode="auto">
                <a:xfrm>
                  <a:off x="1200" y="2016"/>
                  <a:ext cx="192" cy="16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CCCC00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fr-FR" dirty="0">
                    <a:latin typeface="Rockwell" pitchFamily="18" charset="0"/>
                  </a:endParaRPr>
                </a:p>
              </p:txBody>
            </p:sp>
            <p:sp>
              <p:nvSpPr>
                <p:cNvPr id="20516" name="Oval 55"/>
                <p:cNvSpPr>
                  <a:spLocks noChangeArrowheads="1"/>
                </p:cNvSpPr>
                <p:nvPr/>
              </p:nvSpPr>
              <p:spPr bwMode="auto">
                <a:xfrm>
                  <a:off x="1296" y="2304"/>
                  <a:ext cx="192" cy="16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CCCC00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fr-FR" dirty="0">
                    <a:latin typeface="Rockwell" pitchFamily="18" charset="0"/>
                  </a:endParaRPr>
                </a:p>
              </p:txBody>
            </p:sp>
            <p:sp>
              <p:nvSpPr>
                <p:cNvPr id="20517" name="Oval 56"/>
                <p:cNvSpPr>
                  <a:spLocks noChangeArrowheads="1"/>
                </p:cNvSpPr>
                <p:nvPr/>
              </p:nvSpPr>
              <p:spPr bwMode="auto">
                <a:xfrm>
                  <a:off x="2352" y="2832"/>
                  <a:ext cx="192" cy="16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CCCC00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fr-FR" dirty="0">
                    <a:latin typeface="Rockwell" pitchFamily="18" charset="0"/>
                  </a:endParaRPr>
                </a:p>
              </p:txBody>
            </p:sp>
            <p:sp>
              <p:nvSpPr>
                <p:cNvPr id="20518" name="Oval 57"/>
                <p:cNvSpPr>
                  <a:spLocks noChangeArrowheads="1"/>
                </p:cNvSpPr>
                <p:nvPr/>
              </p:nvSpPr>
              <p:spPr bwMode="auto">
                <a:xfrm>
                  <a:off x="2976" y="2832"/>
                  <a:ext cx="192" cy="168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00"/>
                    </a:gs>
                    <a:gs pos="100000">
                      <a:srgbClr val="CCCC00"/>
                    </a:gs>
                  </a:gsLst>
                  <a:path path="rect">
                    <a:fillToRect r="100000" b="100000"/>
                  </a:path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fr-FR" dirty="0">
                    <a:latin typeface="Rockwell" pitchFamily="18" charset="0"/>
                  </a:endParaRPr>
                </a:p>
              </p:txBody>
            </p:sp>
            <p:grpSp>
              <p:nvGrpSpPr>
                <p:cNvPr id="20519" name="Group 58"/>
                <p:cNvGrpSpPr>
                  <a:grpSpLocks/>
                </p:cNvGrpSpPr>
                <p:nvPr/>
              </p:nvGrpSpPr>
              <p:grpSpPr bwMode="auto">
                <a:xfrm>
                  <a:off x="2406" y="1392"/>
                  <a:ext cx="570" cy="360"/>
                  <a:chOff x="2406" y="1392"/>
                  <a:chExt cx="570" cy="360"/>
                </a:xfrm>
              </p:grpSpPr>
              <p:sp>
                <p:nvSpPr>
                  <p:cNvPr id="20520" name="Oval 59"/>
                  <p:cNvSpPr>
                    <a:spLocks noChangeArrowheads="1"/>
                  </p:cNvSpPr>
                  <p:nvPr/>
                </p:nvSpPr>
                <p:spPr bwMode="auto">
                  <a:xfrm>
                    <a:off x="2448" y="1392"/>
                    <a:ext cx="480" cy="360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FFFF00"/>
                      </a:gs>
                      <a:gs pos="100000">
                        <a:srgbClr val="CCCC00"/>
                      </a:gs>
                    </a:gsLst>
                    <a:path path="rect">
                      <a:fillToRect r="100000" b="100000"/>
                    </a:path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endParaRPr lang="fr-FR" dirty="0">
                      <a:latin typeface="Rockwell" pitchFamily="18" charset="0"/>
                    </a:endParaRPr>
                  </a:p>
                </p:txBody>
              </p:sp>
              <p:sp>
                <p:nvSpPr>
                  <p:cNvPr id="20521" name="Text Box 60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406" y="1430"/>
                    <a:ext cx="570" cy="250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>
                    <a:spAutoFit/>
                  </a:bodyPr>
                  <a:lstStyle>
                    <a:lvl1pPr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1pPr>
                    <a:lvl2pPr marL="742950" indent="-28575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2pPr>
                    <a:lvl3pPr marL="11430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3pPr>
                    <a:lvl4pPr marL="16002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4pPr>
                    <a:lvl5pPr marL="2057400" indent="-228600" eaLnBrk="0" hangingPunct="0"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charset="0"/>
                      </a:defRPr>
                    </a:lvl9pPr>
                  </a:lstStyle>
                  <a:p>
                    <a:pPr eaLnBrk="1" hangingPunct="1"/>
                    <a:r>
                      <a:rPr lang="nl-BE" sz="2000" b="1" dirty="0"/>
                      <a:t>ONSS</a:t>
                    </a:r>
                    <a:endParaRPr lang="nl-NL" sz="2000" b="1" dirty="0"/>
                  </a:p>
                </p:txBody>
              </p:sp>
            </p:grpSp>
          </p:grpSp>
        </p:grpSp>
        <p:sp>
          <p:nvSpPr>
            <p:cNvPr id="20502" name="Oval 61"/>
            <p:cNvSpPr>
              <a:spLocks noChangeArrowheads="1"/>
            </p:cNvSpPr>
            <p:nvPr/>
          </p:nvSpPr>
          <p:spPr bwMode="auto">
            <a:xfrm>
              <a:off x="2640" y="2832"/>
              <a:ext cx="192" cy="168"/>
            </a:xfrm>
            <a:prstGeom prst="ellipse">
              <a:avLst/>
            </a:prstGeom>
            <a:gradFill rotWithShape="0">
              <a:gsLst>
                <a:gs pos="0">
                  <a:srgbClr val="FFFF00"/>
                </a:gs>
                <a:gs pos="100000">
                  <a:srgbClr val="CCCC00"/>
                </a:gs>
              </a:gsLst>
              <a:path path="rect">
                <a:fillToRect r="100000" b="10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fr-FR" dirty="0">
                <a:latin typeface="Rockwell" pitchFamily="18" charset="0"/>
              </a:endParaRPr>
            </a:p>
          </p:txBody>
        </p:sp>
      </p:grpSp>
      <p:grpSp>
        <p:nvGrpSpPr>
          <p:cNvPr id="20486" name="Group 70"/>
          <p:cNvGrpSpPr>
            <a:grpSpLocks/>
          </p:cNvGrpSpPr>
          <p:nvPr/>
        </p:nvGrpSpPr>
        <p:grpSpPr bwMode="auto">
          <a:xfrm>
            <a:off x="723900" y="1600200"/>
            <a:ext cx="7391400" cy="4664075"/>
            <a:chOff x="432" y="1027"/>
            <a:chExt cx="4656" cy="2938"/>
          </a:xfrm>
        </p:grpSpPr>
        <p:sp>
          <p:nvSpPr>
            <p:cNvPr id="20495" name="Text Box 71"/>
            <p:cNvSpPr txBox="1">
              <a:spLocks noChangeArrowheads="1"/>
            </p:cNvSpPr>
            <p:nvPr/>
          </p:nvSpPr>
          <p:spPr bwMode="auto">
            <a:xfrm>
              <a:off x="1872" y="3552"/>
              <a:ext cx="46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nl-NL" sz="3200" dirty="0">
                  <a:latin typeface="Arial Black" pitchFamily="34" charset="0"/>
                  <a:sym typeface="Webdings" pitchFamily="18" charset="2"/>
                </a:rPr>
                <a:t></a:t>
              </a:r>
              <a:r>
                <a:rPr lang="nl-BE" sz="3200" dirty="0">
                  <a:latin typeface="Arial Black" pitchFamily="34" charset="0"/>
                  <a:sym typeface="Webdings" pitchFamily="18" charset="2"/>
                </a:rPr>
                <a:t>  </a:t>
              </a:r>
              <a:endParaRPr lang="nl-NL" sz="3200" dirty="0">
                <a:latin typeface="Arial Black" pitchFamily="34" charset="0"/>
              </a:endParaRPr>
            </a:p>
          </p:txBody>
        </p:sp>
        <p:sp>
          <p:nvSpPr>
            <p:cNvPr id="20496" name="Oval 72"/>
            <p:cNvSpPr>
              <a:spLocks noChangeArrowheads="1"/>
            </p:cNvSpPr>
            <p:nvPr/>
          </p:nvSpPr>
          <p:spPr bwMode="auto">
            <a:xfrm>
              <a:off x="432" y="1027"/>
              <a:ext cx="4656" cy="2880"/>
            </a:xfrm>
            <a:prstGeom prst="ellipse">
              <a:avLst/>
            </a:prstGeom>
            <a:noFill/>
            <a:ln w="2222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fr-FR" dirty="0">
                <a:latin typeface="Rockwell" pitchFamily="18" charset="0"/>
              </a:endParaRPr>
            </a:p>
          </p:txBody>
        </p:sp>
        <p:sp>
          <p:nvSpPr>
            <p:cNvPr id="20497" name="Rectangle 73"/>
            <p:cNvSpPr>
              <a:spLocks noChangeArrowheads="1"/>
            </p:cNvSpPr>
            <p:nvPr/>
          </p:nvSpPr>
          <p:spPr bwMode="auto">
            <a:xfrm>
              <a:off x="3408" y="3600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nl-NL" sz="2400" dirty="0">
                  <a:latin typeface="Rockwell" pitchFamily="18" charset="0"/>
                  <a:sym typeface="Webdings" pitchFamily="18" charset="2"/>
                </a:rPr>
                <a:t></a:t>
              </a:r>
            </a:p>
          </p:txBody>
        </p:sp>
        <p:sp>
          <p:nvSpPr>
            <p:cNvPr id="20498" name="Text Box 74"/>
            <p:cNvSpPr txBox="1">
              <a:spLocks noChangeArrowheads="1"/>
            </p:cNvSpPr>
            <p:nvPr/>
          </p:nvSpPr>
          <p:spPr bwMode="auto">
            <a:xfrm>
              <a:off x="1584" y="3456"/>
              <a:ext cx="46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nl-NL" sz="3200" dirty="0">
                  <a:latin typeface="Arial Black" pitchFamily="34" charset="0"/>
                  <a:sym typeface="Webdings" pitchFamily="18" charset="2"/>
                </a:rPr>
                <a:t></a:t>
              </a:r>
              <a:r>
                <a:rPr lang="nl-BE" sz="3200" dirty="0">
                  <a:latin typeface="Arial Black" pitchFamily="34" charset="0"/>
                  <a:sym typeface="Webdings" pitchFamily="18" charset="2"/>
                </a:rPr>
                <a:t>  </a:t>
              </a:r>
              <a:endParaRPr lang="nl-NL" sz="3200" dirty="0">
                <a:latin typeface="Arial Black" pitchFamily="34" charset="0"/>
              </a:endParaRPr>
            </a:p>
          </p:txBody>
        </p:sp>
        <p:sp>
          <p:nvSpPr>
            <p:cNvPr id="20499" name="Text Box 75"/>
            <p:cNvSpPr txBox="1">
              <a:spLocks noChangeArrowheads="1"/>
            </p:cNvSpPr>
            <p:nvPr/>
          </p:nvSpPr>
          <p:spPr bwMode="auto">
            <a:xfrm>
              <a:off x="2222" y="3600"/>
              <a:ext cx="46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nl-NL" sz="3200" dirty="0">
                  <a:latin typeface="Arial Black" pitchFamily="34" charset="0"/>
                  <a:sym typeface="Webdings" pitchFamily="18" charset="2"/>
                </a:rPr>
                <a:t></a:t>
              </a:r>
              <a:r>
                <a:rPr lang="nl-BE" sz="3200" dirty="0">
                  <a:latin typeface="Arial Black" pitchFamily="34" charset="0"/>
                  <a:sym typeface="Webdings" pitchFamily="18" charset="2"/>
                </a:rPr>
                <a:t>  </a:t>
              </a:r>
              <a:endParaRPr lang="nl-NL" sz="3200" dirty="0">
                <a:latin typeface="Arial Black" pitchFamily="34" charset="0"/>
              </a:endParaRPr>
            </a:p>
          </p:txBody>
        </p:sp>
      </p:grpSp>
      <p:sp>
        <p:nvSpPr>
          <p:cNvPr id="20487" name="Text Box 76"/>
          <p:cNvSpPr txBox="1">
            <a:spLocks noChangeArrowheads="1"/>
          </p:cNvSpPr>
          <p:nvPr/>
        </p:nvSpPr>
        <p:spPr bwMode="auto">
          <a:xfrm>
            <a:off x="508854" y="1071265"/>
            <a:ext cx="2170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sz="2400" dirty="0">
                <a:latin typeface="Rockwell" pitchFamily="18" charset="0"/>
              </a:rPr>
              <a:t>Réseau primaire</a:t>
            </a:r>
          </a:p>
        </p:txBody>
      </p:sp>
      <p:sp>
        <p:nvSpPr>
          <p:cNvPr id="20488" name="Text Box 77"/>
          <p:cNvSpPr txBox="1">
            <a:spLocks noChangeArrowheads="1"/>
          </p:cNvSpPr>
          <p:nvPr/>
        </p:nvSpPr>
        <p:spPr bwMode="auto">
          <a:xfrm>
            <a:off x="3427412" y="1071265"/>
            <a:ext cx="2441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sz="2400" dirty="0">
                <a:latin typeface="Rockwell" pitchFamily="18" charset="0"/>
              </a:rPr>
              <a:t>Réseau secondaire</a:t>
            </a:r>
          </a:p>
        </p:txBody>
      </p:sp>
      <p:sp>
        <p:nvSpPr>
          <p:cNvPr id="20489" name="Text Box 78"/>
          <p:cNvSpPr txBox="1">
            <a:spLocks noChangeArrowheads="1"/>
          </p:cNvSpPr>
          <p:nvPr/>
        </p:nvSpPr>
        <p:spPr bwMode="auto">
          <a:xfrm>
            <a:off x="6400800" y="1055914"/>
            <a:ext cx="24823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fr-FR" sz="2400" dirty="0">
                <a:latin typeface="Rockwell" pitchFamily="18" charset="0"/>
              </a:rPr>
              <a:t>Réseau  tertiaire</a:t>
            </a:r>
          </a:p>
        </p:txBody>
      </p:sp>
      <p:sp>
        <p:nvSpPr>
          <p:cNvPr id="20490" name="Freeform 79"/>
          <p:cNvSpPr>
            <a:spLocks/>
          </p:cNvSpPr>
          <p:nvPr/>
        </p:nvSpPr>
        <p:spPr bwMode="auto">
          <a:xfrm>
            <a:off x="1524000" y="1600200"/>
            <a:ext cx="1752600" cy="1600200"/>
          </a:xfrm>
          <a:custGeom>
            <a:avLst/>
            <a:gdLst>
              <a:gd name="T0" fmla="*/ 0 w 1104"/>
              <a:gd name="T1" fmla="*/ 0 h 1200"/>
              <a:gd name="T2" fmla="*/ 0 w 1104"/>
              <a:gd name="T3" fmla="*/ 1088707454 h 1200"/>
              <a:gd name="T4" fmla="*/ 2147483647 w 1104"/>
              <a:gd name="T5" fmla="*/ 2147483647 h 1200"/>
              <a:gd name="T6" fmla="*/ 0 60000 65536"/>
              <a:gd name="T7" fmla="*/ 0 60000 65536"/>
              <a:gd name="T8" fmla="*/ 0 60000 65536"/>
              <a:gd name="T9" fmla="*/ 0 w 1104"/>
              <a:gd name="T10" fmla="*/ 0 h 1200"/>
              <a:gd name="T11" fmla="*/ 1104 w 1104"/>
              <a:gd name="T12" fmla="*/ 1200 h 1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04" h="1200">
                <a:moveTo>
                  <a:pt x="0" y="0"/>
                </a:moveTo>
                <a:lnTo>
                  <a:pt x="0" y="432"/>
                </a:lnTo>
                <a:lnTo>
                  <a:pt x="1104" y="1200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BE" dirty="0"/>
          </a:p>
        </p:txBody>
      </p:sp>
      <p:sp>
        <p:nvSpPr>
          <p:cNvPr id="20491" name="Line 80"/>
          <p:cNvSpPr>
            <a:spLocks noChangeShapeType="1"/>
          </p:cNvSpPr>
          <p:nvPr/>
        </p:nvSpPr>
        <p:spPr bwMode="auto">
          <a:xfrm flipH="1">
            <a:off x="4267200" y="1600200"/>
            <a:ext cx="0" cy="914399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BE" dirty="0"/>
          </a:p>
        </p:txBody>
      </p:sp>
      <p:sp>
        <p:nvSpPr>
          <p:cNvPr id="20492" name="Freeform 81"/>
          <p:cNvSpPr>
            <a:spLocks/>
          </p:cNvSpPr>
          <p:nvPr/>
        </p:nvSpPr>
        <p:spPr bwMode="auto">
          <a:xfrm>
            <a:off x="7143750" y="1600199"/>
            <a:ext cx="345823" cy="752475"/>
          </a:xfrm>
          <a:custGeom>
            <a:avLst/>
            <a:gdLst>
              <a:gd name="T0" fmla="*/ 604837545 w 240"/>
              <a:gd name="T1" fmla="*/ 0 h 672"/>
              <a:gd name="T2" fmla="*/ 604837545 w 240"/>
              <a:gd name="T3" fmla="*/ 1209674957 h 672"/>
              <a:gd name="T4" fmla="*/ 0 w 240"/>
              <a:gd name="T5" fmla="*/ 1693545178 h 672"/>
              <a:gd name="T6" fmla="*/ 0 60000 65536"/>
              <a:gd name="T7" fmla="*/ 0 60000 65536"/>
              <a:gd name="T8" fmla="*/ 0 60000 65536"/>
              <a:gd name="T9" fmla="*/ 0 w 240"/>
              <a:gd name="T10" fmla="*/ 0 h 672"/>
              <a:gd name="T11" fmla="*/ 240 w 240"/>
              <a:gd name="T12" fmla="*/ 672 h 67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672">
                <a:moveTo>
                  <a:pt x="240" y="0"/>
                </a:moveTo>
                <a:lnTo>
                  <a:pt x="240" y="480"/>
                </a:lnTo>
                <a:lnTo>
                  <a:pt x="0" y="672"/>
                </a:ln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fr-BE" dirty="0"/>
          </a:p>
        </p:txBody>
      </p:sp>
      <p:sp>
        <p:nvSpPr>
          <p:cNvPr id="26706" name="Rectangle 82"/>
          <p:cNvSpPr>
            <a:spLocks noGrp="1" noChangeArrowheads="1"/>
          </p:cNvSpPr>
          <p:nvPr>
            <p:ph type="title"/>
          </p:nvPr>
        </p:nvSpPr>
        <p:spPr>
          <a:xfrm>
            <a:off x="533400" y="304800"/>
            <a:ext cx="8001000" cy="533400"/>
          </a:xfrm>
        </p:spPr>
        <p:txBody>
          <a:bodyPr>
            <a:normAutofit fontScale="90000"/>
          </a:bodyPr>
          <a:lstStyle/>
          <a:p>
            <a:pPr marL="54864" indent="0" eaLnBrk="1" fontAlgn="auto" hangingPunct="1">
              <a:spcAft>
                <a:spcPts val="0"/>
              </a:spcAft>
              <a:defRPr/>
            </a:pPr>
            <a:r>
              <a:rPr lang="nl-BE" sz="2800" b="1" dirty="0">
                <a:solidFill>
                  <a:schemeClr val="tx1"/>
                </a:solidFill>
              </a:rPr>
              <a:t>  </a:t>
            </a:r>
            <a:r>
              <a:rPr lang="nl-BE" sz="4900" b="1" dirty="0"/>
              <a:t>S</a:t>
            </a:r>
            <a:r>
              <a:rPr lang="nl-BE" sz="4900" b="1" dirty="0">
                <a:solidFill>
                  <a:schemeClr val="tx1"/>
                </a:solidFill>
              </a:rPr>
              <a:t>chéma du  </a:t>
            </a:r>
            <a:r>
              <a:rPr lang="fr-BE" sz="4900" b="1" dirty="0">
                <a:solidFill>
                  <a:schemeClr val="tx1"/>
                </a:solidFill>
              </a:rPr>
              <a:t>réseau</a:t>
            </a:r>
            <a:r>
              <a:rPr lang="nl-BE" sz="4900" b="1" dirty="0">
                <a:solidFill>
                  <a:schemeClr val="tx1"/>
                </a:solidFill>
              </a:rPr>
              <a:t> </a:t>
            </a:r>
            <a:endParaRPr lang="nl-NL" sz="4900" b="1" dirty="0">
              <a:solidFill>
                <a:schemeClr val="tx1"/>
              </a:solidFill>
            </a:endParaRPr>
          </a:p>
        </p:txBody>
      </p:sp>
      <p:sp>
        <p:nvSpPr>
          <p:cNvPr id="20494" name="AutoShape 83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609600" cy="609600"/>
          </a:xfrm>
          <a:prstGeom prst="actionButtonReturn">
            <a:avLst/>
          </a:prstGeom>
          <a:noFill/>
          <a:ln w="952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fr-FR" dirty="0">
              <a:latin typeface="Rockwell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548657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7" grpId="0"/>
      <p:bldP spid="20488" grpId="0"/>
      <p:bldP spid="20489" grpId="0"/>
      <p:bldP spid="20490" grpId="0" animBg="1"/>
      <p:bldP spid="20491" grpId="0" animBg="1"/>
      <p:bldP spid="2049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18F248E-8374-4751-AB94-0CCB1798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1144AC6-D430-4C1B-B570-D5F99B4F86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4" y="136525"/>
            <a:ext cx="8817254" cy="6294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080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BCSS</a:t>
            </a:r>
          </a:p>
        </p:txBody>
      </p:sp>
      <p:sp>
        <p:nvSpPr>
          <p:cNvPr id="5" name="Text Box 6"/>
          <p:cNvSpPr txBox="1">
            <a:spLocks noGrp="1" noChangeArrowheads="1"/>
          </p:cNvSpPr>
          <p:nvPr>
            <p:ph idx="1"/>
          </p:nvPr>
        </p:nvSpPr>
        <p:spPr bwMode="auto">
          <a:xfrm>
            <a:off x="457200" y="1600200"/>
            <a:ext cx="8229600" cy="589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buFont typeface="Wingdings" panose="05000000000000000000" pitchFamily="2" charset="2"/>
              <a:buChar char="§"/>
            </a:pPr>
            <a:r>
              <a:rPr lang="fr-BE" sz="2600" dirty="0"/>
              <a:t>La BCSS fonctionne surtout sur base de </a:t>
            </a: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</a:rPr>
              <a:t>répertoires sectoriels</a:t>
            </a:r>
            <a:r>
              <a:rPr lang="fr-BE" sz="2600" dirty="0"/>
              <a:t>, complétés par les secteurs eux-mêmes.  </a:t>
            </a:r>
            <a:r>
              <a:rPr lang="fr-BE" sz="2600" dirty="0">
                <a:solidFill>
                  <a:srgbClr val="00B050"/>
                </a:solidFill>
              </a:rPr>
              <a:t> </a:t>
            </a:r>
          </a:p>
          <a:p>
            <a:pPr algn="l">
              <a:buFont typeface="Wingdings" panose="05000000000000000000" pitchFamily="2" charset="2"/>
              <a:buChar char="§"/>
            </a:pPr>
            <a:r>
              <a:rPr lang="fr-BE" sz="2600" dirty="0"/>
              <a:t>Un NISS est toujours repris de la même façon dans un répertoire sectoriel, mais le mode de « sortie »</a:t>
            </a:r>
            <a:r>
              <a:rPr lang="fr-FR" sz="2600" dirty="0"/>
              <a:t> </a:t>
            </a: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</a:rPr>
              <a:t>peut être différent selon la durée d’intégration.</a:t>
            </a:r>
            <a:endParaRPr lang="fr-FR" sz="26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358775" indent="0">
              <a:buNone/>
            </a:pPr>
            <a:r>
              <a:rPr lang="fr-BE" sz="2600" dirty="0"/>
              <a:t>Exemples</a:t>
            </a:r>
            <a:r>
              <a:rPr lang="fr-FR" sz="2600" dirty="0"/>
              <a:t>: </a:t>
            </a:r>
          </a:p>
          <a:p>
            <a:pPr marL="1101725" lvl="1">
              <a:buFont typeface="Wingdings" panose="05000000000000000000" pitchFamily="2" charset="2"/>
              <a:buChar char="Ø"/>
            </a:pPr>
            <a:r>
              <a:rPr lang="fr-BE" sz="2400" dirty="0"/>
              <a:t>maladie</a:t>
            </a:r>
            <a:r>
              <a:rPr lang="fr-FR" sz="2400" dirty="0"/>
              <a:t> jusqu’au décès ;</a:t>
            </a:r>
          </a:p>
          <a:p>
            <a:pPr marL="1101725" lvl="1">
              <a:buFont typeface="Wingdings" panose="05000000000000000000" pitchFamily="2" charset="2"/>
              <a:buChar char="Ø"/>
            </a:pPr>
            <a:r>
              <a:rPr lang="fr-BE" sz="2400" dirty="0"/>
              <a:t>chômage </a:t>
            </a:r>
            <a:r>
              <a:rPr lang="fr-FR" sz="2400" dirty="0"/>
              <a:t>jusqu’à la pension ;</a:t>
            </a:r>
          </a:p>
          <a:p>
            <a:pPr marL="1101725" lvl="1">
              <a:buFont typeface="Wingdings" panose="05000000000000000000" pitchFamily="2" charset="2"/>
              <a:buChar char="Ø"/>
            </a:pPr>
            <a:r>
              <a:rPr lang="fr-FR" sz="2400" dirty="0"/>
              <a:t>allocations familiales jusqu’à la fin du droit de caisse.</a:t>
            </a:r>
            <a:endParaRPr lang="fr-BE" sz="2400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sz="2600" dirty="0"/>
              <a:t>Lors de l’intégration, la BCSS ne sait jamais quel élément du réseau secondaire traite le dossier </a:t>
            </a:r>
            <a:r>
              <a:rPr lang="fr-FR" sz="2600" dirty="0"/>
              <a:t>(</a:t>
            </a:r>
            <a:r>
              <a:rPr lang="fr-BE" sz="2600" b="1" dirty="0">
                <a:solidFill>
                  <a:schemeClr val="accent2">
                    <a:lumMod val="75000"/>
                  </a:schemeClr>
                </a:solidFill>
              </a:rPr>
              <a:t>anonyme</a:t>
            </a:r>
            <a:r>
              <a:rPr lang="fr-FR" sz="2600" dirty="0"/>
              <a:t>).</a:t>
            </a:r>
          </a:p>
          <a:p>
            <a:endParaRPr lang="fr-FR" sz="2200" dirty="0"/>
          </a:p>
          <a:p>
            <a:pPr algn="l"/>
            <a:endParaRPr lang="fr-FR" b="1" dirty="0">
              <a:latin typeface="+mn-lt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833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747" name="Group 3"/>
          <p:cNvGrpSpPr>
            <a:grpSpLocks/>
          </p:cNvGrpSpPr>
          <p:nvPr/>
        </p:nvGrpSpPr>
        <p:grpSpPr bwMode="auto">
          <a:xfrm>
            <a:off x="5105400" y="5715000"/>
            <a:ext cx="1022350" cy="1143000"/>
            <a:chOff x="288" y="3600"/>
            <a:chExt cx="644" cy="720"/>
          </a:xfrm>
        </p:grpSpPr>
        <p:sp>
          <p:nvSpPr>
            <p:cNvPr id="31748" name="Text Box 4"/>
            <p:cNvSpPr txBox="1">
              <a:spLocks noChangeArrowheads="1"/>
            </p:cNvSpPr>
            <p:nvPr/>
          </p:nvSpPr>
          <p:spPr bwMode="auto">
            <a:xfrm>
              <a:off x="288" y="3628"/>
              <a:ext cx="644" cy="6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fr-FR" sz="6600" dirty="0">
                  <a:sym typeface="Webdings" pitchFamily="18" charset="2"/>
                </a:rPr>
                <a:t></a:t>
              </a:r>
              <a:endParaRPr lang="fr-FR" sz="6600" dirty="0"/>
            </a:p>
          </p:txBody>
        </p:sp>
        <p:sp>
          <p:nvSpPr>
            <p:cNvPr id="31749" name="Text Box 5"/>
            <p:cNvSpPr txBox="1">
              <a:spLocks noChangeArrowheads="1"/>
            </p:cNvSpPr>
            <p:nvPr/>
          </p:nvSpPr>
          <p:spPr bwMode="auto">
            <a:xfrm>
              <a:off x="336" y="3600"/>
              <a:ext cx="538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l"/>
              <a:r>
                <a:rPr lang="fr-FR" sz="1600" b="1" dirty="0">
                  <a:latin typeface="Arial Rounded MT Bold" pitchFamily="34" charset="0"/>
                </a:rPr>
                <a:t>NISS 1</a:t>
              </a:r>
            </a:p>
          </p:txBody>
        </p:sp>
      </p:grpSp>
      <p:grpSp>
        <p:nvGrpSpPr>
          <p:cNvPr id="31750" name="Group 6"/>
          <p:cNvGrpSpPr>
            <a:grpSpLocks/>
          </p:cNvGrpSpPr>
          <p:nvPr/>
        </p:nvGrpSpPr>
        <p:grpSpPr bwMode="auto">
          <a:xfrm>
            <a:off x="4343400" y="228600"/>
            <a:ext cx="2362200" cy="914400"/>
            <a:chOff x="2544" y="144"/>
            <a:chExt cx="1488" cy="576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31751" name="Rectangle 7"/>
            <p:cNvSpPr>
              <a:spLocks noChangeArrowheads="1"/>
            </p:cNvSpPr>
            <p:nvPr/>
          </p:nvSpPr>
          <p:spPr bwMode="auto">
            <a:xfrm>
              <a:off x="2544" y="144"/>
              <a:ext cx="1488" cy="576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/>
              <a:endParaRPr lang="en-GB" b="1" dirty="0"/>
            </a:p>
          </p:txBody>
        </p:sp>
        <p:sp>
          <p:nvSpPr>
            <p:cNvPr id="31752" name="Text Box 8"/>
            <p:cNvSpPr txBox="1">
              <a:spLocks noChangeArrowheads="1"/>
            </p:cNvSpPr>
            <p:nvPr/>
          </p:nvSpPr>
          <p:spPr bwMode="auto">
            <a:xfrm>
              <a:off x="2847" y="192"/>
              <a:ext cx="916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b="1" dirty="0"/>
                <a:t>répertoire BCSS</a:t>
              </a:r>
            </a:p>
          </p:txBody>
        </p:sp>
        <p:sp>
          <p:nvSpPr>
            <p:cNvPr id="31753" name="Text Box 9"/>
            <p:cNvSpPr txBox="1">
              <a:spLocks noChangeArrowheads="1"/>
            </p:cNvSpPr>
            <p:nvPr/>
          </p:nvSpPr>
          <p:spPr bwMode="auto">
            <a:xfrm>
              <a:off x="3460" y="384"/>
              <a:ext cx="545" cy="33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dirty="0"/>
                <a:t>MALADIE</a:t>
              </a:r>
            </a:p>
            <a:p>
              <a:endParaRPr lang="fr-FR" sz="14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1754" name="Text Box 10"/>
            <p:cNvSpPr txBox="1">
              <a:spLocks noChangeArrowheads="1"/>
            </p:cNvSpPr>
            <p:nvPr/>
          </p:nvSpPr>
          <p:spPr bwMode="auto">
            <a:xfrm>
              <a:off x="2688" y="390"/>
              <a:ext cx="832" cy="330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dirty="0"/>
                <a:t>CHOMAGE</a:t>
              </a:r>
            </a:p>
            <a:p>
              <a:r>
                <a:rPr lang="fr-F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                  NISS1</a:t>
              </a:r>
            </a:p>
          </p:txBody>
        </p:sp>
      </p:grpSp>
      <p:grpSp>
        <p:nvGrpSpPr>
          <p:cNvPr id="31755" name="Group 11"/>
          <p:cNvGrpSpPr>
            <a:grpSpLocks/>
          </p:cNvGrpSpPr>
          <p:nvPr/>
        </p:nvGrpSpPr>
        <p:grpSpPr bwMode="auto">
          <a:xfrm>
            <a:off x="2590800" y="1600200"/>
            <a:ext cx="1905000" cy="685800"/>
            <a:chOff x="1680" y="1008"/>
            <a:chExt cx="1200" cy="432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31756" name="Rectangle 12"/>
            <p:cNvSpPr>
              <a:spLocks noChangeArrowheads="1"/>
            </p:cNvSpPr>
            <p:nvPr/>
          </p:nvSpPr>
          <p:spPr bwMode="auto">
            <a:xfrm>
              <a:off x="1680" y="1008"/>
              <a:ext cx="1200" cy="432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/>
              <a:endParaRPr lang="en-GB" b="1" dirty="0"/>
            </a:p>
          </p:txBody>
        </p:sp>
        <p:sp>
          <p:nvSpPr>
            <p:cNvPr id="31757" name="Text Box 13"/>
            <p:cNvSpPr txBox="1">
              <a:spLocks noChangeArrowheads="1"/>
            </p:cNvSpPr>
            <p:nvPr/>
          </p:nvSpPr>
          <p:spPr bwMode="auto">
            <a:xfrm>
              <a:off x="1824" y="1008"/>
              <a:ext cx="973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b="1" dirty="0"/>
                <a:t>répertoire ONEm</a:t>
              </a:r>
            </a:p>
          </p:txBody>
        </p:sp>
        <p:sp>
          <p:nvSpPr>
            <p:cNvPr id="31758" name="Text Box 14"/>
            <p:cNvSpPr txBox="1">
              <a:spLocks noChangeArrowheads="1"/>
            </p:cNvSpPr>
            <p:nvPr/>
          </p:nvSpPr>
          <p:spPr bwMode="auto">
            <a:xfrm>
              <a:off x="1881" y="1200"/>
              <a:ext cx="717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- NISS1 = CSC</a:t>
              </a:r>
            </a:p>
          </p:txBody>
        </p:sp>
      </p:grpSp>
      <p:cxnSp>
        <p:nvCxnSpPr>
          <p:cNvPr id="31759" name="AutoShape 15"/>
          <p:cNvCxnSpPr>
            <a:cxnSpLocks noChangeShapeType="1"/>
            <a:stCxn id="31794" idx="0"/>
            <a:endCxn id="31751" idx="3"/>
          </p:cNvCxnSpPr>
          <p:nvPr/>
        </p:nvCxnSpPr>
        <p:spPr bwMode="auto">
          <a:xfrm rot="16200000" flipV="1">
            <a:off x="6779835" y="611566"/>
            <a:ext cx="914400" cy="1062867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0" name="AutoShape 16"/>
          <p:cNvCxnSpPr>
            <a:cxnSpLocks noChangeShapeType="1"/>
            <a:stCxn id="31751" idx="1"/>
            <a:endCxn id="31756" idx="0"/>
          </p:cNvCxnSpPr>
          <p:nvPr/>
        </p:nvCxnSpPr>
        <p:spPr bwMode="auto">
          <a:xfrm rot="10800000" flipV="1">
            <a:off x="3543300" y="685800"/>
            <a:ext cx="800100" cy="9144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761" name="Group 17"/>
          <p:cNvGrpSpPr>
            <a:grpSpLocks/>
          </p:cNvGrpSpPr>
          <p:nvPr/>
        </p:nvGrpSpPr>
        <p:grpSpPr bwMode="auto">
          <a:xfrm>
            <a:off x="2590800" y="3124200"/>
            <a:ext cx="2133600" cy="612775"/>
            <a:chOff x="1344" y="1968"/>
            <a:chExt cx="1344" cy="386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31762" name="Rectangle 18"/>
            <p:cNvSpPr>
              <a:spLocks noChangeArrowheads="1"/>
            </p:cNvSpPr>
            <p:nvPr/>
          </p:nvSpPr>
          <p:spPr bwMode="auto">
            <a:xfrm>
              <a:off x="1344" y="1968"/>
              <a:ext cx="1344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/>
              <a:endParaRPr lang="en-GB" b="1" dirty="0"/>
            </a:p>
          </p:txBody>
        </p:sp>
        <p:sp>
          <p:nvSpPr>
            <p:cNvPr id="31763" name="Text Box 19"/>
            <p:cNvSpPr txBox="1">
              <a:spLocks noChangeArrowheads="1"/>
            </p:cNvSpPr>
            <p:nvPr/>
          </p:nvSpPr>
          <p:spPr bwMode="auto">
            <a:xfrm>
              <a:off x="1608" y="1968"/>
              <a:ext cx="859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b="1" dirty="0"/>
                <a:t>répertoire </a:t>
              </a:r>
              <a:r>
                <a:rPr lang="fr-BE" sz="1400" b="1" dirty="0"/>
                <a:t>CSC</a:t>
              </a:r>
              <a:endParaRPr lang="fr-FR" sz="1400" b="1" dirty="0"/>
            </a:p>
          </p:txBody>
        </p:sp>
        <p:sp>
          <p:nvSpPr>
            <p:cNvPr id="31764" name="Text Box 20"/>
            <p:cNvSpPr txBox="1">
              <a:spLocks noChangeArrowheads="1"/>
            </p:cNvSpPr>
            <p:nvPr/>
          </p:nvSpPr>
          <p:spPr bwMode="auto">
            <a:xfrm>
              <a:off x="1418" y="2160"/>
              <a:ext cx="1026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- NISS1 = OP Wallon</a:t>
              </a:r>
            </a:p>
          </p:txBody>
        </p:sp>
      </p:grpSp>
      <p:grpSp>
        <p:nvGrpSpPr>
          <p:cNvPr id="31765" name="Group 21"/>
          <p:cNvGrpSpPr>
            <a:grpSpLocks/>
          </p:cNvGrpSpPr>
          <p:nvPr/>
        </p:nvGrpSpPr>
        <p:grpSpPr bwMode="auto">
          <a:xfrm>
            <a:off x="6356351" y="3124200"/>
            <a:ext cx="2436813" cy="612775"/>
            <a:chOff x="4004" y="1968"/>
            <a:chExt cx="1535" cy="386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31766" name="Rectangle 22"/>
            <p:cNvSpPr>
              <a:spLocks noChangeArrowheads="1"/>
            </p:cNvSpPr>
            <p:nvPr/>
          </p:nvSpPr>
          <p:spPr bwMode="auto">
            <a:xfrm>
              <a:off x="4032" y="1968"/>
              <a:ext cx="1344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/>
              <a:endParaRPr lang="en-GB" b="1" dirty="0"/>
            </a:p>
          </p:txBody>
        </p:sp>
        <p:sp>
          <p:nvSpPr>
            <p:cNvPr id="31767" name="Text Box 23"/>
            <p:cNvSpPr txBox="1">
              <a:spLocks noChangeArrowheads="1"/>
            </p:cNvSpPr>
            <p:nvPr/>
          </p:nvSpPr>
          <p:spPr bwMode="auto">
            <a:xfrm>
              <a:off x="4157" y="1968"/>
              <a:ext cx="1382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b="1" dirty="0"/>
                <a:t>répertoire </a:t>
              </a:r>
              <a:r>
                <a:rPr lang="nl-BE" sz="1400" b="1" dirty="0"/>
                <a:t>Mutualité chrét.</a:t>
              </a:r>
              <a:endParaRPr lang="fr-FR" sz="1400" b="1" dirty="0"/>
            </a:p>
          </p:txBody>
        </p:sp>
        <p:sp>
          <p:nvSpPr>
            <p:cNvPr id="31768" name="Text Box 24"/>
            <p:cNvSpPr txBox="1">
              <a:spLocks noChangeArrowheads="1"/>
            </p:cNvSpPr>
            <p:nvPr/>
          </p:nvSpPr>
          <p:spPr bwMode="auto">
            <a:xfrm>
              <a:off x="4004" y="2160"/>
              <a:ext cx="1221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- NISS1 = </a:t>
              </a:r>
              <a:r>
                <a:rPr lang="fr-BE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Féd. de Namur</a:t>
              </a:r>
              <a:endParaRPr lang="fr-FR" sz="14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31769" name="Group 25"/>
          <p:cNvGrpSpPr>
            <a:grpSpLocks/>
          </p:cNvGrpSpPr>
          <p:nvPr/>
        </p:nvGrpSpPr>
        <p:grpSpPr bwMode="auto">
          <a:xfrm>
            <a:off x="2819402" y="4114800"/>
            <a:ext cx="2228851" cy="612775"/>
            <a:chOff x="1680" y="2592"/>
            <a:chExt cx="1404" cy="386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31770" name="Rectangle 26"/>
            <p:cNvSpPr>
              <a:spLocks noChangeArrowheads="1"/>
            </p:cNvSpPr>
            <p:nvPr/>
          </p:nvSpPr>
          <p:spPr bwMode="auto">
            <a:xfrm>
              <a:off x="1680" y="2592"/>
              <a:ext cx="1344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/>
              <a:endParaRPr lang="en-GB" b="1" dirty="0"/>
            </a:p>
          </p:txBody>
        </p:sp>
        <p:sp>
          <p:nvSpPr>
            <p:cNvPr id="31771" name="Text Box 27"/>
            <p:cNvSpPr txBox="1">
              <a:spLocks noChangeArrowheads="1"/>
            </p:cNvSpPr>
            <p:nvPr/>
          </p:nvSpPr>
          <p:spPr bwMode="auto">
            <a:xfrm>
              <a:off x="1839" y="2592"/>
              <a:ext cx="1245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b="1" dirty="0"/>
                <a:t>répertoire </a:t>
              </a:r>
              <a:r>
                <a:rPr lang="fr-BE" sz="1400" b="1" dirty="0"/>
                <a:t>CSC </a:t>
              </a:r>
              <a:r>
                <a:rPr lang="fr-FR" sz="1400" b="1" dirty="0"/>
                <a:t> OP Wall.</a:t>
              </a:r>
            </a:p>
          </p:txBody>
        </p:sp>
        <p:sp>
          <p:nvSpPr>
            <p:cNvPr id="31772" name="Text Box 28"/>
            <p:cNvSpPr txBox="1">
              <a:spLocks noChangeArrowheads="1"/>
            </p:cNvSpPr>
            <p:nvPr/>
          </p:nvSpPr>
          <p:spPr bwMode="auto">
            <a:xfrm>
              <a:off x="1832" y="2784"/>
              <a:ext cx="1031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- NISS1 = </a:t>
              </a:r>
              <a:r>
                <a:rPr lang="nl-BE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CdS Bouge</a:t>
              </a:r>
              <a:endParaRPr lang="fr-FR" sz="14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grpSp>
        <p:nvGrpSpPr>
          <p:cNvPr id="31773" name="Group 29"/>
          <p:cNvGrpSpPr>
            <a:grpSpLocks/>
          </p:cNvGrpSpPr>
          <p:nvPr/>
        </p:nvGrpSpPr>
        <p:grpSpPr bwMode="auto">
          <a:xfrm>
            <a:off x="3124200" y="5105400"/>
            <a:ext cx="2133600" cy="612775"/>
            <a:chOff x="1872" y="3216"/>
            <a:chExt cx="1344" cy="386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31774" name="Rectangle 30"/>
            <p:cNvSpPr>
              <a:spLocks noChangeArrowheads="1"/>
            </p:cNvSpPr>
            <p:nvPr/>
          </p:nvSpPr>
          <p:spPr bwMode="auto">
            <a:xfrm>
              <a:off x="1872" y="3216"/>
              <a:ext cx="1344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/>
              <a:endParaRPr lang="en-GB" b="1" dirty="0"/>
            </a:p>
          </p:txBody>
        </p:sp>
        <p:sp>
          <p:nvSpPr>
            <p:cNvPr id="31775" name="Text Box 31"/>
            <p:cNvSpPr txBox="1">
              <a:spLocks noChangeArrowheads="1"/>
            </p:cNvSpPr>
            <p:nvPr/>
          </p:nvSpPr>
          <p:spPr bwMode="auto">
            <a:xfrm>
              <a:off x="2036" y="3216"/>
              <a:ext cx="1110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b="1" dirty="0"/>
                <a:t>répertoire </a:t>
              </a:r>
              <a:r>
                <a:rPr lang="nl-BE" sz="1400" b="1" dirty="0"/>
                <a:t>CdS</a:t>
              </a:r>
              <a:r>
                <a:rPr lang="fr-FR" sz="1400" b="1" dirty="0"/>
                <a:t> Bouge</a:t>
              </a:r>
            </a:p>
          </p:txBody>
        </p:sp>
        <p:sp>
          <p:nvSpPr>
            <p:cNvPr id="31776" name="Text Box 32"/>
            <p:cNvSpPr txBox="1">
              <a:spLocks noChangeArrowheads="1"/>
            </p:cNvSpPr>
            <p:nvPr/>
          </p:nvSpPr>
          <p:spPr bwMode="auto">
            <a:xfrm>
              <a:off x="2302" y="3408"/>
              <a:ext cx="437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- NISS1</a:t>
              </a:r>
            </a:p>
          </p:txBody>
        </p:sp>
      </p:grpSp>
      <p:grpSp>
        <p:nvGrpSpPr>
          <p:cNvPr id="31777" name="Group 33"/>
          <p:cNvGrpSpPr>
            <a:grpSpLocks/>
          </p:cNvGrpSpPr>
          <p:nvPr/>
        </p:nvGrpSpPr>
        <p:grpSpPr bwMode="auto">
          <a:xfrm>
            <a:off x="5757868" y="4114800"/>
            <a:ext cx="2720978" cy="612775"/>
            <a:chOff x="3422" y="2592"/>
            <a:chExt cx="1714" cy="386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31778" name="Rectangle 34"/>
            <p:cNvSpPr>
              <a:spLocks noChangeArrowheads="1"/>
            </p:cNvSpPr>
            <p:nvPr/>
          </p:nvSpPr>
          <p:spPr bwMode="auto">
            <a:xfrm>
              <a:off x="3600" y="2592"/>
              <a:ext cx="1536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/>
              <a:endParaRPr lang="en-GB" b="1" dirty="0"/>
            </a:p>
          </p:txBody>
        </p:sp>
        <p:sp>
          <p:nvSpPr>
            <p:cNvPr id="31779" name="Text Box 35"/>
            <p:cNvSpPr txBox="1">
              <a:spLocks noChangeArrowheads="1"/>
            </p:cNvSpPr>
            <p:nvPr/>
          </p:nvSpPr>
          <p:spPr bwMode="auto">
            <a:xfrm>
              <a:off x="3422" y="2784"/>
              <a:ext cx="1635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- NISS1 = </a:t>
              </a:r>
              <a:r>
                <a:rPr lang="nl-BE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Département de Dinant</a:t>
              </a:r>
              <a:endParaRPr lang="fr-FR" sz="14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31780" name="Text Box 36"/>
            <p:cNvSpPr txBox="1">
              <a:spLocks noChangeArrowheads="1"/>
            </p:cNvSpPr>
            <p:nvPr/>
          </p:nvSpPr>
          <p:spPr bwMode="auto">
            <a:xfrm>
              <a:off x="3732" y="2592"/>
              <a:ext cx="1280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b="1" dirty="0"/>
                <a:t>répertoire </a:t>
              </a:r>
              <a:r>
                <a:rPr lang="nl-BE" sz="1400" b="1" dirty="0"/>
                <a:t>Féd.de Namur</a:t>
              </a:r>
              <a:endParaRPr lang="fr-FR" sz="1400" b="1" dirty="0"/>
            </a:p>
          </p:txBody>
        </p:sp>
      </p:grpSp>
      <p:grpSp>
        <p:nvGrpSpPr>
          <p:cNvPr id="31781" name="Group 37"/>
          <p:cNvGrpSpPr>
            <a:grpSpLocks/>
          </p:cNvGrpSpPr>
          <p:nvPr/>
        </p:nvGrpSpPr>
        <p:grpSpPr bwMode="auto">
          <a:xfrm>
            <a:off x="5937251" y="5105400"/>
            <a:ext cx="2190750" cy="612775"/>
            <a:chOff x="3552" y="3216"/>
            <a:chExt cx="1380" cy="386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31782" name="Rectangle 38"/>
            <p:cNvSpPr>
              <a:spLocks noChangeArrowheads="1"/>
            </p:cNvSpPr>
            <p:nvPr/>
          </p:nvSpPr>
          <p:spPr bwMode="auto">
            <a:xfrm>
              <a:off x="3552" y="3216"/>
              <a:ext cx="1344" cy="384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/>
              <a:endParaRPr lang="en-GB" b="1" dirty="0"/>
            </a:p>
          </p:txBody>
        </p:sp>
        <p:sp>
          <p:nvSpPr>
            <p:cNvPr id="31783" name="Text Box 39"/>
            <p:cNvSpPr txBox="1">
              <a:spLocks noChangeArrowheads="1"/>
            </p:cNvSpPr>
            <p:nvPr/>
          </p:nvSpPr>
          <p:spPr bwMode="auto">
            <a:xfrm>
              <a:off x="3982" y="3408"/>
              <a:ext cx="437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- NISS1</a:t>
              </a:r>
            </a:p>
          </p:txBody>
        </p:sp>
        <p:sp>
          <p:nvSpPr>
            <p:cNvPr id="31784" name="Text Box 40"/>
            <p:cNvSpPr txBox="1">
              <a:spLocks noChangeArrowheads="1"/>
            </p:cNvSpPr>
            <p:nvPr/>
          </p:nvSpPr>
          <p:spPr bwMode="auto">
            <a:xfrm>
              <a:off x="3613" y="3216"/>
              <a:ext cx="1319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b="1" dirty="0"/>
                <a:t>répertoire </a:t>
              </a:r>
              <a:r>
                <a:rPr lang="nl-BE" sz="1400" b="1" dirty="0"/>
                <a:t>Dép. de Dinant</a:t>
              </a:r>
              <a:endParaRPr lang="fr-FR" sz="1400" b="1" dirty="0"/>
            </a:p>
          </p:txBody>
        </p:sp>
      </p:grpSp>
      <p:cxnSp>
        <p:nvCxnSpPr>
          <p:cNvPr id="31785" name="AutoShape 41"/>
          <p:cNvCxnSpPr>
            <a:cxnSpLocks noChangeShapeType="1"/>
            <a:stCxn id="31764" idx="2"/>
            <a:endCxn id="31771" idx="0"/>
          </p:cNvCxnSpPr>
          <p:nvPr/>
        </p:nvCxnSpPr>
        <p:spPr bwMode="auto">
          <a:xfrm rot="16200000" flipH="1">
            <a:off x="3602436" y="3657201"/>
            <a:ext cx="377825" cy="537371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86" name="AutoShape 42"/>
          <p:cNvCxnSpPr>
            <a:cxnSpLocks noChangeShapeType="1"/>
            <a:stCxn id="31770" idx="2"/>
            <a:endCxn id="31774" idx="0"/>
          </p:cNvCxnSpPr>
          <p:nvPr/>
        </p:nvCxnSpPr>
        <p:spPr bwMode="auto">
          <a:xfrm rot="16200000" flipH="1">
            <a:off x="3848100" y="4762500"/>
            <a:ext cx="381000" cy="3048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87" name="AutoShape 43"/>
          <p:cNvCxnSpPr>
            <a:cxnSpLocks noChangeShapeType="1"/>
            <a:stCxn id="31756" idx="2"/>
            <a:endCxn id="31762" idx="0"/>
          </p:cNvCxnSpPr>
          <p:nvPr/>
        </p:nvCxnSpPr>
        <p:spPr bwMode="auto">
          <a:xfrm rot="16200000" flipH="1">
            <a:off x="3181350" y="2647950"/>
            <a:ext cx="838200" cy="1143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88" name="AutoShape 44"/>
          <p:cNvCxnSpPr>
            <a:cxnSpLocks noChangeShapeType="1"/>
            <a:stCxn id="31774" idx="2"/>
            <a:endCxn id="31748" idx="1"/>
          </p:cNvCxnSpPr>
          <p:nvPr/>
        </p:nvCxnSpPr>
        <p:spPr bwMode="auto">
          <a:xfrm rot="16200000" flipH="1">
            <a:off x="4351337" y="5554663"/>
            <a:ext cx="593725" cy="9144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89" name="AutoShape 45"/>
          <p:cNvCxnSpPr>
            <a:cxnSpLocks noChangeShapeType="1"/>
            <a:stCxn id="31768" idx="2"/>
            <a:endCxn id="31778" idx="0"/>
          </p:cNvCxnSpPr>
          <p:nvPr/>
        </p:nvCxnSpPr>
        <p:spPr bwMode="auto">
          <a:xfrm rot="5400000">
            <a:off x="7103671" y="3892950"/>
            <a:ext cx="377825" cy="65874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90" name="AutoShape 46"/>
          <p:cNvCxnSpPr>
            <a:cxnSpLocks noChangeShapeType="1"/>
            <a:stCxn id="31778" idx="2"/>
            <a:endCxn id="31782" idx="0"/>
          </p:cNvCxnSpPr>
          <p:nvPr/>
        </p:nvCxnSpPr>
        <p:spPr bwMode="auto">
          <a:xfrm rot="5400000">
            <a:off x="6941344" y="4787106"/>
            <a:ext cx="381000" cy="255588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91" name="AutoShape 47"/>
          <p:cNvCxnSpPr>
            <a:cxnSpLocks noChangeShapeType="1"/>
            <a:stCxn id="31782" idx="2"/>
            <a:endCxn id="31748" idx="3"/>
          </p:cNvCxnSpPr>
          <p:nvPr/>
        </p:nvCxnSpPr>
        <p:spPr bwMode="auto">
          <a:xfrm rot="5400000">
            <a:off x="6269037" y="5573713"/>
            <a:ext cx="593725" cy="876300"/>
          </a:xfrm>
          <a:prstGeom prst="bentConnector2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31792" name="Group 48"/>
          <p:cNvGrpSpPr>
            <a:grpSpLocks/>
          </p:cNvGrpSpPr>
          <p:nvPr/>
        </p:nvGrpSpPr>
        <p:grpSpPr bwMode="auto">
          <a:xfrm>
            <a:off x="6646864" y="1600200"/>
            <a:ext cx="2263959" cy="762000"/>
            <a:chOff x="4128" y="1008"/>
            <a:chExt cx="1200" cy="480"/>
          </a:xfrm>
          <a:gradFill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</p:grpSpPr>
        <p:sp>
          <p:nvSpPr>
            <p:cNvPr id="31793" name="Rectangle 49"/>
            <p:cNvSpPr>
              <a:spLocks noChangeArrowheads="1"/>
            </p:cNvSpPr>
            <p:nvPr/>
          </p:nvSpPr>
          <p:spPr bwMode="auto">
            <a:xfrm>
              <a:off x="4128" y="1008"/>
              <a:ext cx="1200" cy="48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algn="l"/>
              <a:endParaRPr lang="en-GB" b="1" dirty="0"/>
            </a:p>
          </p:txBody>
        </p:sp>
        <p:sp>
          <p:nvSpPr>
            <p:cNvPr id="31794" name="Text Box 50"/>
            <p:cNvSpPr txBox="1">
              <a:spLocks noChangeArrowheads="1"/>
            </p:cNvSpPr>
            <p:nvPr/>
          </p:nvSpPr>
          <p:spPr bwMode="auto">
            <a:xfrm>
              <a:off x="4369" y="1008"/>
              <a:ext cx="708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b="1" dirty="0"/>
                <a:t>répertoire CIN</a:t>
              </a:r>
            </a:p>
          </p:txBody>
        </p:sp>
        <p:sp>
          <p:nvSpPr>
            <p:cNvPr id="31795" name="Text Box 51"/>
            <p:cNvSpPr txBox="1">
              <a:spLocks noChangeArrowheads="1"/>
            </p:cNvSpPr>
            <p:nvPr/>
          </p:nvSpPr>
          <p:spPr bwMode="auto">
            <a:xfrm>
              <a:off x="4180" y="1248"/>
              <a:ext cx="1086" cy="194"/>
            </a:xfrm>
            <a:prstGeom prst="rect">
              <a:avLst/>
            </a:pr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fr-FR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- NISS1 = </a:t>
              </a:r>
              <a:r>
                <a:rPr lang="nl-BE" sz="1400" dirty="0">
                  <a:solidFill>
                    <a:schemeClr val="accent1">
                      <a:lumMod val="60000"/>
                      <a:lumOff val="40000"/>
                    </a:schemeClr>
                  </a:solidFill>
                </a:rPr>
                <a:t>Mut. chrétienne</a:t>
              </a:r>
              <a:endParaRPr lang="fr-FR" sz="1400" dirty="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cxnSp>
        <p:nvCxnSpPr>
          <p:cNvPr id="31796" name="AutoShape 52"/>
          <p:cNvCxnSpPr>
            <a:cxnSpLocks noChangeShapeType="1"/>
            <a:stCxn id="31793" idx="2"/>
            <a:endCxn id="31766" idx="0"/>
          </p:cNvCxnSpPr>
          <p:nvPr/>
        </p:nvCxnSpPr>
        <p:spPr bwMode="auto">
          <a:xfrm rot="5400000">
            <a:off x="7242175" y="2587625"/>
            <a:ext cx="762000" cy="31115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97" name="Rectangle 53"/>
          <p:cNvSpPr>
            <a:spLocks noChangeArrowheads="1"/>
          </p:cNvSpPr>
          <p:nvPr/>
        </p:nvSpPr>
        <p:spPr bwMode="auto">
          <a:xfrm>
            <a:off x="304800" y="1600200"/>
            <a:ext cx="1905000" cy="685800"/>
          </a:xfrm>
          <a:prstGeom prst="rect">
            <a:avLst/>
          </a:prstGeom>
          <a:gradFill rotWithShape="0">
            <a:gsLst>
              <a:gs pos="0">
                <a:srgbClr val="DDEBCF"/>
              </a:gs>
              <a:gs pos="50000">
                <a:srgbClr val="9CB86E"/>
              </a:gs>
              <a:gs pos="100000">
                <a:srgbClr val="156B13"/>
              </a:gs>
            </a:gsLst>
            <a:lin ang="5400000" scaled="0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l"/>
            <a:endParaRPr lang="en-GB" b="1" dirty="0"/>
          </a:p>
        </p:txBody>
      </p:sp>
      <p:sp>
        <p:nvSpPr>
          <p:cNvPr id="31798" name="Text Box 54"/>
          <p:cNvSpPr txBox="1">
            <a:spLocks noChangeArrowheads="1"/>
          </p:cNvSpPr>
          <p:nvPr/>
        </p:nvSpPr>
        <p:spPr bwMode="auto">
          <a:xfrm>
            <a:off x="445158" y="1600200"/>
            <a:ext cx="164333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1400" b="1" dirty="0"/>
              <a:t>répertoire InterOP</a:t>
            </a:r>
          </a:p>
        </p:txBody>
      </p:sp>
      <p:sp>
        <p:nvSpPr>
          <p:cNvPr id="31799" name="Text Box 55"/>
          <p:cNvSpPr txBox="1">
            <a:spLocks noChangeArrowheads="1"/>
          </p:cNvSpPr>
          <p:nvPr/>
        </p:nvSpPr>
        <p:spPr bwMode="auto">
          <a:xfrm>
            <a:off x="595231" y="1905000"/>
            <a:ext cx="1138453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fr-FR" sz="14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- NISS1 = CSC</a:t>
            </a:r>
          </a:p>
        </p:txBody>
      </p:sp>
      <p:sp>
        <p:nvSpPr>
          <p:cNvPr id="31800" name="AutoShape 56"/>
          <p:cNvSpPr>
            <a:spLocks noChangeArrowheads="1"/>
          </p:cNvSpPr>
          <p:nvPr/>
        </p:nvSpPr>
        <p:spPr bwMode="auto">
          <a:xfrm>
            <a:off x="228600" y="0"/>
            <a:ext cx="1981200" cy="1524000"/>
          </a:xfrm>
          <a:prstGeom prst="irregularSeal2">
            <a:avLst/>
          </a:prstGeom>
          <a:solidFill>
            <a:srgbClr val="6699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r>
              <a:rPr lang="fr-FR" dirty="0"/>
              <a:t>Extranet</a:t>
            </a:r>
          </a:p>
        </p:txBody>
      </p:sp>
      <p:cxnSp>
        <p:nvCxnSpPr>
          <p:cNvPr id="31801" name="AutoShape 57"/>
          <p:cNvCxnSpPr>
            <a:cxnSpLocks noChangeShapeType="1"/>
            <a:stCxn id="31800" idx="2"/>
            <a:endCxn id="31797" idx="0"/>
          </p:cNvCxnSpPr>
          <p:nvPr/>
        </p:nvCxnSpPr>
        <p:spPr bwMode="auto">
          <a:xfrm rot="5400000">
            <a:off x="1139826" y="1446212"/>
            <a:ext cx="271462" cy="36513"/>
          </a:xfrm>
          <a:prstGeom prst="bentConnector3">
            <a:avLst>
              <a:gd name="adj1" fmla="val 8596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802" name="AutoShape 58"/>
          <p:cNvCxnSpPr>
            <a:cxnSpLocks noChangeShapeType="1"/>
            <a:stCxn id="31797" idx="2"/>
            <a:endCxn id="31762" idx="0"/>
          </p:cNvCxnSpPr>
          <p:nvPr/>
        </p:nvCxnSpPr>
        <p:spPr bwMode="auto">
          <a:xfrm rot="16200000" flipH="1">
            <a:off x="2038350" y="1504950"/>
            <a:ext cx="838200" cy="240030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803" name="Rectangle 59"/>
          <p:cNvSpPr>
            <a:spLocks noChangeArrowheads="1"/>
          </p:cNvSpPr>
          <p:nvPr/>
        </p:nvSpPr>
        <p:spPr bwMode="auto">
          <a:xfrm rot="-5400000">
            <a:off x="4495800" y="-3124200"/>
            <a:ext cx="152400" cy="9144000"/>
          </a:xfrm>
          <a:prstGeom prst="rect">
            <a:avLst/>
          </a:prstGeom>
          <a:gradFill rotWithShape="0">
            <a:gsLst>
              <a:gs pos="0">
                <a:srgbClr val="0000FF">
                  <a:gamma/>
                  <a:shade val="46275"/>
                  <a:invGamma/>
                </a:srgbClr>
              </a:gs>
              <a:gs pos="50000">
                <a:srgbClr val="0000FF"/>
              </a:gs>
              <a:gs pos="100000">
                <a:srgbClr val="0000FF">
                  <a:gamma/>
                  <a:shade val="46275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BE" dirty="0"/>
          </a:p>
        </p:txBody>
      </p:sp>
      <p:sp>
        <p:nvSpPr>
          <p:cNvPr id="31808" name="Text Box 64"/>
          <p:cNvSpPr txBox="1">
            <a:spLocks noChangeArrowheads="1"/>
          </p:cNvSpPr>
          <p:nvPr/>
        </p:nvSpPr>
        <p:spPr bwMode="auto">
          <a:xfrm rot="-2331860">
            <a:off x="1911350" y="47973"/>
            <a:ext cx="179705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fr-BE" sz="3200" dirty="0">
                <a:latin typeface="Bernard MT Condensed" pitchFamily="18" charset="0"/>
              </a:rPr>
              <a:t>ANON</a:t>
            </a:r>
          </a:p>
          <a:p>
            <a:r>
              <a:rPr lang="fr-BE" sz="3200" dirty="0">
                <a:latin typeface="Bernard MT Condensed" pitchFamily="18" charset="0"/>
              </a:rPr>
              <a:t>YME</a:t>
            </a:r>
            <a:endParaRPr lang="fr-FR" sz="3200" dirty="0">
              <a:latin typeface="Bernard MT Condensed" pitchFamily="18" charset="0"/>
            </a:endParaRPr>
          </a:p>
        </p:txBody>
      </p:sp>
      <p:sp>
        <p:nvSpPr>
          <p:cNvPr id="31810" name="Rectangle 66"/>
          <p:cNvSpPr>
            <a:spLocks noChangeArrowheads="1"/>
          </p:cNvSpPr>
          <p:nvPr/>
        </p:nvSpPr>
        <p:spPr bwMode="auto">
          <a:xfrm>
            <a:off x="228600" y="1600200"/>
            <a:ext cx="5334000" cy="5029200"/>
          </a:xfrm>
          <a:prstGeom prst="rect">
            <a:avLst/>
          </a:prstGeom>
          <a:noFill/>
          <a:ln w="9525">
            <a:solidFill>
              <a:srgbClr val="008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BE" dirty="0"/>
          </a:p>
        </p:txBody>
      </p:sp>
      <p:sp>
        <p:nvSpPr>
          <p:cNvPr id="31811" name="Rectangle 67"/>
          <p:cNvSpPr>
            <a:spLocks noChangeArrowheads="1"/>
          </p:cNvSpPr>
          <p:nvPr/>
        </p:nvSpPr>
        <p:spPr bwMode="auto">
          <a:xfrm>
            <a:off x="5638800" y="1600200"/>
            <a:ext cx="3200400" cy="5029200"/>
          </a:xfrm>
          <a:prstGeom prst="rect">
            <a:avLst/>
          </a:prstGeom>
          <a:noFill/>
          <a:ln w="9525">
            <a:solidFill>
              <a:srgbClr val="FF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nl-BE" dirty="0"/>
          </a:p>
        </p:txBody>
      </p:sp>
      <p:sp>
        <p:nvSpPr>
          <p:cNvPr id="31812" name="Text Box 68"/>
          <p:cNvSpPr txBox="1">
            <a:spLocks noChangeArrowheads="1"/>
          </p:cNvSpPr>
          <p:nvPr/>
        </p:nvSpPr>
        <p:spPr bwMode="auto">
          <a:xfrm rot="-2331860">
            <a:off x="304800" y="4724400"/>
            <a:ext cx="24669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fr-FR" sz="3000" dirty="0">
                <a:latin typeface="Bernard MT Condensed" pitchFamily="18" charset="0"/>
              </a:rPr>
              <a:t>OP:</a:t>
            </a:r>
            <a:r>
              <a:rPr lang="fr-BE" sz="3000" dirty="0">
                <a:latin typeface="Bernard MT Condensed" pitchFamily="18" charset="0"/>
              </a:rPr>
              <a:t> Connu</a:t>
            </a:r>
            <a:endParaRPr lang="fr-FR" sz="3000" dirty="0">
              <a:latin typeface="Bernard MT Condensed" pitchFamily="18" charset="0"/>
            </a:endParaRPr>
          </a:p>
          <a:p>
            <a:r>
              <a:rPr lang="fr-FR" sz="3000" dirty="0">
                <a:latin typeface="Bernard MT Condensed" pitchFamily="18" charset="0"/>
              </a:rPr>
              <a:t>OA:</a:t>
            </a:r>
            <a:r>
              <a:rPr lang="fr-BE" sz="3000" dirty="0">
                <a:latin typeface="Bernard MT Condensed" pitchFamily="18" charset="0"/>
              </a:rPr>
              <a:t> Inconnu</a:t>
            </a:r>
            <a:endParaRPr lang="fr-FR" sz="3000" dirty="0">
              <a:latin typeface="Bernard MT Condensed" pitchFamily="18" charset="0"/>
            </a:endParaRPr>
          </a:p>
        </p:txBody>
      </p:sp>
      <p:sp>
        <p:nvSpPr>
          <p:cNvPr id="31813" name="Text Box 69"/>
          <p:cNvSpPr txBox="1">
            <a:spLocks noChangeArrowheads="1"/>
          </p:cNvSpPr>
          <p:nvPr/>
        </p:nvSpPr>
        <p:spPr bwMode="auto">
          <a:xfrm rot="-2331860">
            <a:off x="6680147" y="4817830"/>
            <a:ext cx="2376487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fr-FR" sz="3000" dirty="0">
                <a:latin typeface="Bernard MT Condensed" pitchFamily="18" charset="0"/>
              </a:rPr>
              <a:t>OA:</a:t>
            </a:r>
            <a:r>
              <a:rPr lang="fr-BE" sz="3000" dirty="0">
                <a:latin typeface="Bernard MT Condensed" pitchFamily="18" charset="0"/>
              </a:rPr>
              <a:t> Connu</a:t>
            </a:r>
          </a:p>
          <a:p>
            <a:r>
              <a:rPr lang="fr-BE" sz="3000" dirty="0">
                <a:latin typeface="Bernard MT Condensed" pitchFamily="18" charset="0"/>
              </a:rPr>
              <a:t>OP: inconnu</a:t>
            </a:r>
            <a:endParaRPr lang="fr-FR" sz="3000" dirty="0">
              <a:latin typeface="Bernard MT Condensed" pitchFamily="18" charset="0"/>
            </a:endParaRPr>
          </a:p>
        </p:txBody>
      </p:sp>
      <p:pic>
        <p:nvPicPr>
          <p:cNvPr id="31814" name="Picture 70" descr="C:\GifAnimés\1brgn5_e0.gif"/>
          <p:cNvPicPr>
            <a:picLocks noChangeAspect="1" noChangeArrowheads="1" noCrop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9144000" cy="15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4715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1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1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8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8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1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18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18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03" grpId="0" animBg="1"/>
      <p:bldP spid="31808" grpId="0"/>
      <p:bldP spid="31810" grpId="0" animBg="1"/>
      <p:bldP spid="31811" grpId="0" animBg="1"/>
      <p:bldP spid="31812" grpId="0"/>
      <p:bldP spid="318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43608" y="1772816"/>
            <a:ext cx="7391400" cy="2448272"/>
          </a:xfrm>
        </p:spPr>
        <p:txBody>
          <a:bodyPr>
            <a:normAutofit/>
          </a:bodyPr>
          <a:lstStyle/>
          <a:p>
            <a:r>
              <a:rPr lang="nl-BE" sz="6000" i="1" dirty="0"/>
              <a:t>2. </a:t>
            </a:r>
            <a:r>
              <a:rPr lang="nl-BE" sz="6000" b="1" i="1" dirty="0">
                <a:solidFill>
                  <a:schemeClr val="accent2">
                    <a:lumMod val="75000"/>
                  </a:schemeClr>
                </a:solidFill>
              </a:rPr>
              <a:t>D</a:t>
            </a:r>
            <a:r>
              <a:rPr lang="nl-BE" sz="6000" i="1" dirty="0"/>
              <a:t>éclaration du </a:t>
            </a:r>
            <a:r>
              <a:rPr lang="nl-BE" sz="6000" b="1" i="1" dirty="0">
                <a:solidFill>
                  <a:schemeClr val="accent2">
                    <a:lumMod val="75000"/>
                  </a:schemeClr>
                </a:solidFill>
              </a:rPr>
              <a:t>R</a:t>
            </a:r>
            <a:r>
              <a:rPr lang="nl-BE" sz="6000" i="1" dirty="0"/>
              <a:t>isque </a:t>
            </a:r>
            <a:r>
              <a:rPr lang="nl-BE" sz="6000" b="1" i="1" dirty="0">
                <a:solidFill>
                  <a:schemeClr val="accent2">
                    <a:lumMod val="75000"/>
                  </a:schemeClr>
                </a:solidFill>
              </a:rPr>
              <a:t>S</a:t>
            </a:r>
            <a:r>
              <a:rPr lang="nl-BE" sz="6000" i="1" dirty="0"/>
              <a:t>ocial</a:t>
            </a:r>
            <a:endParaRPr lang="nl-BE" sz="6000" i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4446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BE" b="1" i="1" dirty="0"/>
              <a:t>DRS et Horizon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575"/>
              </a:spcBef>
              <a:buClr>
                <a:schemeClr val="tx1"/>
              </a:buClr>
            </a:pPr>
            <a:r>
              <a:rPr lang="fr-FR" b="1" i="1" dirty="0">
                <a:solidFill>
                  <a:schemeClr val="accent2">
                    <a:lumMod val="75000"/>
                  </a:schemeClr>
                </a:solidFill>
              </a:rPr>
              <a:t>DRS Admissibilité : </a:t>
            </a:r>
            <a:r>
              <a:rPr lang="fr-FR" dirty="0"/>
              <a:t>doit placer sur le réseau l'information nécessaire pour le constat et/ou l'ouverture du droit qui correspond au risque social.</a:t>
            </a:r>
          </a:p>
          <a:p>
            <a:pPr>
              <a:spcBef>
                <a:spcPts val="575"/>
              </a:spcBef>
              <a:buClr>
                <a:schemeClr val="tx1"/>
              </a:buClr>
            </a:pPr>
            <a:r>
              <a:rPr lang="fr-FR" b="1" i="1" dirty="0">
                <a:solidFill>
                  <a:schemeClr val="accent2">
                    <a:lumMod val="75000"/>
                  </a:schemeClr>
                </a:solidFill>
              </a:rPr>
              <a:t>DRS Indemnisabilité : </a:t>
            </a:r>
            <a:r>
              <a:rPr lang="fr-FR" dirty="0"/>
              <a:t>doit, selon le type de risque, former la base pour l'octroi des indemnités à l'assuré social pendant la durée du risque social.</a:t>
            </a:r>
            <a:endParaRPr lang="fr-BE" dirty="0"/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244408" y="6309320"/>
            <a:ext cx="432048" cy="288032"/>
          </a:xfrm>
        </p:spPr>
        <p:txBody>
          <a:bodyPr/>
          <a:lstStyle/>
          <a:p>
            <a:pPr>
              <a:defRPr/>
            </a:pPr>
            <a:r>
              <a:rPr lang="nl-NL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5627173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52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299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eaLnBrk="1" hangingPunct="1"/>
            <a:r>
              <a:rPr lang="fr-FR" b="1" i="1" dirty="0"/>
              <a:t>DRS et Horizon</a:t>
            </a:r>
          </a:p>
        </p:txBody>
      </p:sp>
      <p:sp>
        <p:nvSpPr>
          <p:cNvPr id="2" name="Espace réservé du contenu 1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fontAlgn="auto">
              <a:spcBef>
                <a:spcPts val="0"/>
              </a:spcBef>
              <a:buClr>
                <a:schemeClr val="tx1"/>
              </a:buClr>
              <a:defRPr/>
            </a:pPr>
            <a:r>
              <a:rPr lang="fr-BE" sz="2600" dirty="0"/>
              <a:t>Nous travaillons avec 2 types de DRS qui ont des modes de fonctionnement et donc de traitement différent. </a:t>
            </a:r>
          </a:p>
          <a:p>
            <a:pPr fontAlgn="auto">
              <a:spcBef>
                <a:spcPts val="0"/>
              </a:spcBef>
              <a:buClr>
                <a:schemeClr val="tx1"/>
              </a:buClr>
              <a:defRPr/>
            </a:pPr>
            <a:endParaRPr lang="fr-BE" sz="1000" dirty="0"/>
          </a:p>
          <a:p>
            <a:pPr marL="457200" lvl="1" indent="-457200">
              <a:spcBef>
                <a:spcPts val="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fr-BE" sz="2600" i="1" dirty="0"/>
              <a:t>Les </a:t>
            </a:r>
            <a:r>
              <a:rPr lang="fr-BE" sz="2600" b="1" i="1" u="sng" dirty="0">
                <a:solidFill>
                  <a:schemeClr val="accent2">
                    <a:lumMod val="75000"/>
                  </a:schemeClr>
                </a:solidFill>
              </a:rPr>
              <a:t>DRS ‘’indemnisabilité’’</a:t>
            </a:r>
            <a:r>
              <a:rPr lang="fr-BE" sz="2600" b="1" i="1" dirty="0">
                <a:solidFill>
                  <a:schemeClr val="accent2">
                    <a:lumMod val="75000"/>
                  </a:schemeClr>
                </a:solidFill>
              </a:rPr>
              <a:t> :</a:t>
            </a:r>
            <a:r>
              <a:rPr lang="fr-BE" sz="2600" b="1" i="1" dirty="0">
                <a:solidFill>
                  <a:srgbClr val="C00000"/>
                </a:solidFill>
              </a:rPr>
              <a:t> </a:t>
            </a:r>
            <a:r>
              <a:rPr lang="fr-BE" sz="2600" dirty="0"/>
              <a:t>nous parviennent automatiquement </a:t>
            </a:r>
            <a:r>
              <a:rPr lang="fr-BE" sz="2600" b="1" u="sng" dirty="0"/>
              <a:t>si et seulement si l'assuré social est intégré chez nous</a:t>
            </a:r>
            <a:r>
              <a:rPr lang="fr-BE" sz="2600" dirty="0"/>
              <a:t> (au sein de notre OP).</a:t>
            </a:r>
          </a:p>
          <a:p>
            <a:pPr marL="171450" lvl="1" indent="-171450">
              <a:spcBef>
                <a:spcPts val="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endParaRPr lang="fr-BE" sz="1000" dirty="0"/>
          </a:p>
          <a:p>
            <a:pPr marL="457200" lvl="1" indent="-457200" fontAlgn="auto">
              <a:spcBef>
                <a:spcPts val="0"/>
              </a:spcBef>
              <a:buClr>
                <a:schemeClr val="tx1"/>
              </a:buClr>
              <a:buFont typeface="Arial" pitchFamily="34" charset="0"/>
              <a:buChar char="•"/>
              <a:defRPr/>
            </a:pPr>
            <a:r>
              <a:rPr lang="fr-BE" sz="2600" i="1" dirty="0"/>
              <a:t>Les</a:t>
            </a:r>
            <a:r>
              <a:rPr lang="fr-BE" sz="2600" b="1" i="1" dirty="0">
                <a:solidFill>
                  <a:srgbClr val="C00000"/>
                </a:solidFill>
              </a:rPr>
              <a:t> </a:t>
            </a:r>
            <a:r>
              <a:rPr lang="fr-BE" sz="2600" b="1" i="1" u="sng" dirty="0">
                <a:solidFill>
                  <a:schemeClr val="accent2">
                    <a:lumMod val="75000"/>
                  </a:schemeClr>
                </a:solidFill>
              </a:rPr>
              <a:t>DRS ‘’admissibilité’’</a:t>
            </a:r>
            <a:r>
              <a:rPr lang="fr-BE" sz="2600" b="1" i="1" dirty="0">
                <a:solidFill>
                  <a:schemeClr val="accent2">
                    <a:lumMod val="75000"/>
                  </a:schemeClr>
                </a:solidFill>
              </a:rPr>
              <a:t>  :</a:t>
            </a:r>
          </a:p>
          <a:p>
            <a:pPr marL="742950" lvl="2" indent="-342900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fr-BE" dirty="0"/>
              <a:t>Ne nous parviennent pas automatiquement. Nous devons les demander à l’inter OP. Dans Horizon cette demande est automatique au moment de la création de la farde ;</a:t>
            </a:r>
          </a:p>
          <a:p>
            <a:pPr marL="742950" lvl="2" indent="-342900" fontAlgn="auto">
              <a:spcBef>
                <a:spcPts val="0"/>
              </a:spcBef>
              <a:buClr>
                <a:schemeClr val="tx1"/>
              </a:buClr>
              <a:buFont typeface="Wingdings" pitchFamily="2" charset="2"/>
              <a:buChar char="ü"/>
              <a:defRPr/>
            </a:pPr>
            <a:r>
              <a:rPr lang="fr-BE" dirty="0"/>
              <a:t>Doivent toujours être utilisées en combinaison avec un document papier ou avec un formulaire travailleur .</a:t>
            </a:r>
          </a:p>
        </p:txBody>
      </p:sp>
      <p:sp>
        <p:nvSpPr>
          <p:cNvPr id="5" name="Tijdelijke aanduiding voor dianummer 5"/>
          <p:cNvSpPr>
            <a:spLocks noGrp="1"/>
          </p:cNvSpPr>
          <p:nvPr>
            <p:ph type="sldNum" sz="quarter" idx="12"/>
          </p:nvPr>
        </p:nvSpPr>
        <p:spPr>
          <a:xfrm>
            <a:off x="8316416" y="6093296"/>
            <a:ext cx="370384" cy="365125"/>
          </a:xfrm>
        </p:spPr>
        <p:txBody>
          <a:bodyPr/>
          <a:lstStyle/>
          <a:p>
            <a:pPr>
              <a:defRPr/>
            </a:pPr>
            <a:r>
              <a:rPr lang="nl-NL" dirty="0"/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5425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43608" y="1772816"/>
            <a:ext cx="7391400" cy="2448272"/>
          </a:xfrm>
        </p:spPr>
        <p:txBody>
          <a:bodyPr>
            <a:normAutofit/>
          </a:bodyPr>
          <a:lstStyle/>
          <a:p>
            <a:r>
              <a:rPr lang="nl-BE" sz="6000" b="1" i="1" dirty="0"/>
              <a:t>3. Flux </a:t>
            </a:r>
            <a:r>
              <a:rPr lang="nl-BE" sz="6000" b="1" i="1" dirty="0">
                <a:solidFill>
                  <a:schemeClr val="accent2">
                    <a:lumMod val="75000"/>
                  </a:schemeClr>
                </a:solidFill>
              </a:rPr>
              <a:t>L500</a:t>
            </a:r>
            <a:endParaRPr lang="nl-BE" sz="3600" b="1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83207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b="1" i="1" dirty="0"/>
              <a:t>Flux L500</a:t>
            </a:r>
          </a:p>
        </p:txBody>
      </p:sp>
      <p:sp>
        <p:nvSpPr>
          <p:cNvPr id="8" name="Tijdelijke aanduiding voor inhoud 7"/>
          <p:cNvSpPr>
            <a:spLocks noGrp="1"/>
          </p:cNvSpPr>
          <p:nvPr>
            <p:ph idx="1"/>
          </p:nvPr>
        </p:nvSpPr>
        <p:spPr>
          <a:xfrm>
            <a:off x="467544" y="1556792"/>
            <a:ext cx="8229600" cy="48139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L’OP reçoit les flux L500 émis par la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mutuelle</a:t>
            </a:r>
            <a:r>
              <a:rPr lang="fr-BE" sz="3000" dirty="0"/>
              <a:t> ainsi que la demande de la mutuelle de compléter une version électronique de la feuille de renseignements.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dirty="0"/>
              <a:t>La réponse est envoyée immédiatement</a:t>
            </a:r>
            <a:r>
              <a:rPr lang="fr-BE" sz="24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Le flux L500 mentionne également la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date de début </a:t>
            </a:r>
            <a:r>
              <a:rPr lang="fr-BE" sz="3000" dirty="0"/>
              <a:t>de l’incapacité de travail.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BE" sz="3000" dirty="0"/>
              <a:t>Il sera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le déclencheur des tâches « L500 »</a:t>
            </a:r>
            <a:r>
              <a:rPr lang="fr-BE" sz="3000" dirty="0"/>
              <a:t>.</a:t>
            </a:r>
          </a:p>
          <a:p>
            <a:pPr marL="57150" indent="0">
              <a:buNone/>
            </a:pPr>
            <a:endParaRPr lang="fr-BE" sz="2800" dirty="0"/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05825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br>
              <a:rPr lang="fr-BE" sz="3600" b="1" dirty="0"/>
            </a:br>
            <a:r>
              <a:rPr lang="fr-BE" sz="4900" b="1" i="1" dirty="0"/>
              <a:t>Tâche « Traiter  L500 reçu »</a:t>
            </a:r>
            <a:r>
              <a:rPr lang="fr-BE" sz="4900" b="1" i="1" dirty="0">
                <a:solidFill>
                  <a:srgbClr val="C00000"/>
                </a:solidFill>
              </a:rPr>
              <a:t> </a:t>
            </a:r>
            <a:br>
              <a:rPr lang="fr-BE" dirty="0">
                <a:solidFill>
                  <a:srgbClr val="FF0000"/>
                </a:solidFill>
              </a:rPr>
            </a:br>
            <a:endParaRPr lang="fr-BE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b="1" dirty="0"/>
              <a:t>Domaine « indemnisation 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Cette tâche indique la </a:t>
            </a: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réception d’un Flux L500</a:t>
            </a:r>
            <a:r>
              <a:rPr lang="fr-BE" sz="3000" dirty="0"/>
              <a:t>. La période du début de la maladie jusqu’à la fin du mois n’est pas indemnisable.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dirty="0"/>
              <a:t>L’objectif principal : identifier en permanence ‘physique’ ou ‘téléphonique’ que notre affilié a une </a:t>
            </a:r>
            <a:r>
              <a:rPr lang="fr-BE" sz="3000" b="1" dirty="0"/>
              <a:t>période L500 (de maladie) en cours.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FR" sz="3000" dirty="0"/>
              <a:t>Cette tâche doit donc nous permettre </a:t>
            </a:r>
            <a:r>
              <a:rPr lang="fr-FR" sz="3000" b="1" dirty="0"/>
              <a:t>d’envoyer les cartes de reprises </a:t>
            </a:r>
            <a:r>
              <a:rPr lang="fr-FR" sz="3000" dirty="0"/>
              <a:t>pour les affiliés qui se présentent avant la fin du mois et pour qui la période de maladie est déjà terminée. </a:t>
            </a:r>
            <a:endParaRPr lang="nl-NL" sz="3000" dirty="0"/>
          </a:p>
          <a:p>
            <a:endParaRPr lang="fr-BE" b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606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br>
              <a:rPr lang="nl-BE" sz="2800" dirty="0"/>
            </a:br>
            <a:r>
              <a:rPr lang="fr-BE" sz="4900" b="1" i="1" dirty="0"/>
              <a:t>Tâche « Paiements bloqués L500 »</a:t>
            </a:r>
            <a:br>
              <a:rPr lang="fr-BE" sz="4900" i="1" dirty="0">
                <a:solidFill>
                  <a:srgbClr val="FF0000"/>
                </a:solidFill>
              </a:rPr>
            </a:br>
            <a:endParaRPr lang="fr-BE" sz="4900" i="1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BE" sz="3000" b="1" dirty="0"/>
              <a:t>Domaine « Paiements bloqués »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800" b="1" dirty="0"/>
              <a:t>L’</a:t>
            </a:r>
            <a:r>
              <a:rPr lang="fr-BE" sz="2800" b="1" dirty="0" err="1"/>
              <a:t>indemnisabilité</a:t>
            </a:r>
            <a:r>
              <a:rPr lang="fr-BE" sz="2800" b="1" dirty="0"/>
              <a:t> du mois du début de la maladie </a:t>
            </a:r>
            <a:r>
              <a:rPr lang="fr-BE" sz="2800" dirty="0"/>
              <a:t>est enregistrée et payée jusqu’à veille de la date de début de la maladie.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800" dirty="0"/>
              <a:t>La tâche indique que le paiement est bloqué étant donné </a:t>
            </a:r>
            <a:r>
              <a:rPr lang="fr-BE" sz="2800" b="1" dirty="0"/>
              <a:t>qu’un </a:t>
            </a:r>
            <a:r>
              <a:rPr lang="fr-BE" sz="2800" b="1" dirty="0">
                <a:solidFill>
                  <a:schemeClr val="accent2">
                    <a:lumMod val="75000"/>
                  </a:schemeClr>
                </a:solidFill>
              </a:rPr>
              <a:t>flux L500 non-clôturé </a:t>
            </a:r>
            <a:r>
              <a:rPr lang="fr-BE" sz="2800" dirty="0"/>
              <a:t>se trouve dans le portefeuille.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2800" dirty="0"/>
              <a:t>La date de début de la maladie se situe dans ce mois d’indemnisabilité.</a:t>
            </a:r>
          </a:p>
          <a:p>
            <a:pPr>
              <a:buNone/>
            </a:pPr>
            <a:endParaRPr lang="nl-NL" sz="20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4518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r"/>
            <a:r>
              <a:rPr lang="fr-BE" b="1" i="1" dirty="0"/>
              <a:t>Tâche « Paiements bloqués L500 »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b="1" dirty="0"/>
              <a:t>Comment traiter la tâche 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Date de la reprise est connue </a:t>
            </a:r>
            <a:r>
              <a:rPr lang="fr-BE" sz="3000" dirty="0"/>
              <a:t>= </a:t>
            </a:r>
            <a:r>
              <a:rPr lang="fr-BE" sz="3000" b="1" dirty="0"/>
              <a:t>envoyer la carte de reprise </a:t>
            </a:r>
            <a:r>
              <a:rPr lang="fr-BE" sz="3000" dirty="0"/>
              <a:t>de travail et éventuellement payer un complément.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>
                <a:solidFill>
                  <a:schemeClr val="accent2">
                    <a:lumMod val="75000"/>
                  </a:schemeClr>
                </a:solidFill>
              </a:rPr>
              <a:t>Date de la reprise inconnue</a:t>
            </a:r>
            <a:r>
              <a:rPr lang="fr-BE" sz="30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000" dirty="0"/>
              <a:t>= Indiquer la tâche comme </a:t>
            </a:r>
            <a:r>
              <a:rPr lang="fr-BE" sz="3000" b="1" dirty="0"/>
              <a:t>‘en cours’.</a:t>
            </a:r>
          </a:p>
          <a:p>
            <a:pPr marL="0" indent="0">
              <a:buNone/>
            </a:pPr>
            <a:r>
              <a:rPr lang="fr-BE" sz="2600" b="1" dirty="0"/>
              <a:t>Conséquences</a:t>
            </a:r>
            <a:r>
              <a:rPr lang="fr-BE" sz="2600" dirty="0"/>
              <a:t> si la tâche est supprimée : </a:t>
            </a:r>
          </a:p>
          <a:p>
            <a:pPr marL="0" indent="0">
              <a:buNone/>
            </a:pPr>
            <a:r>
              <a:rPr lang="fr-BE" sz="2600" dirty="0"/>
              <a:t>la case des paramètres n’est plus cochée 			</a:t>
            </a:r>
          </a:p>
          <a:p>
            <a:pPr marL="0" indent="0">
              <a:buNone/>
            </a:pPr>
            <a:r>
              <a:rPr lang="fr-BE" sz="2600" dirty="0">
                <a:sym typeface="Wingdings" pitchFamily="2" charset="2"/>
              </a:rPr>
              <a:t> </a:t>
            </a:r>
            <a:r>
              <a:rPr lang="fr-BE" sz="2600" dirty="0"/>
              <a:t>Pas de tâches L500 ;</a:t>
            </a:r>
          </a:p>
          <a:p>
            <a:pPr marL="0" indent="0">
              <a:buNone/>
            </a:pPr>
            <a:r>
              <a:rPr lang="fr-BE" sz="2600" dirty="0">
                <a:sym typeface="Wingdings" pitchFamily="2" charset="2"/>
              </a:rPr>
              <a:t> </a:t>
            </a:r>
            <a:r>
              <a:rPr lang="fr-BE" sz="2600" dirty="0"/>
              <a:t>Pas de suivi  possible  de la carte de reprise. 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3190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kumimoji="0" lang="fr-BE" sz="4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Tâche « L500 »</a:t>
            </a:r>
            <a:endParaRPr lang="fr-FR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BE" b="1" dirty="0"/>
              <a:t>Domaine Paiements/Tentatives de paiement échouées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Un mois qui se situe après un L500 ne peut pas être payé (la date de début de la maladie se situe donc dans le mois précédent).</a:t>
            </a:r>
          </a:p>
          <a:p>
            <a:pPr marL="0" indent="0">
              <a:buNone/>
            </a:pPr>
            <a:endParaRPr lang="fr-BE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fr-BE" dirty="0"/>
              <a:t>Cette tâche indique qu’un portefeuille a été encodé pour un </a:t>
            </a:r>
            <a:r>
              <a:rPr lang="fr-BE" b="1" dirty="0"/>
              <a:t>mois ultérieur au mois au cours duquel le flux L500 débute </a:t>
            </a:r>
            <a:r>
              <a:rPr lang="fr-BE" dirty="0"/>
              <a:t>et que la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carte de reprise de travail</a:t>
            </a:r>
            <a:r>
              <a:rPr lang="fr-BE" dirty="0">
                <a:solidFill>
                  <a:srgbClr val="C00000"/>
                </a:solidFill>
              </a:rPr>
              <a:t> </a:t>
            </a:r>
            <a:r>
              <a:rPr lang="fr-BE" dirty="0"/>
              <a:t>doit être envoyée ou qu’une</a:t>
            </a:r>
            <a:r>
              <a:rPr lang="fr-BE" b="1" dirty="0"/>
              <a:t> </a:t>
            </a:r>
            <a:r>
              <a:rPr lang="fr-BE" b="1" dirty="0">
                <a:solidFill>
                  <a:schemeClr val="accent2">
                    <a:lumMod val="75000"/>
                  </a:schemeClr>
                </a:solidFill>
              </a:rPr>
              <a:t>DA</a:t>
            </a:r>
            <a:r>
              <a:rPr lang="fr-BE" b="1" dirty="0"/>
              <a:t> </a:t>
            </a:r>
            <a:r>
              <a:rPr lang="fr-BE" dirty="0"/>
              <a:t>doit éventuellement être effectuée (avec un C6).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6715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Tâche « L500 »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98316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fr-BE" sz="4000" b="1" dirty="0"/>
              <a:t>Comment traiter la tâche 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700" dirty="0"/>
              <a:t>Envoi de la </a:t>
            </a:r>
            <a:r>
              <a:rPr lang="fr-BE" sz="3700" b="1" dirty="0">
                <a:solidFill>
                  <a:schemeClr val="accent2">
                    <a:lumMod val="75000"/>
                  </a:schemeClr>
                </a:solidFill>
              </a:rPr>
              <a:t>carte de reprise </a:t>
            </a:r>
            <a:r>
              <a:rPr lang="fr-BE" sz="3700" dirty="0"/>
              <a:t>de travail ou </a:t>
            </a:r>
            <a:r>
              <a:rPr lang="fr-BE" sz="3700" b="1" dirty="0">
                <a:solidFill>
                  <a:schemeClr val="accent2">
                    <a:lumMod val="75000"/>
                  </a:schemeClr>
                </a:solidFill>
              </a:rPr>
              <a:t>C6</a:t>
            </a:r>
            <a:r>
              <a:rPr lang="fr-BE" sz="3700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sz="3700" dirty="0"/>
              <a:t>nécessaires en fonction de la durée de l’interruption.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fr-BE" sz="3700" dirty="0"/>
              <a:t>Enregistrement Indemnisabilité possible pour tous les jours postérieurs à la reprise du travail</a:t>
            </a:r>
          </a:p>
          <a:p>
            <a:pPr marL="0" lvl="0" indent="0">
              <a:buNone/>
            </a:pPr>
            <a:endParaRPr lang="fr-BE" sz="3600" dirty="0">
              <a:solidFill>
                <a:prstClr val="black"/>
              </a:solidFill>
            </a:endParaRPr>
          </a:p>
          <a:p>
            <a:pPr marL="0" lvl="0" indent="0">
              <a:buNone/>
            </a:pPr>
            <a:r>
              <a:rPr lang="fr-BE" sz="3700" dirty="0">
                <a:solidFill>
                  <a:prstClr val="black"/>
                </a:solidFill>
              </a:rPr>
              <a:t>Dès que la carte de reprise du travail est envoyée : sauvegarder la tâche « Paiements bloqués – L500 » comme  </a:t>
            </a:r>
            <a:r>
              <a:rPr lang="fr-BE" sz="3700" b="1" dirty="0">
                <a:solidFill>
                  <a:prstClr val="black"/>
                </a:solidFill>
              </a:rPr>
              <a:t>traitée</a:t>
            </a:r>
            <a:r>
              <a:rPr lang="fr-BE" sz="3700" dirty="0">
                <a:solidFill>
                  <a:prstClr val="black"/>
                </a:solidFill>
              </a:rPr>
              <a:t> car la tâche ne disparaîtra pas automatiquement.</a:t>
            </a:r>
          </a:p>
          <a:p>
            <a:pPr marL="857250" lvl="1" indent="-457200">
              <a:buFont typeface="Wingdings" panose="05000000000000000000" pitchFamily="2" charset="2"/>
              <a:buChar char="Ø"/>
            </a:pPr>
            <a:r>
              <a:rPr lang="fr-BE" sz="3600" dirty="0">
                <a:solidFill>
                  <a:prstClr val="black"/>
                </a:solidFill>
              </a:rPr>
              <a:t>Importance de traiter </a:t>
            </a:r>
            <a:r>
              <a:rPr lang="fr-BE" sz="3600" b="1" dirty="0">
                <a:solidFill>
                  <a:schemeClr val="accent2">
                    <a:lumMod val="75000"/>
                  </a:schemeClr>
                </a:solidFill>
              </a:rPr>
              <a:t>toutes</a:t>
            </a:r>
            <a:r>
              <a:rPr lang="fr-BE" sz="3600" dirty="0">
                <a:solidFill>
                  <a:prstClr val="black"/>
                </a:solidFill>
              </a:rPr>
              <a:t> les tâches du NISS.</a:t>
            </a:r>
            <a:r>
              <a:rPr lang="fr-BE" sz="3600" dirty="0"/>
              <a:t>	</a:t>
            </a:r>
            <a:r>
              <a:rPr lang="fr-BE" dirty="0"/>
              <a:t>	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4331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nl-BE" b="1" i="1" dirty="0"/>
              <a:t>AGR, CT, Aides à l’emploi et L500</a:t>
            </a:r>
            <a:endParaRPr lang="fr-FR" b="1" i="1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fr-BE" dirty="0"/>
              <a:t>1. Vérifier la date de la reprise du travail (dmfa A052 ou sur les documents) ;</a:t>
            </a:r>
          </a:p>
          <a:p>
            <a:pPr>
              <a:buNone/>
            </a:pPr>
            <a:r>
              <a:rPr lang="fr-BE" dirty="0"/>
              <a:t>2. Mentionner la date de fin dans la vérité « </a:t>
            </a:r>
            <a:r>
              <a:rPr lang="fr-BE" i="1" dirty="0"/>
              <a:t>Autres sources </a:t>
            </a:r>
            <a:r>
              <a:rPr lang="fr-BE" dirty="0"/>
              <a:t>» ;</a:t>
            </a:r>
          </a:p>
          <a:p>
            <a:pPr>
              <a:buNone/>
            </a:pPr>
            <a:r>
              <a:rPr lang="fr-BE" dirty="0"/>
              <a:t>3. Vérifier vérité/paramètres/blocage L500 après la suppression des tâches ;</a:t>
            </a:r>
          </a:p>
          <a:p>
            <a:pPr>
              <a:buNone/>
            </a:pPr>
            <a:r>
              <a:rPr lang="fr-BE" dirty="0"/>
              <a:t>4. Supprimer la (les) tâche(s) L500.</a:t>
            </a:r>
          </a:p>
          <a:p>
            <a:pPr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710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39552" y="2708920"/>
            <a:ext cx="8229600" cy="1143000"/>
          </a:xfrm>
        </p:spPr>
        <p:txBody>
          <a:bodyPr>
            <a:normAutofit/>
          </a:bodyPr>
          <a:lstStyle/>
          <a:p>
            <a:r>
              <a:rPr lang="fr-BE" sz="6000" b="1" i="1" dirty="0"/>
              <a:t>4. Flux </a:t>
            </a:r>
            <a:r>
              <a:rPr lang="fr-BE" sz="6000" b="1" i="1" dirty="0">
                <a:solidFill>
                  <a:schemeClr val="accent2">
                    <a:lumMod val="75000"/>
                  </a:schemeClr>
                </a:solidFill>
              </a:rPr>
              <a:t>L710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36902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nl-BE" b="1" i="1" dirty="0"/>
              <a:t>Calcul du Passé </a:t>
            </a:r>
            <a:r>
              <a:rPr lang="nl-BE" b="1" i="1" dirty="0" err="1"/>
              <a:t>Professionnel</a:t>
            </a:r>
            <a:endParaRPr lang="en-US" b="1" i="1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457200" lvl="1" indent="-4572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sz="3200" b="1" dirty="0"/>
              <a:t>Tâche « </a:t>
            </a:r>
            <a:r>
              <a:rPr lang="fr-FR" sz="3200" b="1" i="1" dirty="0">
                <a:solidFill>
                  <a:schemeClr val="accent2">
                    <a:lumMod val="75000"/>
                  </a:schemeClr>
                </a:solidFill>
              </a:rPr>
              <a:t>demander passé professionnel </a:t>
            </a:r>
            <a:r>
              <a:rPr lang="fr-FR" sz="3200" b="1" i="1" dirty="0"/>
              <a:t>» </a:t>
            </a:r>
            <a:r>
              <a:rPr lang="fr-FR" sz="3200" dirty="0"/>
              <a:t>:</a:t>
            </a:r>
            <a:r>
              <a:rPr lang="fr-BE" sz="3200" dirty="0"/>
              <a:t> introduire une demande de flux L710 (passé professionnel) manuellement. Et ensuite, nous indiquons la tâche comme étant en cours de traitement. </a:t>
            </a:r>
          </a:p>
          <a:p>
            <a:pPr marL="457200" lvl="1" indent="-4572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BE" sz="3200" b="1" dirty="0"/>
              <a:t>Tâche « </a:t>
            </a:r>
            <a:r>
              <a:rPr lang="fr-BE" sz="3200" b="1" i="1" dirty="0">
                <a:solidFill>
                  <a:schemeClr val="accent2">
                    <a:lumMod val="75000"/>
                  </a:schemeClr>
                </a:solidFill>
              </a:rPr>
              <a:t>réponse passé professionnel </a:t>
            </a:r>
            <a:r>
              <a:rPr lang="fr-BE" sz="3200" b="1" i="1" dirty="0"/>
              <a:t>» </a:t>
            </a:r>
            <a:r>
              <a:rPr lang="fr-BE" sz="3200" dirty="0"/>
              <a:t>: le flux L710 doit être envoyé avec un script 8.1 : si la demande du flux L710 a pour objectif de déterminer les phases variables de la dégressivité en fonction du PP.</a:t>
            </a:r>
            <a:endParaRPr lang="fr-FR" sz="32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73785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39552" y="2708920"/>
            <a:ext cx="8229600" cy="1143000"/>
          </a:xfrm>
        </p:spPr>
        <p:txBody>
          <a:bodyPr>
            <a:normAutofit/>
          </a:bodyPr>
          <a:lstStyle/>
          <a:p>
            <a:r>
              <a:rPr lang="fr-BE" sz="6000" b="1" i="1" dirty="0"/>
              <a:t>5. Flux </a:t>
            </a:r>
            <a:r>
              <a:rPr lang="fr-BE" sz="6000" b="1" i="1" dirty="0">
                <a:solidFill>
                  <a:schemeClr val="accent2">
                    <a:lumMod val="75000"/>
                  </a:schemeClr>
                </a:solidFill>
              </a:rPr>
              <a:t>A950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67761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nl-BE" b="1" i="1" dirty="0"/>
              <a:t>Dimona</a:t>
            </a:r>
            <a:endParaRPr lang="en-US" b="1" i="1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179512" y="1600200"/>
            <a:ext cx="8784976" cy="452596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nl-BE" dirty="0"/>
              <a:t>Dimona = 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fr-FR" sz="3200" dirty="0"/>
              <a:t>Dim = 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D</a:t>
            </a:r>
            <a:r>
              <a:rPr lang="fr-FR" sz="3200" dirty="0"/>
              <a:t>éclaration 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im</a:t>
            </a:r>
            <a:r>
              <a:rPr lang="fr-FR" sz="3200" dirty="0"/>
              <a:t>médiate			</a:t>
            </a:r>
          </a:p>
          <a:p>
            <a:pPr lvl="1">
              <a:lnSpc>
                <a:spcPct val="90000"/>
              </a:lnSpc>
              <a:buClr>
                <a:schemeClr val="tx1"/>
              </a:buClr>
            </a:pPr>
            <a:r>
              <a:rPr lang="fr-FR" sz="3200" dirty="0"/>
              <a:t>ona = 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on</a:t>
            </a:r>
            <a:r>
              <a:rPr lang="fr-FR" sz="3200" dirty="0"/>
              <a:t>middellijke </a:t>
            </a:r>
            <a:r>
              <a:rPr lang="fr-FR" sz="3200" b="1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r>
              <a:rPr lang="fr-FR" sz="3200" dirty="0"/>
              <a:t>angifte</a:t>
            </a:r>
          </a:p>
          <a:p>
            <a:pPr marL="514350" indent="-4572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FR" dirty="0"/>
              <a:t>L’employeur est obligé de communiquer à l’ONSS, de façon électronique, toute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entrée</a:t>
            </a:r>
            <a:r>
              <a:rPr lang="fr-FR" dirty="0"/>
              <a:t> et </a:t>
            </a:r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sortie</a:t>
            </a:r>
            <a:r>
              <a:rPr lang="fr-FR" dirty="0"/>
              <a:t> de service d’un travailleur (Dimona </a:t>
            </a:r>
            <a:r>
              <a:rPr lang="fr-FR" b="1" dirty="0"/>
              <a:t>IN</a:t>
            </a:r>
            <a:r>
              <a:rPr lang="fr-FR" dirty="0"/>
              <a:t> et </a:t>
            </a:r>
            <a:r>
              <a:rPr lang="fr-FR" b="1" dirty="0"/>
              <a:t>OUT</a:t>
            </a:r>
            <a:r>
              <a:rPr lang="fr-FR" dirty="0"/>
              <a:t>).</a:t>
            </a:r>
          </a:p>
          <a:p>
            <a:pPr marL="514350" indent="-4572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fr-BE" dirty="0"/>
              <a:t>Les données Dimona se trouvent à deux endroits dans Horizon:</a:t>
            </a:r>
          </a:p>
          <a:p>
            <a:pPr marL="1314450" lvl="2" indent="-4572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BE" sz="3000" dirty="0"/>
              <a:t>dans le calendrier système d’un portefeuille ;</a:t>
            </a:r>
          </a:p>
          <a:p>
            <a:pPr marL="1314450" lvl="2" indent="-457200">
              <a:lnSpc>
                <a:spcPct val="9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BE" sz="3000" dirty="0"/>
              <a:t>dans la vérité  “Dimona”.</a:t>
            </a:r>
          </a:p>
          <a:p>
            <a:pPr marL="358775" lvl="1" indent="-358775">
              <a:lnSpc>
                <a:spcPct val="90000"/>
              </a:lnSpc>
              <a:buClr>
                <a:schemeClr val="tx1"/>
              </a:buClr>
              <a:buFont typeface="Arial" pitchFamily="34" charset="0"/>
              <a:buChar char="•"/>
            </a:pPr>
            <a:endParaRPr lang="fr-FR" sz="2400" dirty="0"/>
          </a:p>
          <a:p>
            <a:pPr marL="358775" lvl="1" indent="-358775">
              <a:lnSpc>
                <a:spcPct val="90000"/>
              </a:lnSpc>
              <a:buClr>
                <a:schemeClr val="tx1"/>
              </a:buClr>
              <a:buFont typeface="Arial" pitchFamily="34" charset="0"/>
              <a:buChar char="•"/>
            </a:pPr>
            <a:endParaRPr lang="fr-FR" sz="24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3746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r"/>
            <a:r>
              <a:rPr lang="nl-BE" b="1" i="1" dirty="0" err="1"/>
              <a:t>Tâche</a:t>
            </a:r>
            <a:r>
              <a:rPr lang="nl-BE" b="1" i="1" dirty="0"/>
              <a:t> “</a:t>
            </a:r>
            <a:r>
              <a:rPr lang="nl-BE" b="1" i="1" dirty="0" err="1"/>
              <a:t>Contradiction</a:t>
            </a:r>
            <a:r>
              <a:rPr lang="nl-BE" b="1" i="1" dirty="0"/>
              <a:t> avec Dimona”</a:t>
            </a:r>
            <a:endParaRPr lang="fr-FR" b="1" i="1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lvl="1" indent="-457200">
              <a:buFont typeface="Wingdings" panose="05000000000000000000" pitchFamily="2" charset="2"/>
              <a:buChar char="§"/>
            </a:pPr>
            <a:r>
              <a:rPr lang="nl-BE" dirty="0"/>
              <a:t>V</a:t>
            </a:r>
            <a:r>
              <a:rPr lang="fr-BE" dirty="0"/>
              <a:t>isualise les mois qui ont été payés en chômage complet pour lesquels les jours mentionnés dans </a:t>
            </a:r>
            <a:r>
              <a:rPr lang="fr-BE" i="1" dirty="0">
                <a:solidFill>
                  <a:schemeClr val="accent2">
                    <a:lumMod val="75000"/>
                  </a:schemeClr>
                </a:solidFill>
              </a:rPr>
              <a:t>Dimona</a:t>
            </a:r>
            <a:r>
              <a:rPr lang="fr-BE" dirty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fr-BE" dirty="0"/>
              <a:t>et </a:t>
            </a:r>
            <a:r>
              <a:rPr lang="fr-BE" i="1" dirty="0">
                <a:solidFill>
                  <a:schemeClr val="accent2">
                    <a:lumMod val="75000"/>
                  </a:schemeClr>
                </a:solidFill>
              </a:rPr>
              <a:t>les jours du calendrier de l’assuré social</a:t>
            </a:r>
            <a:r>
              <a:rPr lang="fr-BE" dirty="0"/>
              <a:t> ne correspondent pas. </a:t>
            </a:r>
          </a:p>
          <a:p>
            <a:pPr marL="0" indent="0">
              <a:buNone/>
            </a:pPr>
            <a:r>
              <a:rPr lang="nl-NL" dirty="0">
                <a:sym typeface="Wingdings" panose="05000000000000000000" pitchFamily="2" charset="2"/>
              </a:rPr>
              <a:t> </a:t>
            </a:r>
            <a:r>
              <a:rPr lang="nl-NL" b="1" dirty="0"/>
              <a:t>2 possibilités </a:t>
            </a:r>
            <a:r>
              <a:rPr lang="nl-NL" dirty="0"/>
              <a:t>:</a:t>
            </a:r>
          </a:p>
          <a:p>
            <a:pPr marL="971550" lvl="1" indent="-514350">
              <a:buFont typeface="+mj-lt"/>
              <a:buAutoNum type="arabicPeriod"/>
            </a:pPr>
            <a:r>
              <a:rPr lang="nl-NL" dirty="0"/>
              <a:t>Réception </a:t>
            </a:r>
            <a:r>
              <a:rPr lang="fr-BE" dirty="0"/>
              <a:t>d’un</a:t>
            </a:r>
            <a:r>
              <a:rPr lang="nl-NL" dirty="0"/>
              <a:t> A950 et différence entre le </a:t>
            </a:r>
            <a:r>
              <a:rPr lang="fr-BE" dirty="0"/>
              <a:t>calendrier</a:t>
            </a:r>
            <a:r>
              <a:rPr lang="nl-NL" dirty="0"/>
              <a:t> de l’assuré social et la Dimona reçue OU</a:t>
            </a:r>
          </a:p>
          <a:p>
            <a:pPr marL="971550" lvl="1" indent="-514350">
              <a:buFont typeface="+mj-lt"/>
              <a:buAutoNum type="arabicPeriod"/>
            </a:pPr>
            <a:r>
              <a:rPr lang="nl-NL" dirty="0"/>
              <a:t>Le flux reçu A950 concerne un mois </a:t>
            </a:r>
            <a:r>
              <a:rPr lang="fr-BE" dirty="0"/>
              <a:t>payé</a:t>
            </a:r>
            <a:r>
              <a:rPr lang="nl-NL" dirty="0"/>
              <a:t> dans les trois mois C10 qui précèdent (le mois en cours) et Horizon détecte une différence par rapport à la situation Dimona précédente. </a:t>
            </a:r>
            <a:endParaRPr lang="nl-BE" dirty="0"/>
          </a:p>
          <a:p>
            <a:pPr>
              <a:buNone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394808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1D4D5C3D776247A0B00D9B67B18301" ma:contentTypeVersion="5" ma:contentTypeDescription="Crée un document." ma:contentTypeScope="" ma:versionID="7a3aaf4a5e491451268d7041ab422b5e">
  <xsd:schema xmlns:xsd="http://www.w3.org/2001/XMLSchema" xmlns:xs="http://www.w3.org/2001/XMLSchema" xmlns:p="http://schemas.microsoft.com/office/2006/metadata/properties" xmlns:ns2="70ec8308-a2f0-4163-8d73-ffca7c913578" xmlns:ns3="594ba5a2-1908-49bb-836f-9f7e6dbdc18e" targetNamespace="http://schemas.microsoft.com/office/2006/metadata/properties" ma:root="true" ma:fieldsID="eac2541f887c14507833b58d07aebfe8" ns2:_="" ns3:_="">
    <xsd:import namespace="70ec8308-a2f0-4163-8d73-ffca7c913578"/>
    <xsd:import namespace="594ba5a2-1908-49bb-836f-9f7e6dbdc18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8308-a2f0-4163-8d73-ffca7c9135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ba5a2-1908-49bb-836f-9f7e6dbdc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Matériel Formation" ma:contentTypeID="0x01010011E8FC1629FD884B95A0235DC4123BD80037E0190D7060C1489B20FAF4695DD315" ma:contentTypeVersion="57" ma:contentTypeDescription="" ma:contentTypeScope="" ma:versionID="6442f2986e2b2980f57b8fa509488e63">
  <xsd:schema xmlns:xsd="http://www.w3.org/2001/XMLSchema" xmlns:xs="http://www.w3.org/2001/XMLSchema" xmlns:p="http://schemas.microsoft.com/office/2006/metadata/properties" xmlns:ns2="bdec1399-7c99-4025-bfb6-e1e799e6630a" xmlns:ns3="7d2a3af0-b854-4018-b3fb-98bf2b75e19a" xmlns:ns4="1e832426-6819-49af-b751-404cdfce1567" targetNamespace="http://schemas.microsoft.com/office/2006/metadata/properties" ma:root="true" ma:fieldsID="ad90eff0833659fa5d53ae83d30d865a" ns2:_="" ns3:_="" ns4:_="">
    <xsd:import namespace="bdec1399-7c99-4025-bfb6-e1e799e6630a"/>
    <xsd:import namespace="7d2a3af0-b854-4018-b3fb-98bf2b75e19a"/>
    <xsd:import namespace="1e832426-6819-49af-b751-404cdfce1567"/>
    <xsd:element name="properties">
      <xsd:complexType>
        <xsd:sequence>
          <xsd:element name="documentManagement">
            <xsd:complexType>
              <xsd:all>
                <xsd:element ref="ns2:Module" minOccurs="0"/>
                <xsd:element ref="ns2:Statut"/>
                <xsd:element ref="ns4:_dlc_DocIdPersistId" minOccurs="0"/>
                <xsd:element ref="ns2:md32eaf952984c26aec09f4d347b7a74" minOccurs="0"/>
                <xsd:element ref="ns4:TaxCatchAll" minOccurs="0"/>
                <xsd:element ref="ns4:TaxCatchAllLabel" minOccurs="0"/>
                <xsd:element ref="ns2:jf19b1af64ba461daa355c445df11db3" minOccurs="0"/>
                <xsd:element ref="ns2:j804b76d84c34da19371d405cb7d8703" minOccurs="0"/>
                <xsd:element ref="ns2:k7d10f80c005470c98686ee276ce795b" minOccurs="0"/>
                <xsd:element ref="ns4:_dlc_DocId" minOccurs="0"/>
                <xsd:element ref="ns2:occ5f7d46c654b18859d90e8d617f5d0" minOccurs="0"/>
                <xsd:element ref="ns4:_dlc_DocIdUr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ec1399-7c99-4025-bfb6-e1e799e6630a" elementFormDefault="qualified">
    <xsd:import namespace="http://schemas.microsoft.com/office/2006/documentManagement/types"/>
    <xsd:import namespace="http://schemas.microsoft.com/office/infopath/2007/PartnerControls"/>
    <xsd:element name="Module" ma:index="4" nillable="true" ma:displayName="Module" ma:description="Valeurs 1 à 80" ma:indexed="true" ma:internalName="Module" ma:readOnly="false" ma:percentage="FALSE">
      <xsd:simpleType>
        <xsd:restriction base="dms:Number">
          <xsd:maxInclusive value="80"/>
          <xsd:minInclusive value="0"/>
        </xsd:restriction>
      </xsd:simpleType>
    </xsd:element>
    <xsd:element name="Statut" ma:index="5" ma:displayName="Statut" ma:default="En cours" ma:format="RadioButtons" ma:indexed="true" ma:internalName="Statut" ma:readOnly="false">
      <xsd:simpleType>
        <xsd:restriction base="dms:Choice">
          <xsd:enumeration value="En cours"/>
          <xsd:enumeration value="Final"/>
          <xsd:enumeration value="Archive"/>
        </xsd:restriction>
      </xsd:simpleType>
    </xsd:element>
    <xsd:element name="md32eaf952984c26aec09f4d347b7a74" ma:index="11" nillable="true" ma:taxonomy="true" ma:internalName="md32eaf952984c26aec09f4d347b7a74" ma:taxonomyFieldName="Type_x0020_document" ma:displayName="Type document" ma:indexed="true" ma:readOnly="false" ma:fieldId="{6d32eaf9-5298-4c26-aec0-9f4d347b7a74}" ma:sspId="4a2598b1-08ab-4950-8754-92b55e3dff8f" ma:termSetId="2e89b6d9-ed4d-4b29-9fc3-ad84c74cbac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f19b1af64ba461daa355c445df11db3" ma:index="15" nillable="true" ma:taxonomy="true" ma:internalName="jf19b1af64ba461daa355c445df11db3" ma:taxonomyFieldName="Type_x0020_formation" ma:displayName="Type formation" ma:indexed="true" ma:readOnly="false" ma:fieldId="{3f19b1af-64ba-461d-aa35-5c445df11db3}" ma:sspId="4a2598b1-08ab-4950-8754-92b55e3dff8f" ma:termSetId="f1b6e414-f9e1-424a-b54b-6296e61f8b6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804b76d84c34da19371d405cb7d8703" ma:index="19" nillable="true" ma:taxonomy="true" ma:internalName="j804b76d84c34da19371d405cb7d8703" ma:taxonomyFieldName="Domaine" ma:displayName="Domaine" ma:readOnly="false" ma:fieldId="{3804b76d-84c3-4da1-9371-d405cb7d8703}" ma:taxonomyMulti="true" ma:sspId="4a2598b1-08ab-4950-8754-92b55e3dff8f" ma:termSetId="9aa396fc-6b21-4f6c-8f09-b5be8f19703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7d10f80c005470c98686ee276ce795b" ma:index="21" nillable="true" ma:taxonomy="true" ma:internalName="k7d10f80c005470c98686ee276ce795b" ma:taxonomyFieldName="Th_x00e8_me" ma:displayName="Thème" ma:readOnly="false" ma:fieldId="{47d10f80-c005-470c-9868-6ee276ce795b}" ma:taxonomyMulti="true" ma:sspId="4a2598b1-08ab-4950-8754-92b55e3dff8f" ma:termSetId="96e8d8b8-5f8c-4d13-a79b-e20e52e1720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occ5f7d46c654b18859d90e8d617f5d0" ma:index="23" nillable="true" ma:taxonomy="true" ma:internalName="occ5f7d46c654b18859d90e8d617f5d0" ma:taxonomyFieldName="Public_x0020_Cible" ma:displayName="Public Cible" ma:readOnly="false" ma:fieldId="{8cc5f7d4-6c65-4b18-859d-90e8d617f5d0}" ma:taxonomyMulti="true" ma:sspId="4a2598b1-08ab-4950-8754-92b55e3dff8f" ma:termSetId="15f25491-8512-4b98-b974-b3af985da75a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2a3af0-b854-4018-b3fb-98bf2b75e1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2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28" nillable="true" ma:displayName="Tags" ma:internalName="MediaServiceAutoTags" ma:readOnly="true">
      <xsd:simpleType>
        <xsd:restriction base="dms:Text"/>
      </xsd:simpleType>
    </xsd:element>
    <xsd:element name="MediaServiceLocation" ma:index="29" nillable="true" ma:displayName="Location" ma:internalName="MediaServiceLocation" ma:readOnly="true">
      <xsd:simpleType>
        <xsd:restriction base="dms:Text"/>
      </xsd:simpleType>
    </xsd:element>
    <xsd:element name="MediaServiceOCR" ma:index="3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3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3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832426-6819-49af-b751-404cdfce1567" elementFormDefault="qualified">
    <xsd:import namespace="http://schemas.microsoft.com/office/2006/documentManagement/types"/>
    <xsd:import namespace="http://schemas.microsoft.com/office/infopath/2007/PartnerControls"/>
    <xsd:element name="_dlc_DocIdPersistId" ma:index="10" nillable="true" ma:displayName="Id blijven behouden" ma:description="Id behouden tijdens toevoegen." ma:hidden="true" ma:internalName="_dlc_DocIdPersistId" ma:readOnly="true">
      <xsd:simpleType>
        <xsd:restriction base="dms:Boolean"/>
      </xsd:simpleType>
    </xsd:element>
    <xsd:element name="TaxCatchAll" ma:index="12" nillable="true" ma:displayName="Taxonomy Catch All Column" ma:hidden="true" ma:list="{323679a5-830d-4928-9bb5-b6f35125faa4}" ma:internalName="TaxCatchAll" ma:readOnly="false" ma:showField="CatchAllData" ma:web="bdec1399-7c99-4025-bfb6-e1e799e663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3" nillable="true" ma:displayName="Taxonomy Catch All Column1" ma:hidden="true" ma:list="{323679a5-830d-4928-9bb5-b6f35125faa4}" ma:internalName="TaxCatchAllLabel" ma:readOnly="true" ma:showField="CatchAllDataLabel" ma:web="bdec1399-7c99-4025-bfb6-e1e799e6630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_dlc_DocId" ma:index="22" nillable="true" ma:displayName="Valeur d’ID de document" ma:description="Valeur de l’ID de document affecté à cet élément." ma:internalName="_dlc_DocId" ma:readOnly="true">
      <xsd:simpleType>
        <xsd:restriction base="dms:Text"/>
      </xsd:simpleType>
    </xsd:element>
    <xsd:element name="_dlc_DocIdUrl" ma:index="24" nillable="true" ma:displayName="ID de document" ma:description="Lien permanent vers ce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4" ma:displayName="Type de contenu"/>
        <xsd:element ref="dc:title" minOccurs="0" maxOccurs="1" ma:index="1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C22D17E-6D55-4090-A928-718010D07807}">
  <ds:schemaRefs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7d2a3af0-b854-4018-b3fb-98bf2b75e19a"/>
    <ds:schemaRef ds:uri="1e832426-6819-49af-b751-404cdfce1567"/>
    <ds:schemaRef ds:uri="http://schemas.microsoft.com/office/2006/metadata/properties"/>
    <ds:schemaRef ds:uri="bdec1399-7c99-4025-bfb6-e1e799e6630a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AE49635-D58F-4319-A4B4-61134DC185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FEF125-D174-48EC-B349-45C203D36F11}"/>
</file>

<file path=customXml/itemProps4.xml><?xml version="1.0" encoding="utf-8"?>
<ds:datastoreItem xmlns:ds="http://schemas.openxmlformats.org/officeDocument/2006/customXml" ds:itemID="{60C40BE4-D2A7-4099-9732-BF498BAAC21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dec1399-7c99-4025-bfb6-e1e799e6630a"/>
    <ds:schemaRef ds:uri="7d2a3af0-b854-4018-b3fb-98bf2b75e19a"/>
    <ds:schemaRef ds:uri="1e832426-6819-49af-b751-404cdfce156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10439</TotalTime>
  <Words>1346</Words>
  <Application>Microsoft Office PowerPoint</Application>
  <PresentationFormat>Affichage à l'écran (4:3)</PresentationFormat>
  <Paragraphs>176</Paragraphs>
  <Slides>23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23</vt:i4>
      </vt:variant>
    </vt:vector>
  </HeadingPairs>
  <TitlesOfParts>
    <vt:vector size="31" baseType="lpstr">
      <vt:lpstr>Arial</vt:lpstr>
      <vt:lpstr>Arial Black</vt:lpstr>
      <vt:lpstr>Arial Rounded MT Bold</vt:lpstr>
      <vt:lpstr>Bernard MT Condensed</vt:lpstr>
      <vt:lpstr>Calibri</vt:lpstr>
      <vt:lpstr>Rockwell</vt:lpstr>
      <vt:lpstr>Wingdings</vt:lpstr>
      <vt:lpstr>Thème Office</vt:lpstr>
      <vt:lpstr>BCSS - Flux</vt:lpstr>
      <vt:lpstr>Présentation PowerPoint</vt:lpstr>
      <vt:lpstr>1. Banque Carrefour de la Sécurité Sociale</vt:lpstr>
      <vt:lpstr>  Schéma du  réseau </vt:lpstr>
      <vt:lpstr>Présentation PowerPoint</vt:lpstr>
      <vt:lpstr>BCSS</vt:lpstr>
      <vt:lpstr>Présentation PowerPoint</vt:lpstr>
      <vt:lpstr>2. Déclaration du Risque Social</vt:lpstr>
      <vt:lpstr>DRS et Horizon</vt:lpstr>
      <vt:lpstr>DRS et Horizon</vt:lpstr>
      <vt:lpstr>3. Flux L500</vt:lpstr>
      <vt:lpstr>Flux L500</vt:lpstr>
      <vt:lpstr> Tâche « Traiter  L500 reçu »  </vt:lpstr>
      <vt:lpstr> Tâche « Paiements bloqués L500 » </vt:lpstr>
      <vt:lpstr>Tâche « Paiements bloqués L500 »</vt:lpstr>
      <vt:lpstr>Tâche « L500 »</vt:lpstr>
      <vt:lpstr>Tâche « L500 »</vt:lpstr>
      <vt:lpstr>AGR, CT, Aides à l’emploi et L500</vt:lpstr>
      <vt:lpstr>4. Flux L710</vt:lpstr>
      <vt:lpstr>Calcul du Passé Professionnel</vt:lpstr>
      <vt:lpstr>5. Flux A950</vt:lpstr>
      <vt:lpstr>Dimona</vt:lpstr>
      <vt:lpstr>Tâche “Contradiction avec Dimona”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FCJ-M21-BCSS-Flux-FLT</dc:title>
  <dc:creator>u99lge</dc:creator>
  <cp:lastModifiedBy>Jerome Martini</cp:lastModifiedBy>
  <cp:revision>460</cp:revision>
  <cp:lastPrinted>2018-12-04T08:04:41Z</cp:lastPrinted>
  <dcterms:created xsi:type="dcterms:W3CDTF">2010-09-22T12:12:06Z</dcterms:created>
  <dcterms:modified xsi:type="dcterms:W3CDTF">2023-10-31T10:48:52Z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0x01010011E8FC1629FD884B95A0235DC4123BD80037E0190D7060C1489B20FAF4695DD315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17;#Admissibilité|d1ac0b1f-1e4c-4aa8-9a97-5b01e61985ba;#22;#Indemnisabilité|b5f95997-28b8-41b1-bbb7-1a3d8a5995b4;#13;#Tâches|addb87cc-e52a-4e6f-a061-fdea8baf7830</vt:lpwstr>
  </property>
  <property fmtid="{D5CDD505-2E9C-101B-9397-08002B2CF9AE}" pid="7" name="Thème">
    <vt:lpwstr>56;#BCSS - Flux|05ba361a-b87b-4a40-90a2-327baa279625</vt:lpwstr>
  </property>
  <property fmtid="{D5CDD505-2E9C-101B-9397-08002B2CF9AE}" pid="8" name="Order">
    <vt:r8>50500</vt:r8>
  </property>
  <property fmtid="{D5CDD505-2E9C-101B-9397-08002B2CF9AE}" pid="9" name="_dlc_DocIdItemGuid">
    <vt:lpwstr>82baba2e-13f4-4e09-98e0-7e2ac99f6a4f</vt:lpwstr>
  </property>
  <property fmtid="{D5CDD505-2E9C-101B-9397-08002B2CF9AE}" pid="10" name="AuthorIds_UIVersion_9216">
    <vt:lpwstr>21</vt:lpwstr>
  </property>
</Properties>
</file>