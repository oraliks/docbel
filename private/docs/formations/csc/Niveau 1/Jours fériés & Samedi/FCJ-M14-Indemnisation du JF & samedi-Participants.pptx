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322" r:id="rId5"/>
    <p:sldId id="361" r:id="rId6"/>
    <p:sldId id="359" r:id="rId7"/>
    <p:sldId id="345" r:id="rId8"/>
    <p:sldId id="383" r:id="rId9"/>
    <p:sldId id="384" r:id="rId10"/>
    <p:sldId id="385" r:id="rId11"/>
    <p:sldId id="324" r:id="rId12"/>
    <p:sldId id="326" r:id="rId13"/>
    <p:sldId id="386" r:id="rId14"/>
    <p:sldId id="329" r:id="rId15"/>
    <p:sldId id="387" r:id="rId16"/>
    <p:sldId id="331" r:id="rId17"/>
    <p:sldId id="388" r:id="rId18"/>
    <p:sldId id="405" r:id="rId19"/>
    <p:sldId id="406" r:id="rId20"/>
    <p:sldId id="389" r:id="rId21"/>
    <p:sldId id="335" r:id="rId22"/>
    <p:sldId id="360" r:id="rId23"/>
    <p:sldId id="337" r:id="rId24"/>
    <p:sldId id="338" r:id="rId25"/>
    <p:sldId id="339" r:id="rId26"/>
    <p:sldId id="390" r:id="rId27"/>
    <p:sldId id="341" r:id="rId28"/>
    <p:sldId id="349" r:id="rId29"/>
    <p:sldId id="394" r:id="rId30"/>
    <p:sldId id="356" r:id="rId31"/>
    <p:sldId id="357" r:id="rId32"/>
    <p:sldId id="391" r:id="rId33"/>
    <p:sldId id="393" r:id="rId34"/>
    <p:sldId id="343" r:id="rId35"/>
  </p:sldIdLst>
  <p:sldSz cx="9144000" cy="6858000" type="screen4x3"/>
  <p:notesSz cx="6669088" cy="9906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9933"/>
    <a:srgbClr val="669900"/>
    <a:srgbClr val="00FF00"/>
    <a:srgbClr val="0033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45" autoAdjust="0"/>
  </p:normalViewPr>
  <p:slideViewPr>
    <p:cSldViewPr>
      <p:cViewPr varScale="1">
        <p:scale>
          <a:sx n="72" d="100"/>
          <a:sy n="72" d="100"/>
        </p:scale>
        <p:origin x="1762" y="4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Bakhouch" userId="73dd2563-15dd-4a92-a603-4f4d9eda9088" providerId="ADAL" clId="{9D48DD71-E9FA-4B66-AC21-44B7E14C329D}"/>
    <pc:docChg chg="undo custSel addSld delSld">
      <pc:chgData name="Ali Bakhouch" userId="73dd2563-15dd-4a92-a603-4f4d9eda9088" providerId="ADAL" clId="{9D48DD71-E9FA-4B66-AC21-44B7E14C329D}" dt="2023-12-17T06:15:23.398" v="1" actId="47"/>
      <pc:docMkLst>
        <pc:docMk/>
      </pc:docMkLst>
      <pc:sldChg chg="add del">
        <pc:chgData name="Ali Bakhouch" userId="73dd2563-15dd-4a92-a603-4f4d9eda9088" providerId="ADAL" clId="{9D48DD71-E9FA-4B66-AC21-44B7E14C329D}" dt="2023-12-17T06:15:23.398" v="1" actId="47"/>
        <pc:sldMkLst>
          <pc:docMk/>
          <pc:sldMk cId="793204466" sldId="338"/>
        </pc:sldMkLst>
      </pc:sldChg>
    </pc:docChg>
  </pc:docChgLst>
  <pc:docChgLst>
    <pc:chgData name="Antonella Mimmo" userId="25a5e1a7-e321-4627-b0fe-fe85337315d8" providerId="ADAL" clId="{44340886-46DB-4458-934D-632DD206D393}"/>
    <pc:docChg chg="undo custSel modSld">
      <pc:chgData name="Antonella Mimmo" userId="25a5e1a7-e321-4627-b0fe-fe85337315d8" providerId="ADAL" clId="{44340886-46DB-4458-934D-632DD206D393}" dt="2022-04-05T11:23:06.556" v="109" actId="14734"/>
      <pc:docMkLst>
        <pc:docMk/>
      </pc:docMkLst>
      <pc:sldChg chg="modSp mod">
        <pc:chgData name="Antonella Mimmo" userId="25a5e1a7-e321-4627-b0fe-fe85337315d8" providerId="ADAL" clId="{44340886-46DB-4458-934D-632DD206D393}" dt="2022-04-05T11:12:06.147" v="6"/>
        <pc:sldMkLst>
          <pc:docMk/>
          <pc:sldMk cId="1748598485" sldId="398"/>
        </pc:sldMkLst>
        <pc:graphicFrameChg chg="modGraphic">
          <ac:chgData name="Antonella Mimmo" userId="25a5e1a7-e321-4627-b0fe-fe85337315d8" providerId="ADAL" clId="{44340886-46DB-4458-934D-632DD206D393}" dt="2022-04-05T11:12:06.147" v="6"/>
          <ac:graphicFrameMkLst>
            <pc:docMk/>
            <pc:sldMk cId="1748598485" sldId="398"/>
            <ac:graphicFrameMk id="4" creationId="{8D8392BC-4781-44D7-B6A5-A826B2C00AA6}"/>
          </ac:graphicFrameMkLst>
        </pc:graphicFrameChg>
      </pc:sldChg>
      <pc:sldChg chg="modSp mod">
        <pc:chgData name="Antonella Mimmo" userId="25a5e1a7-e321-4627-b0fe-fe85337315d8" providerId="ADAL" clId="{44340886-46DB-4458-934D-632DD206D393}" dt="2022-04-05T11:23:06.556" v="109" actId="14734"/>
        <pc:sldMkLst>
          <pc:docMk/>
          <pc:sldMk cId="2113698004" sldId="414"/>
        </pc:sldMkLst>
        <pc:spChg chg="mod">
          <ac:chgData name="Antonella Mimmo" userId="25a5e1a7-e321-4627-b0fe-fe85337315d8" providerId="ADAL" clId="{44340886-46DB-4458-934D-632DD206D393}" dt="2022-04-05T11:23:04.937" v="106" actId="20577"/>
          <ac:spMkLst>
            <pc:docMk/>
            <pc:sldMk cId="2113698004" sldId="414"/>
            <ac:spMk id="3" creationId="{0F33D231-0D6F-4900-BE5A-F9664F1A68CE}"/>
          </ac:spMkLst>
        </pc:spChg>
        <pc:graphicFrameChg chg="mod modGraphic">
          <ac:chgData name="Antonella Mimmo" userId="25a5e1a7-e321-4627-b0fe-fe85337315d8" providerId="ADAL" clId="{44340886-46DB-4458-934D-632DD206D393}" dt="2022-04-05T11:23:06.556" v="109" actId="14734"/>
          <ac:graphicFrameMkLst>
            <pc:docMk/>
            <pc:sldMk cId="2113698004" sldId="414"/>
            <ac:graphicFrameMk id="4" creationId="{8D8392BC-4781-44D7-B6A5-A826B2C00AA6}"/>
          </ac:graphicFrameMkLst>
        </pc:graphicFrameChg>
      </pc:sldChg>
    </pc:docChg>
  </pc:docChgLst>
  <pc:docChgLst>
    <pc:chgData name="Antonella Mimmo" userId="25a5e1a7-e321-4627-b0fe-fe85337315d8" providerId="ADAL" clId="{DEFC169E-A76E-4124-9F8A-C3F20C6B06EB}"/>
    <pc:docChg chg="undo custSel addSld delSld modSld sldOrd">
      <pc:chgData name="Antonella Mimmo" userId="25a5e1a7-e321-4627-b0fe-fe85337315d8" providerId="ADAL" clId="{DEFC169E-A76E-4124-9F8A-C3F20C6B06EB}" dt="2022-03-04T10:50:28.140" v="3973" actId="20577"/>
      <pc:docMkLst>
        <pc:docMk/>
      </pc:docMkLst>
      <pc:sldChg chg="modSp mod">
        <pc:chgData name="Antonella Mimmo" userId="25a5e1a7-e321-4627-b0fe-fe85337315d8" providerId="ADAL" clId="{DEFC169E-A76E-4124-9F8A-C3F20C6B06EB}" dt="2022-03-02T13:18:48.263" v="11" actId="20577"/>
        <pc:sldMkLst>
          <pc:docMk/>
          <pc:sldMk cId="3567974932" sldId="322"/>
        </pc:sldMkLst>
        <pc:spChg chg="mod">
          <ac:chgData name="Antonella Mimmo" userId="25a5e1a7-e321-4627-b0fe-fe85337315d8" providerId="ADAL" clId="{DEFC169E-A76E-4124-9F8A-C3F20C6B06EB}" dt="2022-03-02T13:18:48.263" v="11" actId="20577"/>
          <ac:spMkLst>
            <pc:docMk/>
            <pc:sldMk cId="3567974932" sldId="322"/>
            <ac:spMk id="2" creationId="{362F8D53-17E4-4CDF-B6D6-95A307AB42AB}"/>
          </ac:spMkLst>
        </pc:spChg>
      </pc:sldChg>
      <pc:sldChg chg="modSp mod">
        <pc:chgData name="Antonella Mimmo" userId="25a5e1a7-e321-4627-b0fe-fe85337315d8" providerId="ADAL" clId="{DEFC169E-A76E-4124-9F8A-C3F20C6B06EB}" dt="2022-03-02T13:28:48.162" v="44" actId="255"/>
        <pc:sldMkLst>
          <pc:docMk/>
          <pc:sldMk cId="1904265588" sldId="326"/>
        </pc:sldMkLst>
        <pc:spChg chg="mod">
          <ac:chgData name="Antonella Mimmo" userId="25a5e1a7-e321-4627-b0fe-fe85337315d8" providerId="ADAL" clId="{DEFC169E-A76E-4124-9F8A-C3F20C6B06EB}" dt="2022-03-02T13:28:48.162" v="44" actId="255"/>
          <ac:spMkLst>
            <pc:docMk/>
            <pc:sldMk cId="1904265588" sldId="326"/>
            <ac:spMk id="3" creationId="{00000000-0000-0000-0000-000000000000}"/>
          </ac:spMkLst>
        </pc:spChg>
      </pc:sldChg>
      <pc:sldChg chg="modSp">
        <pc:chgData name="Antonella Mimmo" userId="25a5e1a7-e321-4627-b0fe-fe85337315d8" providerId="ADAL" clId="{DEFC169E-A76E-4124-9F8A-C3F20C6B06EB}" dt="2022-03-02T13:29:08.619" v="46" actId="255"/>
        <pc:sldMkLst>
          <pc:docMk/>
          <pc:sldMk cId="3065427175" sldId="329"/>
        </pc:sldMkLst>
        <pc:spChg chg="mod">
          <ac:chgData name="Antonella Mimmo" userId="25a5e1a7-e321-4627-b0fe-fe85337315d8" providerId="ADAL" clId="{DEFC169E-A76E-4124-9F8A-C3F20C6B06EB}" dt="2022-03-02T13:29:08.619" v="46" actId="255"/>
          <ac:spMkLst>
            <pc:docMk/>
            <pc:sldMk cId="3065427175" sldId="329"/>
            <ac:spMk id="3" creationId="{00000000-0000-0000-0000-000000000000}"/>
          </ac:spMkLst>
        </pc:spChg>
      </pc:sldChg>
      <pc:sldChg chg="modSp mod modAnim">
        <pc:chgData name="Antonella Mimmo" userId="25a5e1a7-e321-4627-b0fe-fe85337315d8" providerId="ADAL" clId="{DEFC169E-A76E-4124-9F8A-C3F20C6B06EB}" dt="2022-03-02T13:30:50.705" v="64" actId="113"/>
        <pc:sldMkLst>
          <pc:docMk/>
          <pc:sldMk cId="1822361396" sldId="335"/>
        </pc:sldMkLst>
        <pc:spChg chg="mod">
          <ac:chgData name="Antonella Mimmo" userId="25a5e1a7-e321-4627-b0fe-fe85337315d8" providerId="ADAL" clId="{DEFC169E-A76E-4124-9F8A-C3F20C6B06EB}" dt="2022-03-02T13:30:50.705" v="64" actId="113"/>
          <ac:spMkLst>
            <pc:docMk/>
            <pc:sldMk cId="1822361396" sldId="335"/>
            <ac:spMk id="3" creationId="{00000000-0000-0000-0000-000000000000}"/>
          </ac:spMkLst>
        </pc:spChg>
      </pc:sldChg>
      <pc:sldChg chg="modSp">
        <pc:chgData name="Antonella Mimmo" userId="25a5e1a7-e321-4627-b0fe-fe85337315d8" providerId="ADAL" clId="{DEFC169E-A76E-4124-9F8A-C3F20C6B06EB}" dt="2022-03-02T13:31:03.161" v="65" actId="255"/>
        <pc:sldMkLst>
          <pc:docMk/>
          <pc:sldMk cId="3110770850" sldId="337"/>
        </pc:sldMkLst>
        <pc:spChg chg="mod">
          <ac:chgData name="Antonella Mimmo" userId="25a5e1a7-e321-4627-b0fe-fe85337315d8" providerId="ADAL" clId="{DEFC169E-A76E-4124-9F8A-C3F20C6B06EB}" dt="2022-03-02T13:31:03.161" v="65" actId="255"/>
          <ac:spMkLst>
            <pc:docMk/>
            <pc:sldMk cId="3110770850" sldId="337"/>
            <ac:spMk id="3" creationId="{00000000-0000-0000-0000-000000000000}"/>
          </ac:spMkLst>
        </pc:spChg>
      </pc:sldChg>
      <pc:sldChg chg="modSp mod">
        <pc:chgData name="Antonella Mimmo" userId="25a5e1a7-e321-4627-b0fe-fe85337315d8" providerId="ADAL" clId="{DEFC169E-A76E-4124-9F8A-C3F20C6B06EB}" dt="2022-03-02T13:31:23.119" v="69" actId="14100"/>
        <pc:sldMkLst>
          <pc:docMk/>
          <pc:sldMk cId="793204466" sldId="338"/>
        </pc:sldMkLst>
        <pc:spChg chg="mod">
          <ac:chgData name="Antonella Mimmo" userId="25a5e1a7-e321-4627-b0fe-fe85337315d8" providerId="ADAL" clId="{DEFC169E-A76E-4124-9F8A-C3F20C6B06EB}" dt="2022-03-02T13:31:23.119" v="69" actId="14100"/>
          <ac:spMkLst>
            <pc:docMk/>
            <pc:sldMk cId="793204466" sldId="338"/>
            <ac:spMk id="3" creationId="{00000000-0000-0000-0000-000000000000}"/>
          </ac:spMkLst>
        </pc:spChg>
      </pc:sldChg>
      <pc:sldChg chg="modSp">
        <pc:chgData name="Antonella Mimmo" userId="25a5e1a7-e321-4627-b0fe-fe85337315d8" providerId="ADAL" clId="{DEFC169E-A76E-4124-9F8A-C3F20C6B06EB}" dt="2022-03-02T13:31:34.927" v="70" actId="255"/>
        <pc:sldMkLst>
          <pc:docMk/>
          <pc:sldMk cId="843901400" sldId="339"/>
        </pc:sldMkLst>
        <pc:spChg chg="mod">
          <ac:chgData name="Antonella Mimmo" userId="25a5e1a7-e321-4627-b0fe-fe85337315d8" providerId="ADAL" clId="{DEFC169E-A76E-4124-9F8A-C3F20C6B06EB}" dt="2022-03-02T13:31:34.927" v="70" actId="255"/>
          <ac:spMkLst>
            <pc:docMk/>
            <pc:sldMk cId="843901400" sldId="339"/>
            <ac:spMk id="3" creationId="{00000000-0000-0000-0000-000000000000}"/>
          </ac:spMkLst>
        </pc:spChg>
      </pc:sldChg>
      <pc:sldChg chg="modSp">
        <pc:chgData name="Antonella Mimmo" userId="25a5e1a7-e321-4627-b0fe-fe85337315d8" providerId="ADAL" clId="{DEFC169E-A76E-4124-9F8A-C3F20C6B06EB}" dt="2022-03-02T13:32:02.257" v="73" actId="6549"/>
        <pc:sldMkLst>
          <pc:docMk/>
          <pc:sldMk cId="2151431095" sldId="341"/>
        </pc:sldMkLst>
        <pc:spChg chg="mod">
          <ac:chgData name="Antonella Mimmo" userId="25a5e1a7-e321-4627-b0fe-fe85337315d8" providerId="ADAL" clId="{DEFC169E-A76E-4124-9F8A-C3F20C6B06EB}" dt="2022-03-02T13:32:02.257" v="73" actId="6549"/>
          <ac:spMkLst>
            <pc:docMk/>
            <pc:sldMk cId="2151431095" sldId="341"/>
            <ac:spMk id="3" creationId="{00000000-0000-0000-0000-000000000000}"/>
          </ac:spMkLst>
        </pc:spChg>
      </pc:sldChg>
      <pc:sldChg chg="modSp">
        <pc:chgData name="Antonella Mimmo" userId="25a5e1a7-e321-4627-b0fe-fe85337315d8" providerId="ADAL" clId="{DEFC169E-A76E-4124-9F8A-C3F20C6B06EB}" dt="2022-03-02T13:32:14.014" v="74" actId="255"/>
        <pc:sldMkLst>
          <pc:docMk/>
          <pc:sldMk cId="4089928066" sldId="349"/>
        </pc:sldMkLst>
        <pc:spChg chg="mod">
          <ac:chgData name="Antonella Mimmo" userId="25a5e1a7-e321-4627-b0fe-fe85337315d8" providerId="ADAL" clId="{DEFC169E-A76E-4124-9F8A-C3F20C6B06EB}" dt="2022-03-02T13:32:14.014" v="74" actId="255"/>
          <ac:spMkLst>
            <pc:docMk/>
            <pc:sldMk cId="4089928066" sldId="349"/>
            <ac:spMk id="3" creationId="{00000000-0000-0000-0000-000000000000}"/>
          </ac:spMkLst>
        </pc:spChg>
      </pc:sldChg>
      <pc:sldChg chg="modSp mod">
        <pc:chgData name="Antonella Mimmo" userId="25a5e1a7-e321-4627-b0fe-fe85337315d8" providerId="ADAL" clId="{DEFC169E-A76E-4124-9F8A-C3F20C6B06EB}" dt="2022-03-04T07:38:17.803" v="600" actId="20577"/>
        <pc:sldMkLst>
          <pc:docMk/>
          <pc:sldMk cId="838409851" sldId="367"/>
        </pc:sldMkLst>
        <pc:spChg chg="mod">
          <ac:chgData name="Antonella Mimmo" userId="25a5e1a7-e321-4627-b0fe-fe85337315d8" providerId="ADAL" clId="{DEFC169E-A76E-4124-9F8A-C3F20C6B06EB}" dt="2022-03-04T07:38:17.803" v="600" actId="20577"/>
          <ac:spMkLst>
            <pc:docMk/>
            <pc:sldMk cId="838409851" sldId="367"/>
            <ac:spMk id="3" creationId="{01CC292C-CB36-444B-A1A4-2B24AA743861}"/>
          </ac:spMkLst>
        </pc:spChg>
      </pc:sldChg>
      <pc:sldChg chg="modSp modAnim">
        <pc:chgData name="Antonella Mimmo" userId="25a5e1a7-e321-4627-b0fe-fe85337315d8" providerId="ADAL" clId="{DEFC169E-A76E-4124-9F8A-C3F20C6B06EB}" dt="2022-03-04T10:47:45.198" v="3959" actId="20577"/>
        <pc:sldMkLst>
          <pc:docMk/>
          <pc:sldMk cId="1746789967" sldId="384"/>
        </pc:sldMkLst>
        <pc:spChg chg="mod">
          <ac:chgData name="Antonella Mimmo" userId="25a5e1a7-e321-4627-b0fe-fe85337315d8" providerId="ADAL" clId="{DEFC169E-A76E-4124-9F8A-C3F20C6B06EB}" dt="2022-03-04T10:47:45.198" v="3959" actId="20577"/>
          <ac:spMkLst>
            <pc:docMk/>
            <pc:sldMk cId="1746789967" sldId="384"/>
            <ac:spMk id="3" creationId="{B854C72A-2AEB-48AD-B344-960997362579}"/>
          </ac:spMkLst>
        </pc:spChg>
      </pc:sldChg>
      <pc:sldChg chg="modSp">
        <pc:chgData name="Antonella Mimmo" userId="25a5e1a7-e321-4627-b0fe-fe85337315d8" providerId="ADAL" clId="{DEFC169E-A76E-4124-9F8A-C3F20C6B06EB}" dt="2022-03-02T13:31:45.579" v="71" actId="255"/>
        <pc:sldMkLst>
          <pc:docMk/>
          <pc:sldMk cId="4043060275" sldId="390"/>
        </pc:sldMkLst>
        <pc:spChg chg="mod">
          <ac:chgData name="Antonella Mimmo" userId="25a5e1a7-e321-4627-b0fe-fe85337315d8" providerId="ADAL" clId="{DEFC169E-A76E-4124-9F8A-C3F20C6B06EB}" dt="2022-03-02T13:31:45.579" v="71" actId="255"/>
          <ac:spMkLst>
            <pc:docMk/>
            <pc:sldMk cId="4043060275" sldId="390"/>
            <ac:spMk id="3" creationId="{00000000-0000-0000-0000-000000000000}"/>
          </ac:spMkLst>
        </pc:spChg>
      </pc:sldChg>
      <pc:sldChg chg="modSp del mod">
        <pc:chgData name="Antonella Mimmo" userId="25a5e1a7-e321-4627-b0fe-fe85337315d8" providerId="ADAL" clId="{DEFC169E-A76E-4124-9F8A-C3F20C6B06EB}" dt="2022-03-04T08:30:50.993" v="759" actId="47"/>
        <pc:sldMkLst>
          <pc:docMk/>
          <pc:sldMk cId="224372358" sldId="392"/>
        </pc:sldMkLst>
        <pc:graphicFrameChg chg="modGraphic">
          <ac:chgData name="Antonella Mimmo" userId="25a5e1a7-e321-4627-b0fe-fe85337315d8" providerId="ADAL" clId="{DEFC169E-A76E-4124-9F8A-C3F20C6B06EB}" dt="2022-03-04T07:40:00.970" v="664" actId="20577"/>
          <ac:graphicFrameMkLst>
            <pc:docMk/>
            <pc:sldMk cId="224372358" sldId="392"/>
            <ac:graphicFrameMk id="8" creationId="{335885DD-7675-4385-9398-961DD352870A}"/>
          </ac:graphicFrameMkLst>
        </pc:graphicFrameChg>
      </pc:sldChg>
      <pc:sldChg chg="modSp mod modAnim">
        <pc:chgData name="Antonella Mimmo" userId="25a5e1a7-e321-4627-b0fe-fe85337315d8" providerId="ADAL" clId="{DEFC169E-A76E-4124-9F8A-C3F20C6B06EB}" dt="2022-03-04T07:27:23.724" v="446"/>
        <pc:sldMkLst>
          <pc:docMk/>
          <pc:sldMk cId="2190904728" sldId="393"/>
        </pc:sldMkLst>
        <pc:graphicFrameChg chg="mod modGraphic">
          <ac:chgData name="Antonella Mimmo" userId="25a5e1a7-e321-4627-b0fe-fe85337315d8" providerId="ADAL" clId="{DEFC169E-A76E-4124-9F8A-C3F20C6B06EB}" dt="2022-03-02T14:40:49.671" v="240" actId="6549"/>
          <ac:graphicFrameMkLst>
            <pc:docMk/>
            <pc:sldMk cId="2190904728" sldId="393"/>
            <ac:graphicFrameMk id="5" creationId="{742FF9A0-F747-47DB-996D-26176C4DB298}"/>
          </ac:graphicFrameMkLst>
        </pc:graphicFrameChg>
        <pc:graphicFrameChg chg="mod">
          <ac:chgData name="Antonella Mimmo" userId="25a5e1a7-e321-4627-b0fe-fe85337315d8" providerId="ADAL" clId="{DEFC169E-A76E-4124-9F8A-C3F20C6B06EB}" dt="2022-03-04T07:27:23.724" v="446"/>
          <ac:graphicFrameMkLst>
            <pc:docMk/>
            <pc:sldMk cId="2190904728" sldId="393"/>
            <ac:graphicFrameMk id="21" creationId="{8EE91786-EB49-482A-8E1C-1A1DE63AC2FE}"/>
          </ac:graphicFrameMkLst>
        </pc:graphicFrameChg>
      </pc:sldChg>
      <pc:sldChg chg="addSp delSp modSp mod modAnim">
        <pc:chgData name="Antonella Mimmo" userId="25a5e1a7-e321-4627-b0fe-fe85337315d8" providerId="ADAL" clId="{DEFC169E-A76E-4124-9F8A-C3F20C6B06EB}" dt="2022-03-02T13:58:11.414" v="153" actId="20577"/>
        <pc:sldMkLst>
          <pc:docMk/>
          <pc:sldMk cId="1632780912" sldId="394"/>
        </pc:sldMkLst>
        <pc:spChg chg="mod">
          <ac:chgData name="Antonella Mimmo" userId="25a5e1a7-e321-4627-b0fe-fe85337315d8" providerId="ADAL" clId="{DEFC169E-A76E-4124-9F8A-C3F20C6B06EB}" dt="2022-03-02T13:58:11.414" v="153" actId="20577"/>
          <ac:spMkLst>
            <pc:docMk/>
            <pc:sldMk cId="1632780912" sldId="394"/>
            <ac:spMk id="3" creationId="{836E8A7A-0DD3-47EB-BF67-76D439A8B07B}"/>
          </ac:spMkLst>
        </pc:spChg>
        <pc:picChg chg="del">
          <ac:chgData name="Antonella Mimmo" userId="25a5e1a7-e321-4627-b0fe-fe85337315d8" providerId="ADAL" clId="{DEFC169E-A76E-4124-9F8A-C3F20C6B06EB}" dt="2022-03-02T13:55:40.745" v="147" actId="478"/>
          <ac:picMkLst>
            <pc:docMk/>
            <pc:sldMk cId="1632780912" sldId="394"/>
            <ac:picMk id="5" creationId="{4DF3AE6A-5100-4710-BD7A-19C26E3996EC}"/>
          </ac:picMkLst>
        </pc:picChg>
        <pc:picChg chg="del">
          <ac:chgData name="Antonella Mimmo" userId="25a5e1a7-e321-4627-b0fe-fe85337315d8" providerId="ADAL" clId="{DEFC169E-A76E-4124-9F8A-C3F20C6B06EB}" dt="2022-03-02T13:55:41.492" v="148" actId="478"/>
          <ac:picMkLst>
            <pc:docMk/>
            <pc:sldMk cId="1632780912" sldId="394"/>
            <ac:picMk id="6" creationId="{0E414E9A-7412-4FBF-8EB0-1B60C684F797}"/>
          </ac:picMkLst>
        </pc:picChg>
        <pc:picChg chg="add mod">
          <ac:chgData name="Antonella Mimmo" userId="25a5e1a7-e321-4627-b0fe-fe85337315d8" providerId="ADAL" clId="{DEFC169E-A76E-4124-9F8A-C3F20C6B06EB}" dt="2022-03-02T13:55:48.876" v="150" actId="1076"/>
          <ac:picMkLst>
            <pc:docMk/>
            <pc:sldMk cId="1632780912" sldId="394"/>
            <ac:picMk id="8" creationId="{99E7E336-7886-4F7C-93EF-75FCCD3AF6CB}"/>
          </ac:picMkLst>
        </pc:picChg>
      </pc:sldChg>
      <pc:sldChg chg="del">
        <pc:chgData name="Antonella Mimmo" userId="25a5e1a7-e321-4627-b0fe-fe85337315d8" providerId="ADAL" clId="{DEFC169E-A76E-4124-9F8A-C3F20C6B06EB}" dt="2022-03-04T10:17:31.911" v="3356" actId="47"/>
        <pc:sldMkLst>
          <pc:docMk/>
          <pc:sldMk cId="3297657818" sldId="396"/>
        </pc:sldMkLst>
      </pc:sldChg>
      <pc:sldChg chg="modSp mod ord">
        <pc:chgData name="Antonella Mimmo" userId="25a5e1a7-e321-4627-b0fe-fe85337315d8" providerId="ADAL" clId="{DEFC169E-A76E-4124-9F8A-C3F20C6B06EB}" dt="2022-03-04T09:45:32.444" v="2333" actId="2710"/>
        <pc:sldMkLst>
          <pc:docMk/>
          <pc:sldMk cId="3581544138" sldId="397"/>
        </pc:sldMkLst>
        <pc:graphicFrameChg chg="modGraphic">
          <ac:chgData name="Antonella Mimmo" userId="25a5e1a7-e321-4627-b0fe-fe85337315d8" providerId="ADAL" clId="{DEFC169E-A76E-4124-9F8A-C3F20C6B06EB}" dt="2022-03-04T09:45:32.444" v="2333" actId="2710"/>
          <ac:graphicFrameMkLst>
            <pc:docMk/>
            <pc:sldMk cId="3581544138" sldId="397"/>
            <ac:graphicFrameMk id="4" creationId="{8D8392BC-4781-44D7-B6A5-A826B2C00AA6}"/>
          </ac:graphicFrameMkLst>
        </pc:graphicFrameChg>
      </pc:sldChg>
      <pc:sldChg chg="modSp mod ord">
        <pc:chgData name="Antonella Mimmo" userId="25a5e1a7-e321-4627-b0fe-fe85337315d8" providerId="ADAL" clId="{DEFC169E-A76E-4124-9F8A-C3F20C6B06EB}" dt="2022-03-04T10:07:34.615" v="2757" actId="20577"/>
        <pc:sldMkLst>
          <pc:docMk/>
          <pc:sldMk cId="1748598485" sldId="398"/>
        </pc:sldMkLst>
        <pc:graphicFrameChg chg="modGraphic">
          <ac:chgData name="Antonella Mimmo" userId="25a5e1a7-e321-4627-b0fe-fe85337315d8" providerId="ADAL" clId="{DEFC169E-A76E-4124-9F8A-C3F20C6B06EB}" dt="2022-03-04T10:07:34.615" v="2757" actId="20577"/>
          <ac:graphicFrameMkLst>
            <pc:docMk/>
            <pc:sldMk cId="1748598485" sldId="398"/>
            <ac:graphicFrameMk id="4" creationId="{8D8392BC-4781-44D7-B6A5-A826B2C00AA6}"/>
          </ac:graphicFrameMkLst>
        </pc:graphicFrameChg>
      </pc:sldChg>
      <pc:sldChg chg="addSp modSp mod">
        <pc:chgData name="Antonella Mimmo" userId="25a5e1a7-e321-4627-b0fe-fe85337315d8" providerId="ADAL" clId="{DEFC169E-A76E-4124-9F8A-C3F20C6B06EB}" dt="2022-03-04T10:29:33.330" v="3845" actId="20577"/>
        <pc:sldMkLst>
          <pc:docMk/>
          <pc:sldMk cId="2097844817" sldId="399"/>
        </pc:sldMkLst>
        <pc:spChg chg="add mod">
          <ac:chgData name="Antonella Mimmo" userId="25a5e1a7-e321-4627-b0fe-fe85337315d8" providerId="ADAL" clId="{DEFC169E-A76E-4124-9F8A-C3F20C6B06EB}" dt="2022-03-04T10:29:33.330" v="3845" actId="20577"/>
          <ac:spMkLst>
            <pc:docMk/>
            <pc:sldMk cId="2097844817" sldId="399"/>
            <ac:spMk id="2" creationId="{C2254A1B-44AA-4F44-B8EF-A7C87148DB45}"/>
          </ac:spMkLst>
        </pc:spChg>
        <pc:graphicFrameChg chg="mod modGraphic">
          <ac:chgData name="Antonella Mimmo" userId="25a5e1a7-e321-4627-b0fe-fe85337315d8" providerId="ADAL" clId="{DEFC169E-A76E-4124-9F8A-C3F20C6B06EB}" dt="2022-03-04T10:24:37.176" v="3836" actId="14100"/>
          <ac:graphicFrameMkLst>
            <pc:docMk/>
            <pc:sldMk cId="2097844817" sldId="399"/>
            <ac:graphicFrameMk id="8" creationId="{335885DD-7675-4385-9398-961DD352870A}"/>
          </ac:graphicFrameMkLst>
        </pc:graphicFrameChg>
      </pc:sldChg>
      <pc:sldChg chg="addSp delSp modSp del mod">
        <pc:chgData name="Antonella Mimmo" userId="25a5e1a7-e321-4627-b0fe-fe85337315d8" providerId="ADAL" clId="{DEFC169E-A76E-4124-9F8A-C3F20C6B06EB}" dt="2022-03-04T08:39:17.658" v="1064" actId="47"/>
        <pc:sldMkLst>
          <pc:docMk/>
          <pc:sldMk cId="4020102599" sldId="400"/>
        </pc:sldMkLst>
        <pc:spChg chg="mod">
          <ac:chgData name="Antonella Mimmo" userId="25a5e1a7-e321-4627-b0fe-fe85337315d8" providerId="ADAL" clId="{DEFC169E-A76E-4124-9F8A-C3F20C6B06EB}" dt="2022-03-04T08:33:34.313" v="801" actId="20577"/>
          <ac:spMkLst>
            <pc:docMk/>
            <pc:sldMk cId="4020102599" sldId="400"/>
            <ac:spMk id="2" creationId="{34043096-E0C1-42A8-8B02-41F2348CEFAE}"/>
          </ac:spMkLst>
        </pc:spChg>
        <pc:spChg chg="add mod">
          <ac:chgData name="Antonella Mimmo" userId="25a5e1a7-e321-4627-b0fe-fe85337315d8" providerId="ADAL" clId="{DEFC169E-A76E-4124-9F8A-C3F20C6B06EB}" dt="2022-03-04T08:31:39.191" v="760" actId="478"/>
          <ac:spMkLst>
            <pc:docMk/>
            <pc:sldMk cId="4020102599" sldId="400"/>
            <ac:spMk id="5" creationId="{422F8E15-C365-429E-9A1F-545F46D6106B}"/>
          </ac:spMkLst>
        </pc:spChg>
        <pc:graphicFrameChg chg="del">
          <ac:chgData name="Antonella Mimmo" userId="25a5e1a7-e321-4627-b0fe-fe85337315d8" providerId="ADAL" clId="{DEFC169E-A76E-4124-9F8A-C3F20C6B06EB}" dt="2022-03-04T08:31:39.191" v="760" actId="478"/>
          <ac:graphicFrameMkLst>
            <pc:docMk/>
            <pc:sldMk cId="4020102599" sldId="400"/>
            <ac:graphicFrameMk id="8" creationId="{335885DD-7675-4385-9398-961DD352870A}"/>
          </ac:graphicFrameMkLst>
        </pc:graphicFrameChg>
        <pc:picChg chg="add mod">
          <ac:chgData name="Antonella Mimmo" userId="25a5e1a7-e321-4627-b0fe-fe85337315d8" providerId="ADAL" clId="{DEFC169E-A76E-4124-9F8A-C3F20C6B06EB}" dt="2022-03-04T08:32:23.290" v="769" actId="14100"/>
          <ac:picMkLst>
            <pc:docMk/>
            <pc:sldMk cId="4020102599" sldId="400"/>
            <ac:picMk id="6" creationId="{36B775F6-E0D8-4397-A6ED-91778C8F3A12}"/>
          </ac:picMkLst>
        </pc:picChg>
      </pc:sldChg>
      <pc:sldChg chg="modSp mod">
        <pc:chgData name="Antonella Mimmo" userId="25a5e1a7-e321-4627-b0fe-fe85337315d8" providerId="ADAL" clId="{DEFC169E-A76E-4124-9F8A-C3F20C6B06EB}" dt="2022-03-04T09:29:12.126" v="1706"/>
        <pc:sldMkLst>
          <pc:docMk/>
          <pc:sldMk cId="2080228212" sldId="401"/>
        </pc:sldMkLst>
        <pc:graphicFrameChg chg="mod modGraphic">
          <ac:chgData name="Antonella Mimmo" userId="25a5e1a7-e321-4627-b0fe-fe85337315d8" providerId="ADAL" clId="{DEFC169E-A76E-4124-9F8A-C3F20C6B06EB}" dt="2022-03-04T09:29:12.126" v="1706"/>
          <ac:graphicFrameMkLst>
            <pc:docMk/>
            <pc:sldMk cId="2080228212" sldId="401"/>
            <ac:graphicFrameMk id="4" creationId="{8D8392BC-4781-44D7-B6A5-A826B2C00AA6}"/>
          </ac:graphicFrameMkLst>
        </pc:graphicFrameChg>
      </pc:sldChg>
      <pc:sldChg chg="del">
        <pc:chgData name="Antonella Mimmo" userId="25a5e1a7-e321-4627-b0fe-fe85337315d8" providerId="ADAL" clId="{DEFC169E-A76E-4124-9F8A-C3F20C6B06EB}" dt="2022-03-04T10:17:49.666" v="3357" actId="47"/>
        <pc:sldMkLst>
          <pc:docMk/>
          <pc:sldMk cId="1211799629" sldId="402"/>
        </pc:sldMkLst>
      </pc:sldChg>
      <pc:sldChg chg="del">
        <pc:chgData name="Antonella Mimmo" userId="25a5e1a7-e321-4627-b0fe-fe85337315d8" providerId="ADAL" clId="{DEFC169E-A76E-4124-9F8A-C3F20C6B06EB}" dt="2022-03-04T10:21:00.280" v="3408" actId="47"/>
        <pc:sldMkLst>
          <pc:docMk/>
          <pc:sldMk cId="312307859" sldId="403"/>
        </pc:sldMkLst>
      </pc:sldChg>
      <pc:sldChg chg="del">
        <pc:chgData name="Antonella Mimmo" userId="25a5e1a7-e321-4627-b0fe-fe85337315d8" providerId="ADAL" clId="{DEFC169E-A76E-4124-9F8A-C3F20C6B06EB}" dt="2022-03-04T10:21:02.555" v="3409" actId="47"/>
        <pc:sldMkLst>
          <pc:docMk/>
          <pc:sldMk cId="83975615" sldId="404"/>
        </pc:sldMkLst>
      </pc:sldChg>
      <pc:sldChg chg="modSp mod">
        <pc:chgData name="Antonella Mimmo" userId="25a5e1a7-e321-4627-b0fe-fe85337315d8" providerId="ADAL" clId="{DEFC169E-A76E-4124-9F8A-C3F20C6B06EB}" dt="2022-03-04T07:19:24.571" v="324" actId="20577"/>
        <pc:sldMkLst>
          <pc:docMk/>
          <pc:sldMk cId="3374238720" sldId="405"/>
        </pc:sldMkLst>
        <pc:spChg chg="mod">
          <ac:chgData name="Antonella Mimmo" userId="25a5e1a7-e321-4627-b0fe-fe85337315d8" providerId="ADAL" clId="{DEFC169E-A76E-4124-9F8A-C3F20C6B06EB}" dt="2022-03-04T07:19:24.571" v="324" actId="20577"/>
          <ac:spMkLst>
            <pc:docMk/>
            <pc:sldMk cId="3374238720" sldId="405"/>
            <ac:spMk id="3" creationId="{E7CD7349-EE58-41C9-A33A-526D35230F36}"/>
          </ac:spMkLst>
        </pc:spChg>
        <pc:graphicFrameChg chg="modGraphic">
          <ac:chgData name="Antonella Mimmo" userId="25a5e1a7-e321-4627-b0fe-fe85337315d8" providerId="ADAL" clId="{DEFC169E-A76E-4124-9F8A-C3F20C6B06EB}" dt="2022-03-04T07:19:14.417" v="319" actId="20577"/>
          <ac:graphicFrameMkLst>
            <pc:docMk/>
            <pc:sldMk cId="3374238720" sldId="405"/>
            <ac:graphicFrameMk id="5" creationId="{E14E73FA-2108-4216-AAA0-7C56CB223EBD}"/>
          </ac:graphicFrameMkLst>
        </pc:graphicFrameChg>
      </pc:sldChg>
      <pc:sldChg chg="modSp mod">
        <pc:chgData name="Antonella Mimmo" userId="25a5e1a7-e321-4627-b0fe-fe85337315d8" providerId="ADAL" clId="{DEFC169E-A76E-4124-9F8A-C3F20C6B06EB}" dt="2022-03-04T10:50:28.140" v="3973" actId="20577"/>
        <pc:sldMkLst>
          <pc:docMk/>
          <pc:sldMk cId="2807256404" sldId="406"/>
        </pc:sldMkLst>
        <pc:spChg chg="mod">
          <ac:chgData name="Antonella Mimmo" userId="25a5e1a7-e321-4627-b0fe-fe85337315d8" providerId="ADAL" clId="{DEFC169E-A76E-4124-9F8A-C3F20C6B06EB}" dt="2022-03-04T10:50:28.140" v="3973" actId="20577"/>
          <ac:spMkLst>
            <pc:docMk/>
            <pc:sldMk cId="2807256404" sldId="406"/>
            <ac:spMk id="3" creationId="{1CA7754F-E980-444F-B90F-2596EE39CB74}"/>
          </ac:spMkLst>
        </pc:spChg>
        <pc:graphicFrameChg chg="modGraphic">
          <ac:chgData name="Antonella Mimmo" userId="25a5e1a7-e321-4627-b0fe-fe85337315d8" providerId="ADAL" clId="{DEFC169E-A76E-4124-9F8A-C3F20C6B06EB}" dt="2022-03-04T07:21:08.735" v="429" actId="20577"/>
          <ac:graphicFrameMkLst>
            <pc:docMk/>
            <pc:sldMk cId="2807256404" sldId="406"/>
            <ac:graphicFrameMk id="5" creationId="{4218720A-EC75-4788-BFFD-56B83F74549C}"/>
          </ac:graphicFrameMkLst>
        </pc:graphicFrameChg>
      </pc:sldChg>
      <pc:sldChg chg="modSp mod">
        <pc:chgData name="Antonella Mimmo" userId="25a5e1a7-e321-4627-b0fe-fe85337315d8" providerId="ADAL" clId="{DEFC169E-A76E-4124-9F8A-C3F20C6B06EB}" dt="2022-03-04T08:39:58.256" v="1072" actId="2710"/>
        <pc:sldMkLst>
          <pc:docMk/>
          <pc:sldMk cId="3236661290" sldId="407"/>
        </pc:sldMkLst>
        <pc:graphicFrameChg chg="modGraphic">
          <ac:chgData name="Antonella Mimmo" userId="25a5e1a7-e321-4627-b0fe-fe85337315d8" providerId="ADAL" clId="{DEFC169E-A76E-4124-9F8A-C3F20C6B06EB}" dt="2022-03-04T08:39:58.256" v="1072" actId="2710"/>
          <ac:graphicFrameMkLst>
            <pc:docMk/>
            <pc:sldMk cId="3236661290" sldId="407"/>
            <ac:graphicFrameMk id="4" creationId="{8D8392BC-4781-44D7-B6A5-A826B2C00AA6}"/>
          </ac:graphicFrameMkLst>
        </pc:graphicFrameChg>
      </pc:sldChg>
      <pc:sldChg chg="add del">
        <pc:chgData name="Antonella Mimmo" userId="25a5e1a7-e321-4627-b0fe-fe85337315d8" providerId="ADAL" clId="{DEFC169E-A76E-4124-9F8A-C3F20C6B06EB}" dt="2022-03-04T08:31:47.722" v="762"/>
        <pc:sldMkLst>
          <pc:docMk/>
          <pc:sldMk cId="2328358017" sldId="408"/>
        </pc:sldMkLst>
      </pc:sldChg>
      <pc:sldChg chg="add del">
        <pc:chgData name="Antonella Mimmo" userId="25a5e1a7-e321-4627-b0fe-fe85337315d8" providerId="ADAL" clId="{DEFC169E-A76E-4124-9F8A-C3F20C6B06EB}" dt="2022-03-04T08:31:54.204" v="764"/>
        <pc:sldMkLst>
          <pc:docMk/>
          <pc:sldMk cId="2540453770" sldId="408"/>
        </pc:sldMkLst>
      </pc:sldChg>
      <pc:sldChg chg="new del">
        <pc:chgData name="Antonella Mimmo" userId="25a5e1a7-e321-4627-b0fe-fe85337315d8" providerId="ADAL" clId="{DEFC169E-A76E-4124-9F8A-C3F20C6B06EB}" dt="2022-03-04T08:34:53.005" v="804" actId="47"/>
        <pc:sldMkLst>
          <pc:docMk/>
          <pc:sldMk cId="3774046191" sldId="408"/>
        </pc:sldMkLst>
      </pc:sldChg>
      <pc:sldChg chg="addSp modSp add mod">
        <pc:chgData name="Antonella Mimmo" userId="25a5e1a7-e321-4627-b0fe-fe85337315d8" providerId="ADAL" clId="{DEFC169E-A76E-4124-9F8A-C3F20C6B06EB}" dt="2022-03-04T10:31:56.602" v="3958" actId="20577"/>
        <pc:sldMkLst>
          <pc:docMk/>
          <pc:sldMk cId="738976322" sldId="409"/>
        </pc:sldMkLst>
        <pc:spChg chg="add mod">
          <ac:chgData name="Antonella Mimmo" userId="25a5e1a7-e321-4627-b0fe-fe85337315d8" providerId="ADAL" clId="{DEFC169E-A76E-4124-9F8A-C3F20C6B06EB}" dt="2022-03-04T10:31:56.602" v="3958" actId="20577"/>
          <ac:spMkLst>
            <pc:docMk/>
            <pc:sldMk cId="738976322" sldId="409"/>
            <ac:spMk id="3" creationId="{4BAC30B5-4D6E-4494-81F9-B19B78111DA1}"/>
          </ac:spMkLst>
        </pc:spChg>
        <pc:graphicFrameChg chg="mod modGraphic">
          <ac:chgData name="Antonella Mimmo" userId="25a5e1a7-e321-4627-b0fe-fe85337315d8" providerId="ADAL" clId="{DEFC169E-A76E-4124-9F8A-C3F20C6B06EB}" dt="2022-03-04T09:00:16.457" v="1181" actId="2710"/>
          <ac:graphicFrameMkLst>
            <pc:docMk/>
            <pc:sldMk cId="738976322" sldId="409"/>
            <ac:graphicFrameMk id="4" creationId="{8D8392BC-4781-44D7-B6A5-A826B2C00AA6}"/>
          </ac:graphicFrameMkLst>
        </pc:graphicFrameChg>
      </pc:sldChg>
      <pc:sldChg chg="modSp mod">
        <pc:chgData name="Antonella Mimmo" userId="25a5e1a7-e321-4627-b0fe-fe85337315d8" providerId="ADAL" clId="{DEFC169E-A76E-4124-9F8A-C3F20C6B06EB}" dt="2022-03-04T09:20:22.939" v="1676" actId="2710"/>
        <pc:sldMkLst>
          <pc:docMk/>
          <pc:sldMk cId="1610195017" sldId="410"/>
        </pc:sldMkLst>
        <pc:graphicFrameChg chg="modGraphic">
          <ac:chgData name="Antonella Mimmo" userId="25a5e1a7-e321-4627-b0fe-fe85337315d8" providerId="ADAL" clId="{DEFC169E-A76E-4124-9F8A-C3F20C6B06EB}" dt="2022-03-04T09:20:22.939" v="1676" actId="2710"/>
          <ac:graphicFrameMkLst>
            <pc:docMk/>
            <pc:sldMk cId="1610195017" sldId="410"/>
            <ac:graphicFrameMk id="8" creationId="{335885DD-7675-4385-9398-961DD352870A}"/>
          </ac:graphicFrameMkLst>
        </pc:graphicFrameChg>
      </pc:sldChg>
      <pc:sldChg chg="addSp modSp mod">
        <pc:chgData name="Antonella Mimmo" userId="25a5e1a7-e321-4627-b0fe-fe85337315d8" providerId="ADAL" clId="{DEFC169E-A76E-4124-9F8A-C3F20C6B06EB}" dt="2022-03-04T10:31:42.517" v="3957" actId="20577"/>
        <pc:sldMkLst>
          <pc:docMk/>
          <pc:sldMk cId="2104198683" sldId="411"/>
        </pc:sldMkLst>
        <pc:spChg chg="add mod">
          <ac:chgData name="Antonella Mimmo" userId="25a5e1a7-e321-4627-b0fe-fe85337315d8" providerId="ADAL" clId="{DEFC169E-A76E-4124-9F8A-C3F20C6B06EB}" dt="2022-03-04T10:31:42.517" v="3957" actId="20577"/>
          <ac:spMkLst>
            <pc:docMk/>
            <pc:sldMk cId="2104198683" sldId="411"/>
            <ac:spMk id="2" creationId="{5081A241-95AD-4873-B4E9-E396E919AF62}"/>
          </ac:spMkLst>
        </pc:spChg>
        <pc:graphicFrameChg chg="mod modGraphic">
          <ac:chgData name="Antonella Mimmo" userId="25a5e1a7-e321-4627-b0fe-fe85337315d8" providerId="ADAL" clId="{DEFC169E-A76E-4124-9F8A-C3F20C6B06EB}" dt="2022-03-04T09:03:43.383" v="1637" actId="14100"/>
          <ac:graphicFrameMkLst>
            <pc:docMk/>
            <pc:sldMk cId="2104198683" sldId="411"/>
            <ac:graphicFrameMk id="8" creationId="{335885DD-7675-4385-9398-961DD352870A}"/>
          </ac:graphicFrameMkLst>
        </pc:graphicFrameChg>
      </pc:sldChg>
      <pc:sldChg chg="addSp modSp mod">
        <pc:chgData name="Antonella Mimmo" userId="25a5e1a7-e321-4627-b0fe-fe85337315d8" providerId="ADAL" clId="{DEFC169E-A76E-4124-9F8A-C3F20C6B06EB}" dt="2022-03-04T10:30:55.717" v="3926" actId="20577"/>
        <pc:sldMkLst>
          <pc:docMk/>
          <pc:sldMk cId="2673021767" sldId="412"/>
        </pc:sldMkLst>
        <pc:spChg chg="add mod">
          <ac:chgData name="Antonella Mimmo" userId="25a5e1a7-e321-4627-b0fe-fe85337315d8" providerId="ADAL" clId="{DEFC169E-A76E-4124-9F8A-C3F20C6B06EB}" dt="2022-03-04T10:30:55.717" v="3926" actId="20577"/>
          <ac:spMkLst>
            <pc:docMk/>
            <pc:sldMk cId="2673021767" sldId="412"/>
            <ac:spMk id="3" creationId="{80741319-CAAC-4F02-ABC5-9387F500FDB5}"/>
          </ac:spMkLst>
        </pc:spChg>
        <pc:graphicFrameChg chg="mod modGraphic">
          <ac:chgData name="Antonella Mimmo" userId="25a5e1a7-e321-4627-b0fe-fe85337315d8" providerId="ADAL" clId="{DEFC169E-A76E-4124-9F8A-C3F20C6B06EB}" dt="2022-03-04T09:33:51.904" v="2225" actId="14100"/>
          <ac:graphicFrameMkLst>
            <pc:docMk/>
            <pc:sldMk cId="2673021767" sldId="412"/>
            <ac:graphicFrameMk id="4" creationId="{8D8392BC-4781-44D7-B6A5-A826B2C00AA6}"/>
          </ac:graphicFrameMkLst>
        </pc:graphicFrameChg>
      </pc:sldChg>
      <pc:sldChg chg="addSp modSp mod">
        <pc:chgData name="Antonella Mimmo" userId="25a5e1a7-e321-4627-b0fe-fe85337315d8" providerId="ADAL" clId="{DEFC169E-A76E-4124-9F8A-C3F20C6B06EB}" dt="2022-03-04T10:30:18.864" v="3883" actId="20577"/>
        <pc:sldMkLst>
          <pc:docMk/>
          <pc:sldMk cId="2451837843" sldId="413"/>
        </pc:sldMkLst>
        <pc:spChg chg="add mod">
          <ac:chgData name="Antonella Mimmo" userId="25a5e1a7-e321-4627-b0fe-fe85337315d8" providerId="ADAL" clId="{DEFC169E-A76E-4124-9F8A-C3F20C6B06EB}" dt="2022-03-04T10:30:18.864" v="3883" actId="20577"/>
          <ac:spMkLst>
            <pc:docMk/>
            <pc:sldMk cId="2451837843" sldId="413"/>
            <ac:spMk id="3" creationId="{ED4970CB-019A-4050-977A-4352ADCA0F15}"/>
          </ac:spMkLst>
        </pc:spChg>
        <pc:graphicFrameChg chg="mod modGraphic">
          <ac:chgData name="Antonella Mimmo" userId="25a5e1a7-e321-4627-b0fe-fe85337315d8" providerId="ADAL" clId="{DEFC169E-A76E-4124-9F8A-C3F20C6B06EB}" dt="2022-03-04T09:53:46.336" v="2618" actId="14100"/>
          <ac:graphicFrameMkLst>
            <pc:docMk/>
            <pc:sldMk cId="2451837843" sldId="413"/>
            <ac:graphicFrameMk id="4" creationId="{8D8392BC-4781-44D7-B6A5-A826B2C00AA6}"/>
          </ac:graphicFrameMkLst>
        </pc:graphicFrameChg>
      </pc:sldChg>
      <pc:sldChg chg="addSp modSp mod">
        <pc:chgData name="Antonella Mimmo" userId="25a5e1a7-e321-4627-b0fe-fe85337315d8" providerId="ADAL" clId="{DEFC169E-A76E-4124-9F8A-C3F20C6B06EB}" dt="2022-03-04T10:30:02.210" v="3874" actId="20577"/>
        <pc:sldMkLst>
          <pc:docMk/>
          <pc:sldMk cId="2113698004" sldId="414"/>
        </pc:sldMkLst>
        <pc:spChg chg="add mod">
          <ac:chgData name="Antonella Mimmo" userId="25a5e1a7-e321-4627-b0fe-fe85337315d8" providerId="ADAL" clId="{DEFC169E-A76E-4124-9F8A-C3F20C6B06EB}" dt="2022-03-04T10:30:02.210" v="3874" actId="20577"/>
          <ac:spMkLst>
            <pc:docMk/>
            <pc:sldMk cId="2113698004" sldId="414"/>
            <ac:spMk id="3" creationId="{0F33D231-0D6F-4900-BE5A-F9664F1A68CE}"/>
          </ac:spMkLst>
        </pc:spChg>
        <pc:graphicFrameChg chg="mod modGraphic">
          <ac:chgData name="Antonella Mimmo" userId="25a5e1a7-e321-4627-b0fe-fe85337315d8" providerId="ADAL" clId="{DEFC169E-A76E-4124-9F8A-C3F20C6B06EB}" dt="2022-03-04T10:08:12.958" v="2781" actId="14100"/>
          <ac:graphicFrameMkLst>
            <pc:docMk/>
            <pc:sldMk cId="2113698004" sldId="414"/>
            <ac:graphicFrameMk id="4" creationId="{8D8392BC-4781-44D7-B6A5-A826B2C00AA6}"/>
          </ac:graphicFrameMkLst>
        </pc:graphicFrameChg>
      </pc:sldChg>
      <pc:sldChg chg="ord">
        <pc:chgData name="Antonella Mimmo" userId="25a5e1a7-e321-4627-b0fe-fe85337315d8" providerId="ADAL" clId="{DEFC169E-A76E-4124-9F8A-C3F20C6B06EB}" dt="2022-03-04T10:25:08.601" v="3840"/>
        <pc:sldMkLst>
          <pc:docMk/>
          <pc:sldMk cId="1080711625" sldId="415"/>
        </pc:sldMkLst>
      </pc:sldChg>
    </pc:docChg>
  </pc:docChgLst>
  <pc:docChgLst>
    <pc:chgData name="Antonella Mimmo" userId="25a5e1a7-e321-4627-b0fe-fe85337315d8" providerId="ADAL" clId="{B837378D-9C1B-4AC1-84D2-5A15F7B46B47}"/>
    <pc:docChg chg="undo custSel mod addSld delSld modSld sldOrd">
      <pc:chgData name="Antonella Mimmo" userId="25a5e1a7-e321-4627-b0fe-fe85337315d8" providerId="ADAL" clId="{B837378D-9C1B-4AC1-84D2-5A15F7B46B47}" dt="2021-07-26T13:11:20.073" v="4698" actId="20577"/>
      <pc:docMkLst>
        <pc:docMk/>
      </pc:docMkLst>
      <pc:sldChg chg="modAnim">
        <pc:chgData name="Antonella Mimmo" userId="25a5e1a7-e321-4627-b0fe-fe85337315d8" providerId="ADAL" clId="{B837378D-9C1B-4AC1-84D2-5A15F7B46B47}" dt="2021-07-23T11:10:18.066" v="1160"/>
        <pc:sldMkLst>
          <pc:docMk/>
          <pc:sldMk cId="3110770850" sldId="337"/>
        </pc:sldMkLst>
      </pc:sldChg>
      <pc:sldChg chg="modTransition modAnim">
        <pc:chgData name="Antonella Mimmo" userId="25a5e1a7-e321-4627-b0fe-fe85337315d8" providerId="ADAL" clId="{B837378D-9C1B-4AC1-84D2-5A15F7B46B47}" dt="2021-07-23T11:10:29.833" v="1161"/>
        <pc:sldMkLst>
          <pc:docMk/>
          <pc:sldMk cId="793204466" sldId="338"/>
        </pc:sldMkLst>
      </pc:sldChg>
      <pc:sldChg chg="modAnim">
        <pc:chgData name="Antonella Mimmo" userId="25a5e1a7-e321-4627-b0fe-fe85337315d8" providerId="ADAL" clId="{B837378D-9C1B-4AC1-84D2-5A15F7B46B47}" dt="2021-07-23T11:10:38.845" v="1162"/>
        <pc:sldMkLst>
          <pc:docMk/>
          <pc:sldMk cId="843901400" sldId="339"/>
        </pc:sldMkLst>
      </pc:sldChg>
      <pc:sldChg chg="modAnim">
        <pc:chgData name="Antonella Mimmo" userId="25a5e1a7-e321-4627-b0fe-fe85337315d8" providerId="ADAL" clId="{B837378D-9C1B-4AC1-84D2-5A15F7B46B47}" dt="2021-07-23T11:13:07.966" v="1172"/>
        <pc:sldMkLst>
          <pc:docMk/>
          <pc:sldMk cId="2151431095" sldId="341"/>
        </pc:sldMkLst>
      </pc:sldChg>
      <pc:sldChg chg="delSp ord modTransition">
        <pc:chgData name="Antonella Mimmo" userId="25a5e1a7-e321-4627-b0fe-fe85337315d8" providerId="ADAL" clId="{B837378D-9C1B-4AC1-84D2-5A15F7B46B47}" dt="2021-07-23T11:24:50.656" v="1176"/>
        <pc:sldMkLst>
          <pc:docMk/>
          <pc:sldMk cId="363922" sldId="343"/>
        </pc:sldMkLst>
        <pc:picChg chg="del">
          <ac:chgData name="Antonella Mimmo" userId="25a5e1a7-e321-4627-b0fe-fe85337315d8" providerId="ADAL" clId="{B837378D-9C1B-4AC1-84D2-5A15F7B46B47}" dt="2021-07-23T11:24:50.656" v="1176"/>
          <ac:picMkLst>
            <pc:docMk/>
            <pc:sldMk cId="363922" sldId="343"/>
            <ac:picMk id="5" creationId="{ABB195A1-FC2E-4B3A-9F21-AC643CF6D903}"/>
          </ac:picMkLst>
        </pc:picChg>
      </pc:sldChg>
      <pc:sldChg chg="modAnim">
        <pc:chgData name="Antonella Mimmo" userId="25a5e1a7-e321-4627-b0fe-fe85337315d8" providerId="ADAL" clId="{B837378D-9C1B-4AC1-84D2-5A15F7B46B47}" dt="2021-07-23T11:10:54.521" v="1164"/>
        <pc:sldMkLst>
          <pc:docMk/>
          <pc:sldMk cId="4089928066" sldId="349"/>
        </pc:sldMkLst>
      </pc:sldChg>
      <pc:sldChg chg="modAnim">
        <pc:chgData name="Antonella Mimmo" userId="25a5e1a7-e321-4627-b0fe-fe85337315d8" providerId="ADAL" clId="{B837378D-9C1B-4AC1-84D2-5A15F7B46B47}" dt="2021-07-23T11:08:29.203" v="1157"/>
        <pc:sldMkLst>
          <pc:docMk/>
          <pc:sldMk cId="1367091762" sldId="356"/>
        </pc:sldMkLst>
      </pc:sldChg>
      <pc:sldChg chg="modAnim">
        <pc:chgData name="Antonella Mimmo" userId="25a5e1a7-e321-4627-b0fe-fe85337315d8" providerId="ADAL" clId="{B837378D-9C1B-4AC1-84D2-5A15F7B46B47}" dt="2021-07-23T11:13:37.290" v="1173"/>
        <pc:sldMkLst>
          <pc:docMk/>
          <pc:sldMk cId="1498639098" sldId="357"/>
        </pc:sldMkLst>
      </pc:sldChg>
      <pc:sldChg chg="modTransition modAnim">
        <pc:chgData name="Antonella Mimmo" userId="25a5e1a7-e321-4627-b0fe-fe85337315d8" providerId="ADAL" clId="{B837378D-9C1B-4AC1-84D2-5A15F7B46B47}" dt="2021-07-23T11:10:08.316" v="1159"/>
        <pc:sldMkLst>
          <pc:docMk/>
          <pc:sldMk cId="2726557401" sldId="360"/>
        </pc:sldMkLst>
      </pc:sldChg>
      <pc:sldChg chg="del ord">
        <pc:chgData name="Antonella Mimmo" userId="25a5e1a7-e321-4627-b0fe-fe85337315d8" providerId="ADAL" clId="{B837378D-9C1B-4AC1-84D2-5A15F7B46B47}" dt="2021-07-23T10:57:52.758" v="1097" actId="2696"/>
        <pc:sldMkLst>
          <pc:docMk/>
          <pc:sldMk cId="3075681919" sldId="366"/>
        </pc:sldMkLst>
      </pc:sldChg>
      <pc:sldChg chg="modSp">
        <pc:chgData name="Antonella Mimmo" userId="25a5e1a7-e321-4627-b0fe-fe85337315d8" providerId="ADAL" clId="{B837378D-9C1B-4AC1-84D2-5A15F7B46B47}" dt="2021-07-26T13:11:20.073" v="4698" actId="20577"/>
        <pc:sldMkLst>
          <pc:docMk/>
          <pc:sldMk cId="838409851" sldId="367"/>
        </pc:sldMkLst>
        <pc:spChg chg="mod">
          <ac:chgData name="Antonella Mimmo" userId="25a5e1a7-e321-4627-b0fe-fe85337315d8" providerId="ADAL" clId="{B837378D-9C1B-4AC1-84D2-5A15F7B46B47}" dt="2021-07-26T13:11:20.073" v="4698" actId="20577"/>
          <ac:spMkLst>
            <pc:docMk/>
            <pc:sldMk cId="838409851" sldId="367"/>
            <ac:spMk id="3" creationId="{01CC292C-CB36-444B-A1A4-2B24AA743861}"/>
          </ac:spMkLst>
        </pc:spChg>
      </pc:sldChg>
      <pc:sldChg chg="del">
        <pc:chgData name="Antonella Mimmo" userId="25a5e1a7-e321-4627-b0fe-fe85337315d8" providerId="ADAL" clId="{B837378D-9C1B-4AC1-84D2-5A15F7B46B47}" dt="2021-07-23T12:55:11.756" v="3534" actId="2696"/>
        <pc:sldMkLst>
          <pc:docMk/>
          <pc:sldMk cId="849382833" sldId="368"/>
        </pc:sldMkLst>
      </pc:sldChg>
      <pc:sldChg chg="del">
        <pc:chgData name="Antonella Mimmo" userId="25a5e1a7-e321-4627-b0fe-fe85337315d8" providerId="ADAL" clId="{B837378D-9C1B-4AC1-84D2-5A15F7B46B47}" dt="2021-07-23T12:55:14.890" v="3537" actId="2696"/>
        <pc:sldMkLst>
          <pc:docMk/>
          <pc:sldMk cId="1858324016" sldId="369"/>
        </pc:sldMkLst>
      </pc:sldChg>
      <pc:sldChg chg="del">
        <pc:chgData name="Antonella Mimmo" userId="25a5e1a7-e321-4627-b0fe-fe85337315d8" providerId="ADAL" clId="{B837378D-9C1B-4AC1-84D2-5A15F7B46B47}" dt="2021-07-23T12:55:17.762" v="3540" actId="2696"/>
        <pc:sldMkLst>
          <pc:docMk/>
          <pc:sldMk cId="3068980910" sldId="370"/>
        </pc:sldMkLst>
      </pc:sldChg>
      <pc:sldChg chg="del">
        <pc:chgData name="Antonella Mimmo" userId="25a5e1a7-e321-4627-b0fe-fe85337315d8" providerId="ADAL" clId="{B837378D-9C1B-4AC1-84D2-5A15F7B46B47}" dt="2021-07-23T12:55:20.917" v="3543" actId="2696"/>
        <pc:sldMkLst>
          <pc:docMk/>
          <pc:sldMk cId="448178840" sldId="371"/>
        </pc:sldMkLst>
      </pc:sldChg>
      <pc:sldChg chg="del">
        <pc:chgData name="Antonella Mimmo" userId="25a5e1a7-e321-4627-b0fe-fe85337315d8" providerId="ADAL" clId="{B837378D-9C1B-4AC1-84D2-5A15F7B46B47}" dt="2021-07-23T12:55:23.897" v="3546" actId="2696"/>
        <pc:sldMkLst>
          <pc:docMk/>
          <pc:sldMk cId="81198907" sldId="372"/>
        </pc:sldMkLst>
      </pc:sldChg>
      <pc:sldChg chg="del">
        <pc:chgData name="Antonella Mimmo" userId="25a5e1a7-e321-4627-b0fe-fe85337315d8" providerId="ADAL" clId="{B837378D-9C1B-4AC1-84D2-5A15F7B46B47}" dt="2021-07-23T12:55:13.056" v="3535" actId="2696"/>
        <pc:sldMkLst>
          <pc:docMk/>
          <pc:sldMk cId="338730647" sldId="373"/>
        </pc:sldMkLst>
      </pc:sldChg>
      <pc:sldChg chg="del">
        <pc:chgData name="Antonella Mimmo" userId="25a5e1a7-e321-4627-b0fe-fe85337315d8" providerId="ADAL" clId="{B837378D-9C1B-4AC1-84D2-5A15F7B46B47}" dt="2021-07-23T12:55:13.962" v="3536" actId="2696"/>
        <pc:sldMkLst>
          <pc:docMk/>
          <pc:sldMk cId="1180137051" sldId="374"/>
        </pc:sldMkLst>
      </pc:sldChg>
      <pc:sldChg chg="del">
        <pc:chgData name="Antonella Mimmo" userId="25a5e1a7-e321-4627-b0fe-fe85337315d8" providerId="ADAL" clId="{B837378D-9C1B-4AC1-84D2-5A15F7B46B47}" dt="2021-07-23T12:55:15.831" v="3538" actId="2696"/>
        <pc:sldMkLst>
          <pc:docMk/>
          <pc:sldMk cId="255457658" sldId="375"/>
        </pc:sldMkLst>
      </pc:sldChg>
      <pc:sldChg chg="del">
        <pc:chgData name="Antonella Mimmo" userId="25a5e1a7-e321-4627-b0fe-fe85337315d8" providerId="ADAL" clId="{B837378D-9C1B-4AC1-84D2-5A15F7B46B47}" dt="2021-07-23T12:55:16.807" v="3539" actId="2696"/>
        <pc:sldMkLst>
          <pc:docMk/>
          <pc:sldMk cId="1348218197" sldId="376"/>
        </pc:sldMkLst>
      </pc:sldChg>
      <pc:sldChg chg="del">
        <pc:chgData name="Antonella Mimmo" userId="25a5e1a7-e321-4627-b0fe-fe85337315d8" providerId="ADAL" clId="{B837378D-9C1B-4AC1-84D2-5A15F7B46B47}" dt="2021-07-23T12:55:19.780" v="3542" actId="2696"/>
        <pc:sldMkLst>
          <pc:docMk/>
          <pc:sldMk cId="608757884" sldId="377"/>
        </pc:sldMkLst>
      </pc:sldChg>
      <pc:sldChg chg="del">
        <pc:chgData name="Antonella Mimmo" userId="25a5e1a7-e321-4627-b0fe-fe85337315d8" providerId="ADAL" clId="{B837378D-9C1B-4AC1-84D2-5A15F7B46B47}" dt="2021-07-23T12:55:18.812" v="3541" actId="2696"/>
        <pc:sldMkLst>
          <pc:docMk/>
          <pc:sldMk cId="2430262186" sldId="378"/>
        </pc:sldMkLst>
      </pc:sldChg>
      <pc:sldChg chg="del">
        <pc:chgData name="Antonella Mimmo" userId="25a5e1a7-e321-4627-b0fe-fe85337315d8" providerId="ADAL" clId="{B837378D-9C1B-4AC1-84D2-5A15F7B46B47}" dt="2021-07-23T12:55:21.833" v="3544" actId="2696"/>
        <pc:sldMkLst>
          <pc:docMk/>
          <pc:sldMk cId="4159720720" sldId="379"/>
        </pc:sldMkLst>
      </pc:sldChg>
      <pc:sldChg chg="del">
        <pc:chgData name="Antonella Mimmo" userId="25a5e1a7-e321-4627-b0fe-fe85337315d8" providerId="ADAL" clId="{B837378D-9C1B-4AC1-84D2-5A15F7B46B47}" dt="2021-07-23T12:55:22.870" v="3545" actId="2696"/>
        <pc:sldMkLst>
          <pc:docMk/>
          <pc:sldMk cId="3276138212" sldId="380"/>
        </pc:sldMkLst>
      </pc:sldChg>
      <pc:sldChg chg="del">
        <pc:chgData name="Antonella Mimmo" userId="25a5e1a7-e321-4627-b0fe-fe85337315d8" providerId="ADAL" clId="{B837378D-9C1B-4AC1-84D2-5A15F7B46B47}" dt="2021-07-23T12:55:25.006" v="3547" actId="2696"/>
        <pc:sldMkLst>
          <pc:docMk/>
          <pc:sldMk cId="254762432" sldId="381"/>
        </pc:sldMkLst>
      </pc:sldChg>
      <pc:sldChg chg="del">
        <pc:chgData name="Antonella Mimmo" userId="25a5e1a7-e321-4627-b0fe-fe85337315d8" providerId="ADAL" clId="{B837378D-9C1B-4AC1-84D2-5A15F7B46B47}" dt="2021-07-23T12:55:26.251" v="3548" actId="2696"/>
        <pc:sldMkLst>
          <pc:docMk/>
          <pc:sldMk cId="2704727539" sldId="382"/>
        </pc:sldMkLst>
      </pc:sldChg>
      <pc:sldChg chg="addSp delSp modTransition modAnim">
        <pc:chgData name="Antonella Mimmo" userId="25a5e1a7-e321-4627-b0fe-fe85337315d8" providerId="ADAL" clId="{B837378D-9C1B-4AC1-84D2-5A15F7B46B47}" dt="2021-07-26T09:01:14.544" v="4532"/>
        <pc:sldMkLst>
          <pc:docMk/>
          <pc:sldMk cId="3115657577" sldId="386"/>
        </pc:sldMkLst>
        <pc:picChg chg="add del">
          <ac:chgData name="Antonella Mimmo" userId="25a5e1a7-e321-4627-b0fe-fe85337315d8" providerId="ADAL" clId="{B837378D-9C1B-4AC1-84D2-5A15F7B46B47}" dt="2021-07-26T09:01:14.544" v="4532"/>
          <ac:picMkLst>
            <pc:docMk/>
            <pc:sldMk cId="3115657577" sldId="386"/>
            <ac:picMk id="6" creationId="{D4428D38-44BD-4EE1-8C32-DAEBD40ADCDE}"/>
          </ac:picMkLst>
        </pc:picChg>
      </pc:sldChg>
      <pc:sldChg chg="modTransition modAnim">
        <pc:chgData name="Antonella Mimmo" userId="25a5e1a7-e321-4627-b0fe-fe85337315d8" providerId="ADAL" clId="{B837378D-9C1B-4AC1-84D2-5A15F7B46B47}" dt="2021-07-23T11:07:16.064" v="1152"/>
        <pc:sldMkLst>
          <pc:docMk/>
          <pc:sldMk cId="818886563" sldId="387"/>
        </pc:sldMkLst>
      </pc:sldChg>
      <pc:sldChg chg="modTransition modAnim">
        <pc:chgData name="Antonella Mimmo" userId="25a5e1a7-e321-4627-b0fe-fe85337315d8" providerId="ADAL" clId="{B837378D-9C1B-4AC1-84D2-5A15F7B46B47}" dt="2021-07-23T11:07:53.119" v="1155"/>
        <pc:sldMkLst>
          <pc:docMk/>
          <pc:sldMk cId="47362201" sldId="389"/>
        </pc:sldMkLst>
      </pc:sldChg>
      <pc:sldChg chg="modAnim">
        <pc:chgData name="Antonella Mimmo" userId="25a5e1a7-e321-4627-b0fe-fe85337315d8" providerId="ADAL" clId="{B837378D-9C1B-4AC1-84D2-5A15F7B46B47}" dt="2021-07-23T11:10:44.836" v="1163"/>
        <pc:sldMkLst>
          <pc:docMk/>
          <pc:sldMk cId="4043060275" sldId="390"/>
        </pc:sldMkLst>
      </pc:sldChg>
      <pc:sldChg chg="addSp delSp modSp modTransition delAnim modAnim">
        <pc:chgData name="Antonella Mimmo" userId="25a5e1a7-e321-4627-b0fe-fe85337315d8" providerId="ADAL" clId="{B837378D-9C1B-4AC1-84D2-5A15F7B46B47}" dt="2021-07-23T11:13:59.021" v="1175"/>
        <pc:sldMkLst>
          <pc:docMk/>
          <pc:sldMk cId="626320566" sldId="391"/>
        </pc:sldMkLst>
        <pc:spChg chg="add del mod">
          <ac:chgData name="Antonella Mimmo" userId="25a5e1a7-e321-4627-b0fe-fe85337315d8" providerId="ADAL" clId="{B837378D-9C1B-4AC1-84D2-5A15F7B46B47}" dt="2021-07-23T11:02:35.866" v="1124"/>
          <ac:spMkLst>
            <pc:docMk/>
            <pc:sldMk cId="626320566" sldId="391"/>
            <ac:spMk id="3" creationId="{ED371FF5-9351-4EF0-8E9C-A12211F69FB3}"/>
          </ac:spMkLst>
        </pc:spChg>
        <pc:spChg chg="add del mod">
          <ac:chgData name="Antonella Mimmo" userId="25a5e1a7-e321-4627-b0fe-fe85337315d8" providerId="ADAL" clId="{B837378D-9C1B-4AC1-84D2-5A15F7B46B47}" dt="2021-07-23T11:02:35.869" v="1126"/>
          <ac:spMkLst>
            <pc:docMk/>
            <pc:sldMk cId="626320566" sldId="391"/>
            <ac:spMk id="6" creationId="{1FC3BE38-9B2E-43B8-8B44-6EC49AE45225}"/>
          </ac:spMkLst>
        </pc:spChg>
        <pc:spChg chg="add del mod">
          <ac:chgData name="Antonella Mimmo" userId="25a5e1a7-e321-4627-b0fe-fe85337315d8" providerId="ADAL" clId="{B837378D-9C1B-4AC1-84D2-5A15F7B46B47}" dt="2021-07-23T09:11:58.321" v="555" actId="26606"/>
          <ac:spMkLst>
            <pc:docMk/>
            <pc:sldMk cId="626320566" sldId="391"/>
            <ac:spMk id="7" creationId="{B3CEC4FC-4F79-4EC4-A3A5-87DF16576B55}"/>
          </ac:spMkLst>
        </pc:spChg>
        <pc:spChg chg="add del mod">
          <ac:chgData name="Antonella Mimmo" userId="25a5e1a7-e321-4627-b0fe-fe85337315d8" providerId="ADAL" clId="{B837378D-9C1B-4AC1-84D2-5A15F7B46B47}" dt="2021-07-23T11:02:35.872" v="1128"/>
          <ac:spMkLst>
            <pc:docMk/>
            <pc:sldMk cId="626320566" sldId="391"/>
            <ac:spMk id="8" creationId="{A93B0CC5-D3F6-4883-82DF-CB44F1551928}"/>
          </ac:spMkLst>
        </pc:spChg>
        <pc:spChg chg="add del mod">
          <ac:chgData name="Antonella Mimmo" userId="25a5e1a7-e321-4627-b0fe-fe85337315d8" providerId="ADAL" clId="{B837378D-9C1B-4AC1-84D2-5A15F7B46B47}" dt="2021-07-23T11:02:35.873" v="1130"/>
          <ac:spMkLst>
            <pc:docMk/>
            <pc:sldMk cId="626320566" sldId="391"/>
            <ac:spMk id="16" creationId="{A2E12542-2B41-47E9-B54C-28B5C43A5C8B}"/>
          </ac:spMkLst>
        </pc:spChg>
        <pc:spChg chg="add del mod">
          <ac:chgData name="Antonella Mimmo" userId="25a5e1a7-e321-4627-b0fe-fe85337315d8" providerId="ADAL" clId="{B837378D-9C1B-4AC1-84D2-5A15F7B46B47}" dt="2021-07-23T11:02:35.874" v="1132"/>
          <ac:spMkLst>
            <pc:docMk/>
            <pc:sldMk cId="626320566" sldId="391"/>
            <ac:spMk id="18" creationId="{B42CC0D1-D6E2-4663-827A-D6C03FD87879}"/>
          </ac:spMkLst>
        </pc:spChg>
        <pc:spChg chg="add del mod">
          <ac:chgData name="Antonella Mimmo" userId="25a5e1a7-e321-4627-b0fe-fe85337315d8" providerId="ADAL" clId="{B837378D-9C1B-4AC1-84D2-5A15F7B46B47}" dt="2021-07-23T11:02:35.877" v="1134"/>
          <ac:spMkLst>
            <pc:docMk/>
            <pc:sldMk cId="626320566" sldId="391"/>
            <ac:spMk id="20" creationId="{E11C6F60-7FBC-4C1A-8EA1-19E746007563}"/>
          </ac:spMkLst>
        </pc:spChg>
        <pc:graphicFrameChg chg="add del">
          <ac:chgData name="Antonella Mimmo" userId="25a5e1a7-e321-4627-b0fe-fe85337315d8" providerId="ADAL" clId="{B837378D-9C1B-4AC1-84D2-5A15F7B46B47}" dt="2021-07-23T09:08:26.693" v="527" actId="26606"/>
          <ac:graphicFrameMkLst>
            <pc:docMk/>
            <pc:sldMk cId="626320566" sldId="391"/>
            <ac:graphicFrameMk id="9" creationId="{A40E30D3-C00B-4D6A-A169-025146951FC3}"/>
          </ac:graphicFrameMkLst>
        </pc:graphicFrameChg>
        <pc:graphicFrameChg chg="add del">
          <ac:chgData name="Antonella Mimmo" userId="25a5e1a7-e321-4627-b0fe-fe85337315d8" providerId="ADAL" clId="{B837378D-9C1B-4AC1-84D2-5A15F7B46B47}" dt="2021-07-23T09:10:27.599" v="546" actId="26606"/>
          <ac:graphicFrameMkLst>
            <pc:docMk/>
            <pc:sldMk cId="626320566" sldId="391"/>
            <ac:graphicFrameMk id="10" creationId="{732600A9-18DA-4D92-BB81-FD1CAD6C7B0F}"/>
          </ac:graphicFrameMkLst>
        </pc:graphicFrameChg>
        <pc:graphicFrameChg chg="add del">
          <ac:chgData name="Antonella Mimmo" userId="25a5e1a7-e321-4627-b0fe-fe85337315d8" providerId="ADAL" clId="{B837378D-9C1B-4AC1-84D2-5A15F7B46B47}" dt="2021-07-23T09:08:34.371" v="529" actId="26606"/>
          <ac:graphicFrameMkLst>
            <pc:docMk/>
            <pc:sldMk cId="626320566" sldId="391"/>
            <ac:graphicFrameMk id="11" creationId="{2864F7F7-87A1-415C-874C-75431409AC12}"/>
          </ac:graphicFrameMkLst>
        </pc:graphicFrameChg>
        <pc:graphicFrameChg chg="add del mod">
          <ac:chgData name="Antonella Mimmo" userId="25a5e1a7-e321-4627-b0fe-fe85337315d8" providerId="ADAL" clId="{B837378D-9C1B-4AC1-84D2-5A15F7B46B47}" dt="2021-07-23T09:11:09.238" v="553" actId="26606"/>
          <ac:graphicFrameMkLst>
            <pc:docMk/>
            <pc:sldMk cId="626320566" sldId="391"/>
            <ac:graphicFrameMk id="12" creationId="{07EB1939-7C9A-45D0-9632-F9B75EC1BD0A}"/>
          </ac:graphicFrameMkLst>
        </pc:graphicFrameChg>
        <pc:graphicFrameChg chg="add del">
          <ac:chgData name="Antonella Mimmo" userId="25a5e1a7-e321-4627-b0fe-fe85337315d8" providerId="ADAL" clId="{B837378D-9C1B-4AC1-84D2-5A15F7B46B47}" dt="2021-07-23T09:08:51.526" v="531" actId="26606"/>
          <ac:graphicFrameMkLst>
            <pc:docMk/>
            <pc:sldMk cId="626320566" sldId="391"/>
            <ac:graphicFrameMk id="13" creationId="{CD3EF883-B6B6-4665-A07D-352E4F5824E3}"/>
          </ac:graphicFrameMkLst>
        </pc:graphicFrameChg>
        <pc:graphicFrameChg chg="add del">
          <ac:chgData name="Antonella Mimmo" userId="25a5e1a7-e321-4627-b0fe-fe85337315d8" providerId="ADAL" clId="{B837378D-9C1B-4AC1-84D2-5A15F7B46B47}" dt="2021-07-23T09:11:58.321" v="555" actId="26606"/>
          <ac:graphicFrameMkLst>
            <pc:docMk/>
            <pc:sldMk cId="626320566" sldId="391"/>
            <ac:graphicFrameMk id="14" creationId="{E6482397-CA01-4F5B-AFF3-0E2088DD1455}"/>
          </ac:graphicFrameMkLst>
        </pc:graphicFrameChg>
        <pc:graphicFrameChg chg="add del">
          <ac:chgData name="Antonella Mimmo" userId="25a5e1a7-e321-4627-b0fe-fe85337315d8" providerId="ADAL" clId="{B837378D-9C1B-4AC1-84D2-5A15F7B46B47}" dt="2021-07-23T09:08:56.899" v="533" actId="26606"/>
          <ac:graphicFrameMkLst>
            <pc:docMk/>
            <pc:sldMk cId="626320566" sldId="391"/>
            <ac:graphicFrameMk id="15" creationId="{A40E30D3-C00B-4D6A-A169-025146951FC3}"/>
          </ac:graphicFrameMkLst>
        </pc:graphicFrameChg>
        <pc:graphicFrameChg chg="add del">
          <ac:chgData name="Antonella Mimmo" userId="25a5e1a7-e321-4627-b0fe-fe85337315d8" providerId="ADAL" clId="{B837378D-9C1B-4AC1-84D2-5A15F7B46B47}" dt="2021-07-23T09:09:25.337" v="535" actId="26606"/>
          <ac:graphicFrameMkLst>
            <pc:docMk/>
            <pc:sldMk cId="626320566" sldId="391"/>
            <ac:graphicFrameMk id="17" creationId="{2864F7F7-87A1-415C-874C-75431409AC12}"/>
          </ac:graphicFrameMkLst>
        </pc:graphicFrameChg>
        <pc:graphicFrameChg chg="add del">
          <ac:chgData name="Antonella Mimmo" userId="25a5e1a7-e321-4627-b0fe-fe85337315d8" providerId="ADAL" clId="{B837378D-9C1B-4AC1-84D2-5A15F7B46B47}" dt="2021-07-23T09:09:29.527" v="537" actId="26606"/>
          <ac:graphicFrameMkLst>
            <pc:docMk/>
            <pc:sldMk cId="626320566" sldId="391"/>
            <ac:graphicFrameMk id="19" creationId="{46C013E4-9F43-489C-B66E-0EA6EBEE2867}"/>
          </ac:graphicFrameMkLst>
        </pc:graphicFrameChg>
        <pc:graphicFrameChg chg="add del">
          <ac:chgData name="Antonella Mimmo" userId="25a5e1a7-e321-4627-b0fe-fe85337315d8" providerId="ADAL" clId="{B837378D-9C1B-4AC1-84D2-5A15F7B46B47}" dt="2021-07-23T09:09:48.766" v="539" actId="26606"/>
          <ac:graphicFrameMkLst>
            <pc:docMk/>
            <pc:sldMk cId="626320566" sldId="391"/>
            <ac:graphicFrameMk id="21" creationId="{CD3EF883-B6B6-4665-A07D-352E4F5824E3}"/>
          </ac:graphicFrameMkLst>
        </pc:graphicFrameChg>
      </pc:sldChg>
      <pc:sldChg chg="addSp delSp modSp modTransition">
        <pc:chgData name="Antonella Mimmo" userId="25a5e1a7-e321-4627-b0fe-fe85337315d8" providerId="ADAL" clId="{B837378D-9C1B-4AC1-84D2-5A15F7B46B47}" dt="2021-07-26T11:45:16.538" v="4554"/>
        <pc:sldMkLst>
          <pc:docMk/>
          <pc:sldMk cId="224372358" sldId="392"/>
        </pc:sldMkLst>
        <pc:spChg chg="del mod">
          <ac:chgData name="Antonella Mimmo" userId="25a5e1a7-e321-4627-b0fe-fe85337315d8" providerId="ADAL" clId="{B837378D-9C1B-4AC1-84D2-5A15F7B46B47}" dt="2021-07-23T11:29:07.317" v="1301" actId="478"/>
          <ac:spMkLst>
            <pc:docMk/>
            <pc:sldMk cId="224372358" sldId="392"/>
            <ac:spMk id="2" creationId="{9C414524-90E2-4C36-9299-C92877B98E3A}"/>
          </ac:spMkLst>
        </pc:spChg>
        <pc:spChg chg="del">
          <ac:chgData name="Antonella Mimmo" userId="25a5e1a7-e321-4627-b0fe-fe85337315d8" providerId="ADAL" clId="{B837378D-9C1B-4AC1-84D2-5A15F7B46B47}" dt="2021-07-23T11:29:14.617" v="1303" actId="478"/>
          <ac:spMkLst>
            <pc:docMk/>
            <pc:sldMk cId="224372358" sldId="392"/>
            <ac:spMk id="3" creationId="{06C7AFB8-6899-481B-872D-98E13573B353}"/>
          </ac:spMkLst>
        </pc:spChg>
        <pc:spChg chg="add del mod">
          <ac:chgData name="Antonella Mimmo" userId="25a5e1a7-e321-4627-b0fe-fe85337315d8" providerId="ADAL" clId="{B837378D-9C1B-4AC1-84D2-5A15F7B46B47}" dt="2021-07-23T11:29:10.772" v="1302" actId="478"/>
          <ac:spMkLst>
            <pc:docMk/>
            <pc:sldMk cId="224372358" sldId="392"/>
            <ac:spMk id="6" creationId="{0581898B-4619-4284-B7C4-B32665CF7609}"/>
          </ac:spMkLst>
        </pc:spChg>
        <pc:graphicFrameChg chg="add mod modGraphic">
          <ac:chgData name="Antonella Mimmo" userId="25a5e1a7-e321-4627-b0fe-fe85337315d8" providerId="ADAL" clId="{B837378D-9C1B-4AC1-84D2-5A15F7B46B47}" dt="2021-07-26T11:45:16.538" v="4554"/>
          <ac:graphicFrameMkLst>
            <pc:docMk/>
            <pc:sldMk cId="224372358" sldId="392"/>
            <ac:graphicFrameMk id="8" creationId="{335885DD-7675-4385-9398-961DD352870A}"/>
          </ac:graphicFrameMkLst>
        </pc:graphicFrameChg>
        <pc:picChg chg="add del">
          <ac:chgData name="Antonella Mimmo" userId="25a5e1a7-e321-4627-b0fe-fe85337315d8" providerId="ADAL" clId="{B837378D-9C1B-4AC1-84D2-5A15F7B46B47}" dt="2021-07-23T11:29:18.688" v="1305"/>
          <ac:picMkLst>
            <pc:docMk/>
            <pc:sldMk cId="224372358" sldId="392"/>
            <ac:picMk id="7" creationId="{4A6E73D3-0C8B-4952-8AE9-0F6788739654}"/>
          </ac:picMkLst>
        </pc:picChg>
      </pc:sldChg>
      <pc:sldChg chg="addSp delSp modSp modTransition modAnim">
        <pc:chgData name="Antonella Mimmo" userId="25a5e1a7-e321-4627-b0fe-fe85337315d8" providerId="ADAL" clId="{B837378D-9C1B-4AC1-84D2-5A15F7B46B47}" dt="2021-07-26T11:41:42.215" v="4545" actId="20577"/>
        <pc:sldMkLst>
          <pc:docMk/>
          <pc:sldMk cId="2190904728" sldId="393"/>
        </pc:sldMkLst>
        <pc:spChg chg="add mod">
          <ac:chgData name="Antonella Mimmo" userId="25a5e1a7-e321-4627-b0fe-fe85337315d8" providerId="ADAL" clId="{B837378D-9C1B-4AC1-84D2-5A15F7B46B47}" dt="2021-07-23T06:26:09.702" v="442" actId="767"/>
          <ac:spMkLst>
            <pc:docMk/>
            <pc:sldMk cId="2190904728" sldId="393"/>
            <ac:spMk id="3" creationId="{82DB4A85-EC46-4077-A437-F6FEC0CCCA11}"/>
          </ac:spMkLst>
        </pc:spChg>
        <pc:spChg chg="add mod">
          <ac:chgData name="Antonella Mimmo" userId="25a5e1a7-e321-4627-b0fe-fe85337315d8" providerId="ADAL" clId="{B837378D-9C1B-4AC1-84D2-5A15F7B46B47}" dt="2021-07-23T06:26:31.494" v="443" actId="767"/>
          <ac:spMkLst>
            <pc:docMk/>
            <pc:sldMk cId="2190904728" sldId="393"/>
            <ac:spMk id="6" creationId="{1DA5525C-9FD0-43EE-8E20-E6541F945F16}"/>
          </ac:spMkLst>
        </pc:spChg>
        <pc:spChg chg="add del mod">
          <ac:chgData name="Antonella Mimmo" userId="25a5e1a7-e321-4627-b0fe-fe85337315d8" providerId="ADAL" clId="{B837378D-9C1B-4AC1-84D2-5A15F7B46B47}" dt="2021-07-23T06:53:40.460" v="480" actId="26606"/>
          <ac:spMkLst>
            <pc:docMk/>
            <pc:sldMk cId="2190904728" sldId="393"/>
            <ac:spMk id="7" creationId="{08804189-E1D4-4C81-91BA-B0D7FD2EB923}"/>
          </ac:spMkLst>
        </pc:spChg>
        <pc:spChg chg="add mod">
          <ac:chgData name="Antonella Mimmo" userId="25a5e1a7-e321-4627-b0fe-fe85337315d8" providerId="ADAL" clId="{B837378D-9C1B-4AC1-84D2-5A15F7B46B47}" dt="2021-07-23T06:26:43.593" v="444" actId="767"/>
          <ac:spMkLst>
            <pc:docMk/>
            <pc:sldMk cId="2190904728" sldId="393"/>
            <ac:spMk id="8" creationId="{60597F17-37F9-4DFD-923E-E71EE7AA37C1}"/>
          </ac:spMkLst>
        </pc:spChg>
        <pc:spChg chg="add mod">
          <ac:chgData name="Antonella Mimmo" userId="25a5e1a7-e321-4627-b0fe-fe85337315d8" providerId="ADAL" clId="{B837378D-9C1B-4AC1-84D2-5A15F7B46B47}" dt="2021-07-23T06:27:01.708" v="445" actId="767"/>
          <ac:spMkLst>
            <pc:docMk/>
            <pc:sldMk cId="2190904728" sldId="393"/>
            <ac:spMk id="9" creationId="{D8FC572C-5B70-43EB-A2C8-58B188BFC2A3}"/>
          </ac:spMkLst>
        </pc:spChg>
        <pc:spChg chg="add mod">
          <ac:chgData name="Antonella Mimmo" userId="25a5e1a7-e321-4627-b0fe-fe85337315d8" providerId="ADAL" clId="{B837378D-9C1B-4AC1-84D2-5A15F7B46B47}" dt="2021-07-23T06:27:13.812" v="446" actId="767"/>
          <ac:spMkLst>
            <pc:docMk/>
            <pc:sldMk cId="2190904728" sldId="393"/>
            <ac:spMk id="10" creationId="{D6AEDD40-436A-430E-803F-30890DC0659D}"/>
          </ac:spMkLst>
        </pc:spChg>
        <pc:spChg chg="add mod">
          <ac:chgData name="Antonella Mimmo" userId="25a5e1a7-e321-4627-b0fe-fe85337315d8" providerId="ADAL" clId="{B837378D-9C1B-4AC1-84D2-5A15F7B46B47}" dt="2021-07-23T06:27:20.880" v="447" actId="767"/>
          <ac:spMkLst>
            <pc:docMk/>
            <pc:sldMk cId="2190904728" sldId="393"/>
            <ac:spMk id="11" creationId="{6AA43746-7111-46F4-A0AF-B73A936FC52C}"/>
          </ac:spMkLst>
        </pc:spChg>
        <pc:spChg chg="add mod">
          <ac:chgData name="Antonella Mimmo" userId="25a5e1a7-e321-4627-b0fe-fe85337315d8" providerId="ADAL" clId="{B837378D-9C1B-4AC1-84D2-5A15F7B46B47}" dt="2021-07-23T06:27:29.771" v="448" actId="767"/>
          <ac:spMkLst>
            <pc:docMk/>
            <pc:sldMk cId="2190904728" sldId="393"/>
            <ac:spMk id="12" creationId="{CF883E64-66F4-4A66-B688-358DB52E3E94}"/>
          </ac:spMkLst>
        </pc:spChg>
        <pc:spChg chg="add mod">
          <ac:chgData name="Antonella Mimmo" userId="25a5e1a7-e321-4627-b0fe-fe85337315d8" providerId="ADAL" clId="{B837378D-9C1B-4AC1-84D2-5A15F7B46B47}" dt="2021-07-23T06:27:39.559" v="449" actId="767"/>
          <ac:spMkLst>
            <pc:docMk/>
            <pc:sldMk cId="2190904728" sldId="393"/>
            <ac:spMk id="13" creationId="{ADA6AF03-3178-486D-8DC5-09029FBE8D58}"/>
          </ac:spMkLst>
        </pc:spChg>
        <pc:spChg chg="add mod">
          <ac:chgData name="Antonella Mimmo" userId="25a5e1a7-e321-4627-b0fe-fe85337315d8" providerId="ADAL" clId="{B837378D-9C1B-4AC1-84D2-5A15F7B46B47}" dt="2021-07-23T06:31:05.822" v="459" actId="767"/>
          <ac:spMkLst>
            <pc:docMk/>
            <pc:sldMk cId="2190904728" sldId="393"/>
            <ac:spMk id="14" creationId="{04A2770E-CB18-4E0B-A56C-0ABF8D10AB58}"/>
          </ac:spMkLst>
        </pc:spChg>
        <pc:graphicFrameChg chg="modGraphic">
          <ac:chgData name="Antonella Mimmo" userId="25a5e1a7-e321-4627-b0fe-fe85337315d8" providerId="ADAL" clId="{B837378D-9C1B-4AC1-84D2-5A15F7B46B47}" dt="2021-07-26T11:41:15.048" v="4541" actId="122"/>
          <ac:graphicFrameMkLst>
            <pc:docMk/>
            <pc:sldMk cId="2190904728" sldId="393"/>
            <ac:graphicFrameMk id="5" creationId="{742FF9A0-F747-47DB-996D-26176C4DB298}"/>
          </ac:graphicFrameMkLst>
        </pc:graphicFrameChg>
        <pc:graphicFrameChg chg="add del">
          <ac:chgData name="Antonella Mimmo" userId="25a5e1a7-e321-4627-b0fe-fe85337315d8" providerId="ADAL" clId="{B837378D-9C1B-4AC1-84D2-5A15F7B46B47}" dt="2021-07-23T06:53:31.940" v="477" actId="26606"/>
          <ac:graphicFrameMkLst>
            <pc:docMk/>
            <pc:sldMk cId="2190904728" sldId="393"/>
            <ac:graphicFrameMk id="17" creationId="{8EE91786-EB49-482A-8E1C-1A1DE63AC2FE}"/>
          </ac:graphicFrameMkLst>
        </pc:graphicFrameChg>
        <pc:graphicFrameChg chg="add del">
          <ac:chgData name="Antonella Mimmo" userId="25a5e1a7-e321-4627-b0fe-fe85337315d8" providerId="ADAL" clId="{B837378D-9C1B-4AC1-84D2-5A15F7B46B47}" dt="2021-07-23T06:53:40.422" v="479" actId="26606"/>
          <ac:graphicFrameMkLst>
            <pc:docMk/>
            <pc:sldMk cId="2190904728" sldId="393"/>
            <ac:graphicFrameMk id="19" creationId="{5E999572-3267-4A21-87EE-B2AF72E4B7AD}"/>
          </ac:graphicFrameMkLst>
        </pc:graphicFrameChg>
        <pc:graphicFrameChg chg="add mod">
          <ac:chgData name="Antonella Mimmo" userId="25a5e1a7-e321-4627-b0fe-fe85337315d8" providerId="ADAL" clId="{B837378D-9C1B-4AC1-84D2-5A15F7B46B47}" dt="2021-07-26T11:41:42.215" v="4545" actId="20577"/>
          <ac:graphicFrameMkLst>
            <pc:docMk/>
            <pc:sldMk cId="2190904728" sldId="393"/>
            <ac:graphicFrameMk id="21" creationId="{8EE91786-EB49-482A-8E1C-1A1DE63AC2FE}"/>
          </ac:graphicFrameMkLst>
        </pc:graphicFrameChg>
        <pc:picChg chg="add">
          <ac:chgData name="Antonella Mimmo" userId="25a5e1a7-e321-4627-b0fe-fe85337315d8" providerId="ADAL" clId="{B837378D-9C1B-4AC1-84D2-5A15F7B46B47}" dt="2021-07-23T06:52:48.073" v="475"/>
          <ac:picMkLst>
            <pc:docMk/>
            <pc:sldMk cId="2190904728" sldId="393"/>
            <ac:picMk id="15" creationId="{039AB1F9-F2DC-462B-A252-A34CCC450BF6}"/>
          </ac:picMkLst>
        </pc:picChg>
      </pc:sldChg>
      <pc:sldChg chg="addSp delSp modSp add modTransition modAnim">
        <pc:chgData name="Antonella Mimmo" userId="25a5e1a7-e321-4627-b0fe-fe85337315d8" providerId="ADAL" clId="{B837378D-9C1B-4AC1-84D2-5A15F7B46B47}" dt="2021-07-23T10:59:47.436" v="1104"/>
        <pc:sldMkLst>
          <pc:docMk/>
          <pc:sldMk cId="1632780912" sldId="394"/>
        </pc:sldMkLst>
        <pc:spChg chg="mod">
          <ac:chgData name="Antonella Mimmo" userId="25a5e1a7-e321-4627-b0fe-fe85337315d8" providerId="ADAL" clId="{B837378D-9C1B-4AC1-84D2-5A15F7B46B47}" dt="2021-07-23T10:57:04.764" v="1087" actId="14100"/>
          <ac:spMkLst>
            <pc:docMk/>
            <pc:sldMk cId="1632780912" sldId="394"/>
            <ac:spMk id="2" creationId="{319374B1-9E92-44AC-82A1-E028949D2E34}"/>
          </ac:spMkLst>
        </pc:spChg>
        <pc:spChg chg="add del mod">
          <ac:chgData name="Antonella Mimmo" userId="25a5e1a7-e321-4627-b0fe-fe85337315d8" providerId="ADAL" clId="{B837378D-9C1B-4AC1-84D2-5A15F7B46B47}" dt="2021-07-23T10:57:42.568" v="1096" actId="207"/>
          <ac:spMkLst>
            <pc:docMk/>
            <pc:sldMk cId="1632780912" sldId="394"/>
            <ac:spMk id="3" creationId="{836E8A7A-0DD3-47EB-BF67-76D439A8B07B}"/>
          </ac:spMkLst>
        </pc:spChg>
        <pc:graphicFrameChg chg="add del">
          <ac:chgData name="Antonella Mimmo" userId="25a5e1a7-e321-4627-b0fe-fe85337315d8" providerId="ADAL" clId="{B837378D-9C1B-4AC1-84D2-5A15F7B46B47}" dt="2021-07-23T10:56:36.561" v="1079" actId="26606"/>
          <ac:graphicFrameMkLst>
            <pc:docMk/>
            <pc:sldMk cId="1632780912" sldId="394"/>
            <ac:graphicFrameMk id="8" creationId="{8F855706-B6A8-4A12-A400-3AA23FB94D37}"/>
          </ac:graphicFrameMkLst>
        </pc:graphicFrameChg>
        <pc:graphicFrameChg chg="add del">
          <ac:chgData name="Antonella Mimmo" userId="25a5e1a7-e321-4627-b0fe-fe85337315d8" providerId="ADAL" clId="{B837378D-9C1B-4AC1-84D2-5A15F7B46B47}" dt="2021-07-23T10:56:44.848" v="1081" actId="26606"/>
          <ac:graphicFrameMkLst>
            <pc:docMk/>
            <pc:sldMk cId="1632780912" sldId="394"/>
            <ac:graphicFrameMk id="10" creationId="{6C0F57F3-7B3D-4ABD-826F-DA3C7B7B4D03}"/>
          </ac:graphicFrameMkLst>
        </pc:graphicFrameChg>
        <pc:graphicFrameChg chg="add del">
          <ac:chgData name="Antonella Mimmo" userId="25a5e1a7-e321-4627-b0fe-fe85337315d8" providerId="ADAL" clId="{B837378D-9C1B-4AC1-84D2-5A15F7B46B47}" dt="2021-07-23T10:56:47.124" v="1083" actId="26606"/>
          <ac:graphicFrameMkLst>
            <pc:docMk/>
            <pc:sldMk cId="1632780912" sldId="394"/>
            <ac:graphicFrameMk id="12" creationId="{2C421112-893A-4DF3-A860-1247F3D03E1C}"/>
          </ac:graphicFrameMkLst>
        </pc:graphicFrameChg>
        <pc:graphicFrameChg chg="add del">
          <ac:chgData name="Antonella Mimmo" userId="25a5e1a7-e321-4627-b0fe-fe85337315d8" providerId="ADAL" clId="{B837378D-9C1B-4AC1-84D2-5A15F7B46B47}" dt="2021-07-23T10:56:51.369" v="1085" actId="26606"/>
          <ac:graphicFrameMkLst>
            <pc:docMk/>
            <pc:sldMk cId="1632780912" sldId="394"/>
            <ac:graphicFrameMk id="14" creationId="{CBE10E6E-4345-454E-8C68-35965C608076}"/>
          </ac:graphicFrameMkLst>
        </pc:graphicFrameChg>
        <pc:picChg chg="add mod">
          <ac:chgData name="Antonella Mimmo" userId="25a5e1a7-e321-4627-b0fe-fe85337315d8" providerId="ADAL" clId="{B837378D-9C1B-4AC1-84D2-5A15F7B46B47}" dt="2021-07-23T10:57:14.199" v="1090" actId="14100"/>
          <ac:picMkLst>
            <pc:docMk/>
            <pc:sldMk cId="1632780912" sldId="394"/>
            <ac:picMk id="5" creationId="{4DF3AE6A-5100-4710-BD7A-19C26E3996EC}"/>
          </ac:picMkLst>
        </pc:picChg>
        <pc:picChg chg="add mod">
          <ac:chgData name="Antonella Mimmo" userId="25a5e1a7-e321-4627-b0fe-fe85337315d8" providerId="ADAL" clId="{B837378D-9C1B-4AC1-84D2-5A15F7B46B47}" dt="2021-07-23T10:57:18.807" v="1092" actId="14100"/>
          <ac:picMkLst>
            <pc:docMk/>
            <pc:sldMk cId="1632780912" sldId="394"/>
            <ac:picMk id="6" creationId="{0E414E9A-7412-4FBF-8EB0-1B60C684F797}"/>
          </ac:picMkLst>
        </pc:picChg>
      </pc:sldChg>
      <pc:sldChg chg="modSp">
        <pc:chgData name="Antonella Mimmo" userId="25a5e1a7-e321-4627-b0fe-fe85337315d8" providerId="ADAL" clId="{B837378D-9C1B-4AC1-84D2-5A15F7B46B47}" dt="2021-07-23T11:25:03.971" v="1216" actId="20577"/>
        <pc:sldMkLst>
          <pc:docMk/>
          <pc:sldMk cId="2610359077" sldId="395"/>
        </pc:sldMkLst>
        <pc:spChg chg="mod">
          <ac:chgData name="Antonella Mimmo" userId="25a5e1a7-e321-4627-b0fe-fe85337315d8" providerId="ADAL" clId="{B837378D-9C1B-4AC1-84D2-5A15F7B46B47}" dt="2021-07-23T11:25:03.971" v="1216" actId="20577"/>
          <ac:spMkLst>
            <pc:docMk/>
            <pc:sldMk cId="2610359077" sldId="395"/>
            <ac:spMk id="2" creationId="{00000000-0000-0000-0000-000000000000}"/>
          </ac:spMkLst>
        </pc:spChg>
      </pc:sldChg>
      <pc:sldChg chg="addSp delSp modSp add modTransition">
        <pc:chgData name="Antonella Mimmo" userId="25a5e1a7-e321-4627-b0fe-fe85337315d8" providerId="ADAL" clId="{B837378D-9C1B-4AC1-84D2-5A15F7B46B47}" dt="2021-07-23T12:56:01.327" v="3550"/>
        <pc:sldMkLst>
          <pc:docMk/>
          <pc:sldMk cId="3297657818" sldId="396"/>
        </pc:sldMkLst>
        <pc:spChg chg="add mod">
          <ac:chgData name="Antonella Mimmo" userId="25a5e1a7-e321-4627-b0fe-fe85337315d8" providerId="ADAL" clId="{B837378D-9C1B-4AC1-84D2-5A15F7B46B47}" dt="2021-07-23T12:43:16.084" v="2678" actId="207"/>
          <ac:spMkLst>
            <pc:docMk/>
            <pc:sldMk cId="3297657818" sldId="396"/>
            <ac:spMk id="6" creationId="{68E234CE-C90B-4498-80F7-457060818A79}"/>
          </ac:spMkLst>
        </pc:spChg>
        <pc:graphicFrameChg chg="add del modGraphic">
          <ac:chgData name="Antonella Mimmo" userId="25a5e1a7-e321-4627-b0fe-fe85337315d8" providerId="ADAL" clId="{B837378D-9C1B-4AC1-84D2-5A15F7B46B47}" dt="2021-07-23T11:32:39.975" v="1330" actId="478"/>
          <ac:graphicFrameMkLst>
            <pc:docMk/>
            <pc:sldMk cId="3297657818" sldId="396"/>
            <ac:graphicFrameMk id="3" creationId="{B226294F-6213-4AEE-A929-2876937295E8}"/>
          </ac:graphicFrameMkLst>
        </pc:graphicFrameChg>
        <pc:graphicFrameChg chg="add mod modGraphic">
          <ac:chgData name="Antonella Mimmo" userId="25a5e1a7-e321-4627-b0fe-fe85337315d8" providerId="ADAL" clId="{B837378D-9C1B-4AC1-84D2-5A15F7B46B47}" dt="2021-07-23T12:38:29.180" v="2366" actId="14100"/>
          <ac:graphicFrameMkLst>
            <pc:docMk/>
            <pc:sldMk cId="3297657818" sldId="396"/>
            <ac:graphicFrameMk id="4" creationId="{8D8392BC-4781-44D7-B6A5-A826B2C00AA6}"/>
          </ac:graphicFrameMkLst>
        </pc:graphicFrameChg>
      </pc:sldChg>
      <pc:sldChg chg="modSp modTransition">
        <pc:chgData name="Antonella Mimmo" userId="25a5e1a7-e321-4627-b0fe-fe85337315d8" providerId="ADAL" clId="{B837378D-9C1B-4AC1-84D2-5A15F7B46B47}" dt="2021-07-23T12:56:13.911" v="3553"/>
        <pc:sldMkLst>
          <pc:docMk/>
          <pc:sldMk cId="3581544138" sldId="397"/>
        </pc:sldMkLst>
        <pc:graphicFrameChg chg="mod modGraphic">
          <ac:chgData name="Antonella Mimmo" userId="25a5e1a7-e321-4627-b0fe-fe85337315d8" providerId="ADAL" clId="{B837378D-9C1B-4AC1-84D2-5A15F7B46B47}" dt="2021-07-23T12:14:33.469" v="1937" actId="255"/>
          <ac:graphicFrameMkLst>
            <pc:docMk/>
            <pc:sldMk cId="3581544138" sldId="397"/>
            <ac:graphicFrameMk id="4" creationId="{8D8392BC-4781-44D7-B6A5-A826B2C00AA6}"/>
          </ac:graphicFrameMkLst>
        </pc:graphicFrameChg>
      </pc:sldChg>
      <pc:sldChg chg="add del">
        <pc:chgData name="Antonella Mimmo" userId="25a5e1a7-e321-4627-b0fe-fe85337315d8" providerId="ADAL" clId="{B837378D-9C1B-4AC1-84D2-5A15F7B46B47}" dt="2021-07-23T11:39:14.988" v="1545" actId="2696"/>
        <pc:sldMkLst>
          <pc:docMk/>
          <pc:sldMk cId="3761492460" sldId="397"/>
        </pc:sldMkLst>
      </pc:sldChg>
      <pc:sldChg chg="modSp modTransition">
        <pc:chgData name="Antonella Mimmo" userId="25a5e1a7-e321-4627-b0fe-fe85337315d8" providerId="ADAL" clId="{B837378D-9C1B-4AC1-84D2-5A15F7B46B47}" dt="2021-07-23T12:56:29.527" v="3557"/>
        <pc:sldMkLst>
          <pc:docMk/>
          <pc:sldMk cId="1748598485" sldId="398"/>
        </pc:sldMkLst>
        <pc:graphicFrameChg chg="modGraphic">
          <ac:chgData name="Antonella Mimmo" userId="25a5e1a7-e321-4627-b0fe-fe85337315d8" providerId="ADAL" clId="{B837378D-9C1B-4AC1-84D2-5A15F7B46B47}" dt="2021-07-23T12:14:44.303" v="1939" actId="255"/>
          <ac:graphicFrameMkLst>
            <pc:docMk/>
            <pc:sldMk cId="1748598485" sldId="398"/>
            <ac:graphicFrameMk id="4" creationId="{8D8392BC-4781-44D7-B6A5-A826B2C00AA6}"/>
          </ac:graphicFrameMkLst>
        </pc:graphicFrameChg>
      </pc:sldChg>
      <pc:sldChg chg="modSp modTransition">
        <pc:chgData name="Antonella Mimmo" userId="25a5e1a7-e321-4627-b0fe-fe85337315d8" providerId="ADAL" clId="{B837378D-9C1B-4AC1-84D2-5A15F7B46B47}" dt="2021-07-23T12:56:21.137" v="3555"/>
        <pc:sldMkLst>
          <pc:docMk/>
          <pc:sldMk cId="2097844817" sldId="399"/>
        </pc:sldMkLst>
        <pc:graphicFrameChg chg="modGraphic">
          <ac:chgData name="Antonella Mimmo" userId="25a5e1a7-e321-4627-b0fe-fe85337315d8" providerId="ADAL" clId="{B837378D-9C1B-4AC1-84D2-5A15F7B46B47}" dt="2021-07-23T12:14:38.939" v="1938" actId="255"/>
          <ac:graphicFrameMkLst>
            <pc:docMk/>
            <pc:sldMk cId="2097844817" sldId="399"/>
            <ac:graphicFrameMk id="8" creationId="{335885DD-7675-4385-9398-961DD352870A}"/>
          </ac:graphicFrameMkLst>
        </pc:graphicFrameChg>
      </pc:sldChg>
      <pc:sldChg chg="addSp modSp modTransition">
        <pc:chgData name="Antonella Mimmo" userId="25a5e1a7-e321-4627-b0fe-fe85337315d8" providerId="ADAL" clId="{B837378D-9C1B-4AC1-84D2-5A15F7B46B47}" dt="2021-07-26T11:47:27.183" v="4579" actId="20577"/>
        <pc:sldMkLst>
          <pc:docMk/>
          <pc:sldMk cId="4020102599" sldId="400"/>
        </pc:sldMkLst>
        <pc:spChg chg="add mod">
          <ac:chgData name="Antonella Mimmo" userId="25a5e1a7-e321-4627-b0fe-fe85337315d8" providerId="ADAL" clId="{B837378D-9C1B-4AC1-84D2-5A15F7B46B47}" dt="2021-07-26T11:47:27.183" v="4579" actId="20577"/>
          <ac:spMkLst>
            <pc:docMk/>
            <pc:sldMk cId="4020102599" sldId="400"/>
            <ac:spMk id="2" creationId="{34043096-E0C1-42A8-8B02-41F2348CEFAE}"/>
          </ac:spMkLst>
        </pc:spChg>
        <pc:graphicFrameChg chg="mod modGraphic">
          <ac:chgData name="Antonella Mimmo" userId="25a5e1a7-e321-4627-b0fe-fe85337315d8" providerId="ADAL" clId="{B837378D-9C1B-4AC1-84D2-5A15F7B46B47}" dt="2021-07-26T11:47:04.039" v="4572" actId="20577"/>
          <ac:graphicFrameMkLst>
            <pc:docMk/>
            <pc:sldMk cId="4020102599" sldId="400"/>
            <ac:graphicFrameMk id="8" creationId="{335885DD-7675-4385-9398-961DD352870A}"/>
          </ac:graphicFrameMkLst>
        </pc:graphicFrameChg>
      </pc:sldChg>
      <pc:sldChg chg="ord modTransition">
        <pc:chgData name="Antonella Mimmo" userId="25a5e1a7-e321-4627-b0fe-fe85337315d8" providerId="ADAL" clId="{B837378D-9C1B-4AC1-84D2-5A15F7B46B47}" dt="2021-07-23T12:56:04.223" v="3551"/>
        <pc:sldMkLst>
          <pc:docMk/>
          <pc:sldMk cId="2080228212" sldId="401"/>
        </pc:sldMkLst>
      </pc:sldChg>
      <pc:sldChg chg="addSp modSp modTransition">
        <pc:chgData name="Antonella Mimmo" userId="25a5e1a7-e321-4627-b0fe-fe85337315d8" providerId="ADAL" clId="{B837378D-9C1B-4AC1-84D2-5A15F7B46B47}" dt="2021-07-26T12:56:08.620" v="4690" actId="20577"/>
        <pc:sldMkLst>
          <pc:docMk/>
          <pc:sldMk cId="1211799629" sldId="402"/>
        </pc:sldMkLst>
        <pc:spChg chg="add mod">
          <ac:chgData name="Antonella Mimmo" userId="25a5e1a7-e321-4627-b0fe-fe85337315d8" providerId="ADAL" clId="{B837378D-9C1B-4AC1-84D2-5A15F7B46B47}" dt="2021-07-26T12:56:08.620" v="4690" actId="20577"/>
          <ac:spMkLst>
            <pc:docMk/>
            <pc:sldMk cId="1211799629" sldId="402"/>
            <ac:spMk id="3" creationId="{D102EF43-FA70-449F-8CB1-45ED308D8F4C}"/>
          </ac:spMkLst>
        </pc:spChg>
        <pc:graphicFrameChg chg="mod modGraphic">
          <ac:chgData name="Antonella Mimmo" userId="25a5e1a7-e321-4627-b0fe-fe85337315d8" providerId="ADAL" clId="{B837378D-9C1B-4AC1-84D2-5A15F7B46B47}" dt="2021-07-26T12:51:33.173" v="4686" actId="14100"/>
          <ac:graphicFrameMkLst>
            <pc:docMk/>
            <pc:sldMk cId="1211799629" sldId="402"/>
            <ac:graphicFrameMk id="4" creationId="{8D8392BC-4781-44D7-B6A5-A826B2C00AA6}"/>
          </ac:graphicFrameMkLst>
        </pc:graphicFrameChg>
      </pc:sldChg>
      <pc:sldChg chg="addSp modSp modTransition">
        <pc:chgData name="Antonella Mimmo" userId="25a5e1a7-e321-4627-b0fe-fe85337315d8" providerId="ADAL" clId="{B837378D-9C1B-4AC1-84D2-5A15F7B46B47}" dt="2021-07-23T12:56:24.695" v="3556"/>
        <pc:sldMkLst>
          <pc:docMk/>
          <pc:sldMk cId="312307859" sldId="403"/>
        </pc:sldMkLst>
        <pc:spChg chg="add mod">
          <ac:chgData name="Antonella Mimmo" userId="25a5e1a7-e321-4627-b0fe-fe85337315d8" providerId="ADAL" clId="{B837378D-9C1B-4AC1-84D2-5A15F7B46B47}" dt="2021-07-23T12:54:50.177" v="3533" actId="20577"/>
          <ac:spMkLst>
            <pc:docMk/>
            <pc:sldMk cId="312307859" sldId="403"/>
            <ac:spMk id="2" creationId="{3FD89845-7DAC-4C7F-ACA1-04FC170537C8}"/>
          </ac:spMkLst>
        </pc:spChg>
        <pc:graphicFrameChg chg="mod modGraphic">
          <ac:chgData name="Antonella Mimmo" userId="25a5e1a7-e321-4627-b0fe-fe85337315d8" providerId="ADAL" clId="{B837378D-9C1B-4AC1-84D2-5A15F7B46B47}" dt="2021-07-23T12:51:48.375" v="3283" actId="14100"/>
          <ac:graphicFrameMkLst>
            <pc:docMk/>
            <pc:sldMk cId="312307859" sldId="403"/>
            <ac:graphicFrameMk id="8" creationId="{335885DD-7675-4385-9398-961DD352870A}"/>
          </ac:graphicFrameMkLst>
        </pc:graphicFrameChg>
      </pc:sldChg>
      <pc:sldChg chg="addSp modSp modTransition">
        <pc:chgData name="Antonella Mimmo" userId="25a5e1a7-e321-4627-b0fe-fe85337315d8" providerId="ADAL" clId="{B837378D-9C1B-4AC1-84D2-5A15F7B46B47}" dt="2021-07-26T12:34:21.688" v="4684" actId="20577"/>
        <pc:sldMkLst>
          <pc:docMk/>
          <pc:sldMk cId="83975615" sldId="404"/>
        </pc:sldMkLst>
        <pc:spChg chg="add mod">
          <ac:chgData name="Antonella Mimmo" userId="25a5e1a7-e321-4627-b0fe-fe85337315d8" providerId="ADAL" clId="{B837378D-9C1B-4AC1-84D2-5A15F7B46B47}" dt="2021-07-26T12:34:21.688" v="4684" actId="20577"/>
          <ac:spMkLst>
            <pc:docMk/>
            <pc:sldMk cId="83975615" sldId="404"/>
            <ac:spMk id="3" creationId="{7A666C7C-8067-42B9-AF08-2FFD48561287}"/>
          </ac:spMkLst>
        </pc:spChg>
        <pc:graphicFrameChg chg="mod modGraphic">
          <ac:chgData name="Antonella Mimmo" userId="25a5e1a7-e321-4627-b0fe-fe85337315d8" providerId="ADAL" clId="{B837378D-9C1B-4AC1-84D2-5A15F7B46B47}" dt="2021-07-26T12:33:49.856" v="4636" actId="20577"/>
          <ac:graphicFrameMkLst>
            <pc:docMk/>
            <pc:sldMk cId="83975615" sldId="404"/>
            <ac:graphicFrameMk id="4" creationId="{8D8392BC-4781-44D7-B6A5-A826B2C00AA6}"/>
          </ac:graphicFrameMkLst>
        </pc:graphicFrameChg>
      </pc:sldChg>
      <pc:sldChg chg="addSp modSp add modTransition modAnim">
        <pc:chgData name="Antonella Mimmo" userId="25a5e1a7-e321-4627-b0fe-fe85337315d8" providerId="ADAL" clId="{B837378D-9C1B-4AC1-84D2-5A15F7B46B47}" dt="2021-07-26T09:37:47.337" v="4533"/>
        <pc:sldMkLst>
          <pc:docMk/>
          <pc:sldMk cId="3374238720" sldId="405"/>
        </pc:sldMkLst>
        <pc:spChg chg="mod">
          <ac:chgData name="Antonella Mimmo" userId="25a5e1a7-e321-4627-b0fe-fe85337315d8" providerId="ADAL" clId="{B837378D-9C1B-4AC1-84D2-5A15F7B46B47}" dt="2021-07-26T07:31:59.438" v="3569" actId="121"/>
          <ac:spMkLst>
            <pc:docMk/>
            <pc:sldMk cId="3374238720" sldId="405"/>
            <ac:spMk id="2" creationId="{A11B33FF-6F98-448E-9ABF-A9B198F1BC09}"/>
          </ac:spMkLst>
        </pc:spChg>
        <pc:spChg chg="mod">
          <ac:chgData name="Antonella Mimmo" userId="25a5e1a7-e321-4627-b0fe-fe85337315d8" providerId="ADAL" clId="{B837378D-9C1B-4AC1-84D2-5A15F7B46B47}" dt="2021-07-26T08:04:38.072" v="4369" actId="20577"/>
          <ac:spMkLst>
            <pc:docMk/>
            <pc:sldMk cId="3374238720" sldId="405"/>
            <ac:spMk id="3" creationId="{E7CD7349-EE58-41C9-A33A-526D35230F36}"/>
          </ac:spMkLst>
        </pc:spChg>
        <pc:graphicFrameChg chg="add mod modGraphic">
          <ac:chgData name="Antonella Mimmo" userId="25a5e1a7-e321-4627-b0fe-fe85337315d8" providerId="ADAL" clId="{B837378D-9C1B-4AC1-84D2-5A15F7B46B47}" dt="2021-07-26T07:51:25.577" v="3866" actId="113"/>
          <ac:graphicFrameMkLst>
            <pc:docMk/>
            <pc:sldMk cId="3374238720" sldId="405"/>
            <ac:graphicFrameMk id="5" creationId="{E14E73FA-2108-4216-AAA0-7C56CB223EBD}"/>
          </ac:graphicFrameMkLst>
        </pc:graphicFrameChg>
      </pc:sldChg>
      <pc:sldChg chg="addSp modSp add modTransition modAnim">
        <pc:chgData name="Antonella Mimmo" userId="25a5e1a7-e321-4627-b0fe-fe85337315d8" providerId="ADAL" clId="{B837378D-9C1B-4AC1-84D2-5A15F7B46B47}" dt="2021-07-26T09:37:59.948" v="4535"/>
        <pc:sldMkLst>
          <pc:docMk/>
          <pc:sldMk cId="2807256404" sldId="406"/>
        </pc:sldMkLst>
        <pc:spChg chg="mod">
          <ac:chgData name="Antonella Mimmo" userId="25a5e1a7-e321-4627-b0fe-fe85337315d8" providerId="ADAL" clId="{B837378D-9C1B-4AC1-84D2-5A15F7B46B47}" dt="2021-07-26T07:59:09.592" v="4058" actId="121"/>
          <ac:spMkLst>
            <pc:docMk/>
            <pc:sldMk cId="2807256404" sldId="406"/>
            <ac:spMk id="2" creationId="{FFDF5FDC-CCB1-4080-AFEB-63E52156614B}"/>
          </ac:spMkLst>
        </pc:spChg>
        <pc:spChg chg="mod">
          <ac:chgData name="Antonella Mimmo" userId="25a5e1a7-e321-4627-b0fe-fe85337315d8" providerId="ADAL" clId="{B837378D-9C1B-4AC1-84D2-5A15F7B46B47}" dt="2021-07-26T08:06:51.718" v="4529" actId="27636"/>
          <ac:spMkLst>
            <pc:docMk/>
            <pc:sldMk cId="2807256404" sldId="406"/>
            <ac:spMk id="3" creationId="{1CA7754F-E980-444F-B90F-2596EE39CB74}"/>
          </ac:spMkLst>
        </pc:spChg>
        <pc:graphicFrameChg chg="add mod modGraphic">
          <ac:chgData name="Antonella Mimmo" userId="25a5e1a7-e321-4627-b0fe-fe85337315d8" providerId="ADAL" clId="{B837378D-9C1B-4AC1-84D2-5A15F7B46B47}" dt="2021-07-26T08:07:35.620" v="4530" actId="14100"/>
          <ac:graphicFrameMkLst>
            <pc:docMk/>
            <pc:sldMk cId="2807256404" sldId="406"/>
            <ac:graphicFrameMk id="5" creationId="{4218720A-EC75-4788-BFFD-56B83F74549C}"/>
          </ac:graphicFrameMkLst>
        </pc:graphicFrameChg>
      </pc:sldChg>
    </pc:docChg>
  </pc:docChgLst>
  <pc:docChgLst>
    <pc:chgData name="Antonella Mimmo" userId="25a5e1a7-e321-4627-b0fe-fe85337315d8" providerId="ADAL" clId="{1CD8B346-E328-47A7-B58F-230DDD315957}"/>
    <pc:docChg chg="undo custSel addSld delSld modSld">
      <pc:chgData name="Antonella Mimmo" userId="25a5e1a7-e321-4627-b0fe-fe85337315d8" providerId="ADAL" clId="{1CD8B346-E328-47A7-B58F-230DDD315957}" dt="2023-07-18T06:28:45.611" v="2166" actId="20577"/>
      <pc:docMkLst>
        <pc:docMk/>
      </pc:docMkLst>
      <pc:sldChg chg="modSp mod">
        <pc:chgData name="Antonella Mimmo" userId="25a5e1a7-e321-4627-b0fe-fe85337315d8" providerId="ADAL" clId="{1CD8B346-E328-47A7-B58F-230DDD315957}" dt="2023-07-17T09:38:15.740" v="832" actId="20577"/>
        <pc:sldMkLst>
          <pc:docMk/>
          <pc:sldMk cId="838409851" sldId="367"/>
        </pc:sldMkLst>
        <pc:spChg chg="mod">
          <ac:chgData name="Antonella Mimmo" userId="25a5e1a7-e321-4627-b0fe-fe85337315d8" providerId="ADAL" clId="{1CD8B346-E328-47A7-B58F-230DDD315957}" dt="2023-07-17T09:38:15.740" v="832" actId="20577"/>
          <ac:spMkLst>
            <pc:docMk/>
            <pc:sldMk cId="838409851" sldId="367"/>
            <ac:spMk id="3" creationId="{01CC292C-CB36-444B-A1A4-2B24AA743861}"/>
          </ac:spMkLst>
        </pc:spChg>
      </pc:sldChg>
      <pc:sldChg chg="modSp">
        <pc:chgData name="Antonella Mimmo" userId="25a5e1a7-e321-4627-b0fe-fe85337315d8" providerId="ADAL" clId="{1CD8B346-E328-47A7-B58F-230DDD315957}" dt="2023-07-17T08:49:53.001" v="10" actId="20577"/>
        <pc:sldMkLst>
          <pc:docMk/>
          <pc:sldMk cId="1746789967" sldId="384"/>
        </pc:sldMkLst>
        <pc:spChg chg="mod">
          <ac:chgData name="Antonella Mimmo" userId="25a5e1a7-e321-4627-b0fe-fe85337315d8" providerId="ADAL" clId="{1CD8B346-E328-47A7-B58F-230DDD315957}" dt="2023-07-17T08:49:53.001" v="10" actId="20577"/>
          <ac:spMkLst>
            <pc:docMk/>
            <pc:sldMk cId="1746789967" sldId="384"/>
            <ac:spMk id="3" creationId="{B854C72A-2AEB-48AD-B344-960997362579}"/>
          </ac:spMkLst>
        </pc:spChg>
      </pc:sldChg>
      <pc:sldChg chg="addSp delSp modSp mod delAnim modAnim">
        <pc:chgData name="Antonella Mimmo" userId="25a5e1a7-e321-4627-b0fe-fe85337315d8" providerId="ADAL" clId="{1CD8B346-E328-47A7-B58F-230DDD315957}" dt="2023-07-18T06:18:52.714" v="2164"/>
        <pc:sldMkLst>
          <pc:docMk/>
          <pc:sldMk cId="2190904728" sldId="393"/>
        </pc:sldMkLst>
        <pc:spChg chg="add mod">
          <ac:chgData name="Antonella Mimmo" userId="25a5e1a7-e321-4627-b0fe-fe85337315d8" providerId="ADAL" clId="{1CD8B346-E328-47A7-B58F-230DDD315957}" dt="2023-07-17T09:25:12.990" v="728" actId="1076"/>
          <ac:spMkLst>
            <pc:docMk/>
            <pc:sldMk cId="2190904728" sldId="393"/>
            <ac:spMk id="5" creationId="{052830D5-25C7-4240-BB96-1AA471AA9589}"/>
          </ac:spMkLst>
        </pc:spChg>
        <pc:spChg chg="add mod">
          <ac:chgData name="Antonella Mimmo" userId="25a5e1a7-e321-4627-b0fe-fe85337315d8" providerId="ADAL" clId="{1CD8B346-E328-47A7-B58F-230DDD315957}" dt="2023-07-18T06:18:52.714" v="2164"/>
          <ac:spMkLst>
            <pc:docMk/>
            <pc:sldMk cId="2190904728" sldId="393"/>
            <ac:spMk id="16" creationId="{063D7C79-8608-AE25-9AC5-499413F1F67F}"/>
          </ac:spMkLst>
        </pc:spChg>
        <pc:spChg chg="add mod">
          <ac:chgData name="Antonella Mimmo" userId="25a5e1a7-e321-4627-b0fe-fe85337315d8" providerId="ADAL" clId="{1CD8B346-E328-47A7-B58F-230DDD315957}" dt="2023-07-17T09:25:43.350" v="733" actId="1076"/>
          <ac:spMkLst>
            <pc:docMk/>
            <pc:sldMk cId="2190904728" sldId="393"/>
            <ac:spMk id="17" creationId="{AD7ED9F4-FEDE-D36F-43A2-7D9D26273D76}"/>
          </ac:spMkLst>
        </pc:spChg>
        <pc:spChg chg="add mod">
          <ac:chgData name="Antonella Mimmo" userId="25a5e1a7-e321-4627-b0fe-fe85337315d8" providerId="ADAL" clId="{1CD8B346-E328-47A7-B58F-230DDD315957}" dt="2023-07-17T09:25:30.287" v="731" actId="1076"/>
          <ac:spMkLst>
            <pc:docMk/>
            <pc:sldMk cId="2190904728" sldId="393"/>
            <ac:spMk id="18" creationId="{1039C43F-47AD-7763-CF2E-1356DC469175}"/>
          </ac:spMkLst>
        </pc:spChg>
        <pc:spChg chg="add mod">
          <ac:chgData name="Antonella Mimmo" userId="25a5e1a7-e321-4627-b0fe-fe85337315d8" providerId="ADAL" clId="{1CD8B346-E328-47A7-B58F-230DDD315957}" dt="2023-07-17T09:25:37.477" v="732" actId="1076"/>
          <ac:spMkLst>
            <pc:docMk/>
            <pc:sldMk cId="2190904728" sldId="393"/>
            <ac:spMk id="19" creationId="{18DA8B30-29F1-09D4-2B7F-EF2DC21F0356}"/>
          </ac:spMkLst>
        </pc:spChg>
        <pc:graphicFrameChg chg="modGraphic">
          <ac:chgData name="Antonella Mimmo" userId="25a5e1a7-e321-4627-b0fe-fe85337315d8" providerId="ADAL" clId="{1CD8B346-E328-47A7-B58F-230DDD315957}" dt="2023-07-17T09:17:00.977" v="531"/>
          <ac:graphicFrameMkLst>
            <pc:docMk/>
            <pc:sldMk cId="2190904728" sldId="393"/>
            <ac:graphicFrameMk id="7" creationId="{97258983-AB50-41EF-B096-569BFC98D15F}"/>
          </ac:graphicFrameMkLst>
        </pc:graphicFrameChg>
        <pc:graphicFrameChg chg="del mod modGraphic">
          <ac:chgData name="Antonella Mimmo" userId="25a5e1a7-e321-4627-b0fe-fe85337315d8" providerId="ADAL" clId="{1CD8B346-E328-47A7-B58F-230DDD315957}" dt="2023-07-17T09:25:06.418" v="727" actId="478"/>
          <ac:graphicFrameMkLst>
            <pc:docMk/>
            <pc:sldMk cId="2190904728" sldId="393"/>
            <ac:graphicFrameMk id="21" creationId="{8EE91786-EB49-482A-8E1C-1A1DE63AC2FE}"/>
          </ac:graphicFrameMkLst>
        </pc:graphicFrameChg>
      </pc:sldChg>
      <pc:sldChg chg="addSp delSp modSp mod">
        <pc:chgData name="Antonella Mimmo" userId="25a5e1a7-e321-4627-b0fe-fe85337315d8" providerId="ADAL" clId="{1CD8B346-E328-47A7-B58F-230DDD315957}" dt="2023-07-17T09:06:25.409" v="325" actId="20577"/>
        <pc:sldMkLst>
          <pc:docMk/>
          <pc:sldMk cId="1632780912" sldId="394"/>
        </pc:sldMkLst>
        <pc:spChg chg="mod">
          <ac:chgData name="Antonella Mimmo" userId="25a5e1a7-e321-4627-b0fe-fe85337315d8" providerId="ADAL" clId="{1CD8B346-E328-47A7-B58F-230DDD315957}" dt="2023-07-17T09:06:25.409" v="325" actId="20577"/>
          <ac:spMkLst>
            <pc:docMk/>
            <pc:sldMk cId="1632780912" sldId="394"/>
            <ac:spMk id="3" creationId="{836E8A7A-0DD3-47EB-BF67-76D439A8B07B}"/>
          </ac:spMkLst>
        </pc:spChg>
        <pc:picChg chg="del">
          <ac:chgData name="Antonella Mimmo" userId="25a5e1a7-e321-4627-b0fe-fe85337315d8" providerId="ADAL" clId="{1CD8B346-E328-47A7-B58F-230DDD315957}" dt="2023-07-17T09:03:11.202" v="233" actId="478"/>
          <ac:picMkLst>
            <pc:docMk/>
            <pc:sldMk cId="1632780912" sldId="394"/>
            <ac:picMk id="6" creationId="{2CADF65F-C276-4940-800A-C7A6FFC63277}"/>
          </ac:picMkLst>
        </pc:picChg>
        <pc:picChg chg="add del mod">
          <ac:chgData name="Antonella Mimmo" userId="25a5e1a7-e321-4627-b0fe-fe85337315d8" providerId="ADAL" clId="{1CD8B346-E328-47A7-B58F-230DDD315957}" dt="2023-07-17T09:03:42.946" v="239" actId="478"/>
          <ac:picMkLst>
            <pc:docMk/>
            <pc:sldMk cId="1632780912" sldId="394"/>
            <ac:picMk id="7" creationId="{4ABCD5F1-0404-199C-E231-D4E8E95F3BC1}"/>
          </ac:picMkLst>
        </pc:picChg>
        <pc:picChg chg="add del mod">
          <ac:chgData name="Antonella Mimmo" userId="25a5e1a7-e321-4627-b0fe-fe85337315d8" providerId="ADAL" clId="{1CD8B346-E328-47A7-B58F-230DDD315957}" dt="2023-07-17T09:04:19.876" v="245" actId="478"/>
          <ac:picMkLst>
            <pc:docMk/>
            <pc:sldMk cId="1632780912" sldId="394"/>
            <ac:picMk id="9" creationId="{B867D9B4-C389-87D5-FF13-3C2DFF16BE32}"/>
          </ac:picMkLst>
        </pc:picChg>
        <pc:picChg chg="add mod">
          <ac:chgData name="Antonella Mimmo" userId="25a5e1a7-e321-4627-b0fe-fe85337315d8" providerId="ADAL" clId="{1CD8B346-E328-47A7-B58F-230DDD315957}" dt="2023-07-17T09:04:03.659" v="241" actId="1076"/>
          <ac:picMkLst>
            <pc:docMk/>
            <pc:sldMk cId="1632780912" sldId="394"/>
            <ac:picMk id="11" creationId="{F985DE23-EE0E-6CE8-6C89-EF86E8F890E5}"/>
          </ac:picMkLst>
        </pc:picChg>
        <pc:picChg chg="add mod">
          <ac:chgData name="Antonella Mimmo" userId="25a5e1a7-e321-4627-b0fe-fe85337315d8" providerId="ADAL" clId="{1CD8B346-E328-47A7-B58F-230DDD315957}" dt="2023-07-17T09:04:47.644" v="247" actId="1076"/>
          <ac:picMkLst>
            <pc:docMk/>
            <pc:sldMk cId="1632780912" sldId="394"/>
            <ac:picMk id="13" creationId="{C884423C-5066-8294-14C7-7FE24A54E616}"/>
          </ac:picMkLst>
        </pc:picChg>
      </pc:sldChg>
      <pc:sldChg chg="addSp delSp modSp mod">
        <pc:chgData name="Antonella Mimmo" userId="25a5e1a7-e321-4627-b0fe-fe85337315d8" providerId="ADAL" clId="{1CD8B346-E328-47A7-B58F-230DDD315957}" dt="2023-07-18T06:09:54.296" v="2017" actId="14100"/>
        <pc:sldMkLst>
          <pc:docMk/>
          <pc:sldMk cId="1748598485" sldId="398"/>
        </pc:sldMkLst>
        <pc:graphicFrameChg chg="del">
          <ac:chgData name="Antonella Mimmo" userId="25a5e1a7-e321-4627-b0fe-fe85337315d8" providerId="ADAL" clId="{1CD8B346-E328-47A7-B58F-230DDD315957}" dt="2023-07-18T05:29:41.243" v="878" actId="478"/>
          <ac:graphicFrameMkLst>
            <pc:docMk/>
            <pc:sldMk cId="1748598485" sldId="398"/>
            <ac:graphicFrameMk id="4" creationId="{8D8392BC-4781-44D7-B6A5-A826B2C00AA6}"/>
          </ac:graphicFrameMkLst>
        </pc:graphicFrameChg>
        <pc:picChg chg="add del mod">
          <ac:chgData name="Antonella Mimmo" userId="25a5e1a7-e321-4627-b0fe-fe85337315d8" providerId="ADAL" clId="{1CD8B346-E328-47A7-B58F-230DDD315957}" dt="2023-07-18T06:09:44.350" v="2013" actId="478"/>
          <ac:picMkLst>
            <pc:docMk/>
            <pc:sldMk cId="1748598485" sldId="398"/>
            <ac:picMk id="3" creationId="{5981A858-E2A2-2913-5D1E-F5A34334542F}"/>
          </ac:picMkLst>
        </pc:picChg>
        <pc:picChg chg="add del">
          <ac:chgData name="Antonella Mimmo" userId="25a5e1a7-e321-4627-b0fe-fe85337315d8" providerId="ADAL" clId="{1CD8B346-E328-47A7-B58F-230DDD315957}" dt="2023-07-18T06:09:47.010" v="2014" actId="478"/>
          <ac:picMkLst>
            <pc:docMk/>
            <pc:sldMk cId="1748598485" sldId="398"/>
            <ac:picMk id="5" creationId="{0DDA5C17-5BF0-A35F-DACA-C0703F206A28}"/>
          </ac:picMkLst>
        </pc:picChg>
        <pc:picChg chg="add mod">
          <ac:chgData name="Antonella Mimmo" userId="25a5e1a7-e321-4627-b0fe-fe85337315d8" providerId="ADAL" clId="{1CD8B346-E328-47A7-B58F-230DDD315957}" dt="2023-07-18T06:09:54.296" v="2017" actId="14100"/>
          <ac:picMkLst>
            <pc:docMk/>
            <pc:sldMk cId="1748598485" sldId="398"/>
            <ac:picMk id="6" creationId="{15B75094-1B8D-59A8-A8F6-9A3F6FBFB512}"/>
          </ac:picMkLst>
        </pc:picChg>
      </pc:sldChg>
      <pc:sldChg chg="modSp mod">
        <pc:chgData name="Antonella Mimmo" userId="25a5e1a7-e321-4627-b0fe-fe85337315d8" providerId="ADAL" clId="{1CD8B346-E328-47A7-B58F-230DDD315957}" dt="2023-07-17T08:57:34.030" v="113" actId="20577"/>
        <pc:sldMkLst>
          <pc:docMk/>
          <pc:sldMk cId="3374238720" sldId="405"/>
        </pc:sldMkLst>
        <pc:spChg chg="mod">
          <ac:chgData name="Antonella Mimmo" userId="25a5e1a7-e321-4627-b0fe-fe85337315d8" providerId="ADAL" clId="{1CD8B346-E328-47A7-B58F-230DDD315957}" dt="2023-07-17T08:57:34.030" v="113" actId="20577"/>
          <ac:spMkLst>
            <pc:docMk/>
            <pc:sldMk cId="3374238720" sldId="405"/>
            <ac:spMk id="3" creationId="{E7CD7349-EE58-41C9-A33A-526D35230F36}"/>
          </ac:spMkLst>
        </pc:spChg>
        <pc:graphicFrameChg chg="modGraphic">
          <ac:chgData name="Antonella Mimmo" userId="25a5e1a7-e321-4627-b0fe-fe85337315d8" providerId="ADAL" clId="{1CD8B346-E328-47A7-B58F-230DDD315957}" dt="2023-07-17T08:55:12.890" v="77" actId="20577"/>
          <ac:graphicFrameMkLst>
            <pc:docMk/>
            <pc:sldMk cId="3374238720" sldId="405"/>
            <ac:graphicFrameMk id="5" creationId="{E14E73FA-2108-4216-AAA0-7C56CB223EBD}"/>
          </ac:graphicFrameMkLst>
        </pc:graphicFrameChg>
      </pc:sldChg>
      <pc:sldChg chg="modSp mod">
        <pc:chgData name="Antonella Mimmo" userId="25a5e1a7-e321-4627-b0fe-fe85337315d8" providerId="ADAL" clId="{1CD8B346-E328-47A7-B58F-230DDD315957}" dt="2023-07-17T08:59:01.896" v="232" actId="20577"/>
        <pc:sldMkLst>
          <pc:docMk/>
          <pc:sldMk cId="2807256404" sldId="406"/>
        </pc:sldMkLst>
        <pc:spChg chg="mod">
          <ac:chgData name="Antonella Mimmo" userId="25a5e1a7-e321-4627-b0fe-fe85337315d8" providerId="ADAL" clId="{1CD8B346-E328-47A7-B58F-230DDD315957}" dt="2023-07-17T08:59:01.896" v="232" actId="20577"/>
          <ac:spMkLst>
            <pc:docMk/>
            <pc:sldMk cId="2807256404" sldId="406"/>
            <ac:spMk id="3" creationId="{1CA7754F-E980-444F-B90F-2596EE39CB74}"/>
          </ac:spMkLst>
        </pc:spChg>
        <pc:graphicFrameChg chg="modGraphic">
          <ac:chgData name="Antonella Mimmo" userId="25a5e1a7-e321-4627-b0fe-fe85337315d8" providerId="ADAL" clId="{1CD8B346-E328-47A7-B58F-230DDD315957}" dt="2023-07-17T08:58:45.296" v="222" actId="122"/>
          <ac:graphicFrameMkLst>
            <pc:docMk/>
            <pc:sldMk cId="2807256404" sldId="406"/>
            <ac:graphicFrameMk id="5" creationId="{4218720A-EC75-4788-BFFD-56B83F74549C}"/>
          </ac:graphicFrameMkLst>
        </pc:graphicFrameChg>
      </pc:sldChg>
      <pc:sldChg chg="addSp delSp modSp mod">
        <pc:chgData name="Antonella Mimmo" userId="25a5e1a7-e321-4627-b0fe-fe85337315d8" providerId="ADAL" clId="{1CD8B346-E328-47A7-B58F-230DDD315957}" dt="2023-07-18T06:12:59.123" v="2163" actId="20577"/>
        <pc:sldMkLst>
          <pc:docMk/>
          <pc:sldMk cId="2113698004" sldId="414"/>
        </pc:sldMkLst>
        <pc:spChg chg="mod">
          <ac:chgData name="Antonella Mimmo" userId="25a5e1a7-e321-4627-b0fe-fe85337315d8" providerId="ADAL" clId="{1CD8B346-E328-47A7-B58F-230DDD315957}" dt="2023-07-18T06:12:59.123" v="2163" actId="20577"/>
          <ac:spMkLst>
            <pc:docMk/>
            <pc:sldMk cId="2113698004" sldId="414"/>
            <ac:spMk id="3" creationId="{0F33D231-0D6F-4900-BE5A-F9664F1A68CE}"/>
          </ac:spMkLst>
        </pc:spChg>
        <pc:graphicFrameChg chg="del">
          <ac:chgData name="Antonella Mimmo" userId="25a5e1a7-e321-4627-b0fe-fe85337315d8" providerId="ADAL" clId="{1CD8B346-E328-47A7-B58F-230DDD315957}" dt="2023-07-18T06:10:35.712" v="2019" actId="478"/>
          <ac:graphicFrameMkLst>
            <pc:docMk/>
            <pc:sldMk cId="2113698004" sldId="414"/>
            <ac:graphicFrameMk id="5" creationId="{DE42DBBF-0AC6-4CBC-8C04-D44E11CB99D3}"/>
          </ac:graphicFrameMkLst>
        </pc:graphicFrameChg>
        <pc:picChg chg="add mod">
          <ac:chgData name="Antonella Mimmo" userId="25a5e1a7-e321-4627-b0fe-fe85337315d8" providerId="ADAL" clId="{1CD8B346-E328-47A7-B58F-230DDD315957}" dt="2023-07-18T06:10:46.562" v="2023" actId="1076"/>
          <ac:picMkLst>
            <pc:docMk/>
            <pc:sldMk cId="2113698004" sldId="414"/>
            <ac:picMk id="4" creationId="{DA8E4BDB-8DD6-0B4B-DE02-802FDEE3F172}"/>
          </ac:picMkLst>
        </pc:picChg>
      </pc:sldChg>
      <pc:sldChg chg="addSp delSp modSp mod">
        <pc:chgData name="Antonella Mimmo" userId="25a5e1a7-e321-4627-b0fe-fe85337315d8" providerId="ADAL" clId="{1CD8B346-E328-47A7-B58F-230DDD315957}" dt="2023-07-18T05:24:12.824" v="843" actId="1076"/>
        <pc:sldMkLst>
          <pc:docMk/>
          <pc:sldMk cId="2632858774" sldId="416"/>
        </pc:sldMkLst>
        <pc:spChg chg="add del mod">
          <ac:chgData name="Antonella Mimmo" userId="25a5e1a7-e321-4627-b0fe-fe85337315d8" providerId="ADAL" clId="{1CD8B346-E328-47A7-B58F-230DDD315957}" dt="2023-07-18T05:23:38.025" v="835" actId="478"/>
          <ac:spMkLst>
            <pc:docMk/>
            <pc:sldMk cId="2632858774" sldId="416"/>
            <ac:spMk id="3" creationId="{EA394713-902C-2D95-8CC8-D594A9067D0C}"/>
          </ac:spMkLst>
        </pc:spChg>
        <pc:graphicFrameChg chg="add del mod modGraphic">
          <ac:chgData name="Antonella Mimmo" userId="25a5e1a7-e321-4627-b0fe-fe85337315d8" providerId="ADAL" clId="{1CD8B346-E328-47A7-B58F-230DDD315957}" dt="2023-07-18T05:23:57.860" v="839" actId="478"/>
          <ac:graphicFrameMkLst>
            <pc:docMk/>
            <pc:sldMk cId="2632858774" sldId="416"/>
            <ac:graphicFrameMk id="5" creationId="{C1C43FE7-E236-CFC2-8484-CAAE00E60BD6}"/>
          </ac:graphicFrameMkLst>
        </pc:graphicFrameChg>
        <pc:graphicFrameChg chg="del modGraphic">
          <ac:chgData name="Antonella Mimmo" userId="25a5e1a7-e321-4627-b0fe-fe85337315d8" providerId="ADAL" clId="{1CD8B346-E328-47A7-B58F-230DDD315957}" dt="2023-07-18T05:23:35.593" v="834" actId="478"/>
          <ac:graphicFrameMkLst>
            <pc:docMk/>
            <pc:sldMk cId="2632858774" sldId="416"/>
            <ac:graphicFrameMk id="8" creationId="{335885DD-7675-4385-9398-961DD352870A}"/>
          </ac:graphicFrameMkLst>
        </pc:graphicFrameChg>
        <pc:picChg chg="add mod">
          <ac:chgData name="Antonella Mimmo" userId="25a5e1a7-e321-4627-b0fe-fe85337315d8" providerId="ADAL" clId="{1CD8B346-E328-47A7-B58F-230DDD315957}" dt="2023-07-18T05:24:12.824" v="843" actId="1076"/>
          <ac:picMkLst>
            <pc:docMk/>
            <pc:sldMk cId="2632858774" sldId="416"/>
            <ac:picMk id="6" creationId="{AB1E97F5-49C7-5CCA-E9BD-EED3BFB093A0}"/>
          </ac:picMkLst>
        </pc:picChg>
      </pc:sldChg>
      <pc:sldChg chg="addSp delSp modSp mod">
        <pc:chgData name="Antonella Mimmo" userId="25a5e1a7-e321-4627-b0fe-fe85337315d8" providerId="ADAL" clId="{1CD8B346-E328-47A7-B58F-230DDD315957}" dt="2023-07-18T05:37:36.901" v="1108" actId="20577"/>
        <pc:sldMkLst>
          <pc:docMk/>
          <pc:sldMk cId="303228162" sldId="417"/>
        </pc:sldMkLst>
        <pc:spChg chg="mod">
          <ac:chgData name="Antonella Mimmo" userId="25a5e1a7-e321-4627-b0fe-fe85337315d8" providerId="ADAL" clId="{1CD8B346-E328-47A7-B58F-230DDD315957}" dt="2023-07-18T05:37:36.901" v="1108" actId="20577"/>
          <ac:spMkLst>
            <pc:docMk/>
            <pc:sldMk cId="303228162" sldId="417"/>
            <ac:spMk id="2" creationId="{C2254A1B-44AA-4F44-B8EF-A7C87148DB45}"/>
          </ac:spMkLst>
        </pc:spChg>
        <pc:spChg chg="add del mod">
          <ac:chgData name="Antonella Mimmo" userId="25a5e1a7-e321-4627-b0fe-fe85337315d8" providerId="ADAL" clId="{1CD8B346-E328-47A7-B58F-230DDD315957}" dt="2023-07-18T05:25:00.673" v="848" actId="478"/>
          <ac:spMkLst>
            <pc:docMk/>
            <pc:sldMk cId="303228162" sldId="417"/>
            <ac:spMk id="5" creationId="{89C587F1-6473-A6A2-AD17-7A1DA55BE79F}"/>
          </ac:spMkLst>
        </pc:spChg>
        <pc:graphicFrameChg chg="add del mod modGraphic">
          <ac:chgData name="Antonella Mimmo" userId="25a5e1a7-e321-4627-b0fe-fe85337315d8" providerId="ADAL" clId="{1CD8B346-E328-47A7-B58F-230DDD315957}" dt="2023-07-18T05:34:36.180" v="891" actId="478"/>
          <ac:graphicFrameMkLst>
            <pc:docMk/>
            <pc:sldMk cId="303228162" sldId="417"/>
            <ac:graphicFrameMk id="7" creationId="{3015A125-6FE6-450C-A7D0-2887AEE8542B}"/>
          </ac:graphicFrameMkLst>
        </pc:graphicFrameChg>
        <pc:graphicFrameChg chg="del">
          <ac:chgData name="Antonella Mimmo" userId="25a5e1a7-e321-4627-b0fe-fe85337315d8" providerId="ADAL" clId="{1CD8B346-E328-47A7-B58F-230DDD315957}" dt="2023-07-18T05:24:33.419" v="844" actId="478"/>
          <ac:graphicFrameMkLst>
            <pc:docMk/>
            <pc:sldMk cId="303228162" sldId="417"/>
            <ac:graphicFrameMk id="8" creationId="{335885DD-7675-4385-9398-961DD352870A}"/>
          </ac:graphicFrameMkLst>
        </pc:graphicFrameChg>
        <pc:picChg chg="add del mod">
          <ac:chgData name="Antonella Mimmo" userId="25a5e1a7-e321-4627-b0fe-fe85337315d8" providerId="ADAL" clId="{1CD8B346-E328-47A7-B58F-230DDD315957}" dt="2023-07-18T05:25:20.133" v="850" actId="478"/>
          <ac:picMkLst>
            <pc:docMk/>
            <pc:sldMk cId="303228162" sldId="417"/>
            <ac:picMk id="6" creationId="{A571AF6F-D62D-9071-FAF0-DD0310182C81}"/>
          </ac:picMkLst>
        </pc:picChg>
        <pc:picChg chg="add mod">
          <ac:chgData name="Antonella Mimmo" userId="25a5e1a7-e321-4627-b0fe-fe85337315d8" providerId="ADAL" clId="{1CD8B346-E328-47A7-B58F-230DDD315957}" dt="2023-07-18T05:34:57.521" v="896" actId="1076"/>
          <ac:picMkLst>
            <pc:docMk/>
            <pc:sldMk cId="303228162" sldId="417"/>
            <ac:picMk id="9" creationId="{5E3A20B2-ED1F-A904-C5E5-98B03231D9A5}"/>
          </ac:picMkLst>
        </pc:picChg>
      </pc:sldChg>
      <pc:sldChg chg="addSp delSp modSp mod">
        <pc:chgData name="Antonella Mimmo" userId="25a5e1a7-e321-4627-b0fe-fe85337315d8" providerId="ADAL" clId="{1CD8B346-E328-47A7-B58F-230DDD315957}" dt="2023-07-18T05:25:51.840" v="855" actId="1076"/>
        <pc:sldMkLst>
          <pc:docMk/>
          <pc:sldMk cId="1029502248" sldId="418"/>
        </pc:sldMkLst>
        <pc:graphicFrameChg chg="del">
          <ac:chgData name="Antonella Mimmo" userId="25a5e1a7-e321-4627-b0fe-fe85337315d8" providerId="ADAL" clId="{1CD8B346-E328-47A7-B58F-230DDD315957}" dt="2023-07-18T05:25:35.319" v="851" actId="478"/>
          <ac:graphicFrameMkLst>
            <pc:docMk/>
            <pc:sldMk cId="1029502248" sldId="418"/>
            <ac:graphicFrameMk id="5" creationId="{22BAC0E1-3676-4546-8665-BDBB54A3D666}"/>
          </ac:graphicFrameMkLst>
        </pc:graphicFrameChg>
        <pc:picChg chg="add mod">
          <ac:chgData name="Antonella Mimmo" userId="25a5e1a7-e321-4627-b0fe-fe85337315d8" providerId="ADAL" clId="{1CD8B346-E328-47A7-B58F-230DDD315957}" dt="2023-07-18T05:25:51.840" v="855" actId="1076"/>
          <ac:picMkLst>
            <pc:docMk/>
            <pc:sldMk cId="1029502248" sldId="418"/>
            <ac:picMk id="2" creationId="{E97075E1-26DB-6ACA-7F43-9CDBA0FFD8A5}"/>
          </ac:picMkLst>
        </pc:picChg>
      </pc:sldChg>
      <pc:sldChg chg="addSp delSp modSp mod">
        <pc:chgData name="Antonella Mimmo" userId="25a5e1a7-e321-4627-b0fe-fe85337315d8" providerId="ADAL" clId="{1CD8B346-E328-47A7-B58F-230DDD315957}" dt="2023-07-18T05:42:38.504" v="1322" actId="20577"/>
        <pc:sldMkLst>
          <pc:docMk/>
          <pc:sldMk cId="1176213867" sldId="419"/>
        </pc:sldMkLst>
        <pc:spChg chg="mod">
          <ac:chgData name="Antonella Mimmo" userId="25a5e1a7-e321-4627-b0fe-fe85337315d8" providerId="ADAL" clId="{1CD8B346-E328-47A7-B58F-230DDD315957}" dt="2023-07-18T05:42:38.504" v="1322" actId="20577"/>
          <ac:spMkLst>
            <pc:docMk/>
            <pc:sldMk cId="1176213867" sldId="419"/>
            <ac:spMk id="6" creationId="{AF0C8BE6-C67E-4E43-BAE5-FAAF60AAAA77}"/>
          </ac:spMkLst>
        </pc:spChg>
        <pc:graphicFrameChg chg="del">
          <ac:chgData name="Antonella Mimmo" userId="25a5e1a7-e321-4627-b0fe-fe85337315d8" providerId="ADAL" clId="{1CD8B346-E328-47A7-B58F-230DDD315957}" dt="2023-07-18T05:39:12.476" v="1109" actId="478"/>
          <ac:graphicFrameMkLst>
            <pc:docMk/>
            <pc:sldMk cId="1176213867" sldId="419"/>
            <ac:graphicFrameMk id="5" creationId="{D2022AE1-6FCC-4F1B-9CAA-89B93A10C7C3}"/>
          </ac:graphicFrameMkLst>
        </pc:graphicFrameChg>
        <pc:picChg chg="add mod">
          <ac:chgData name="Antonella Mimmo" userId="25a5e1a7-e321-4627-b0fe-fe85337315d8" providerId="ADAL" clId="{1CD8B346-E328-47A7-B58F-230DDD315957}" dt="2023-07-18T05:41:32.077" v="1230" actId="1076"/>
          <ac:picMkLst>
            <pc:docMk/>
            <pc:sldMk cId="1176213867" sldId="419"/>
            <ac:picMk id="2" creationId="{3B00A003-57B3-A972-8024-0A77B9B47A8D}"/>
          </ac:picMkLst>
        </pc:picChg>
      </pc:sldChg>
      <pc:sldChg chg="addSp delSp modSp mod">
        <pc:chgData name="Antonella Mimmo" userId="25a5e1a7-e321-4627-b0fe-fe85337315d8" providerId="ADAL" clId="{1CD8B346-E328-47A7-B58F-230DDD315957}" dt="2023-07-18T05:44:16.364" v="1327" actId="14100"/>
        <pc:sldMkLst>
          <pc:docMk/>
          <pc:sldMk cId="3693480179" sldId="420"/>
        </pc:sldMkLst>
        <pc:graphicFrameChg chg="del">
          <ac:chgData name="Antonella Mimmo" userId="25a5e1a7-e321-4627-b0fe-fe85337315d8" providerId="ADAL" clId="{1CD8B346-E328-47A7-B58F-230DDD315957}" dt="2023-07-18T05:26:03.105" v="856" actId="478"/>
          <ac:graphicFrameMkLst>
            <pc:docMk/>
            <pc:sldMk cId="3693480179" sldId="420"/>
            <ac:graphicFrameMk id="5" creationId="{2D4A86DD-6D39-439B-AD27-5A75C1BD8D90}"/>
          </ac:graphicFrameMkLst>
        </pc:graphicFrameChg>
        <pc:picChg chg="add del mod">
          <ac:chgData name="Antonella Mimmo" userId="25a5e1a7-e321-4627-b0fe-fe85337315d8" providerId="ADAL" clId="{1CD8B346-E328-47A7-B58F-230DDD315957}" dt="2023-07-18T05:44:06.634" v="1324" actId="478"/>
          <ac:picMkLst>
            <pc:docMk/>
            <pc:sldMk cId="3693480179" sldId="420"/>
            <ac:picMk id="2" creationId="{651045C3-29B7-CA46-F43A-511156E2B3D8}"/>
          </ac:picMkLst>
        </pc:picChg>
        <pc:picChg chg="add mod">
          <ac:chgData name="Antonella Mimmo" userId="25a5e1a7-e321-4627-b0fe-fe85337315d8" providerId="ADAL" clId="{1CD8B346-E328-47A7-B58F-230DDD315957}" dt="2023-07-18T05:44:16.364" v="1327" actId="14100"/>
          <ac:picMkLst>
            <pc:docMk/>
            <pc:sldMk cId="3693480179" sldId="420"/>
            <ac:picMk id="3" creationId="{67480688-6DEB-C833-3AA7-341DD77CCB49}"/>
          </ac:picMkLst>
        </pc:picChg>
      </pc:sldChg>
      <pc:sldChg chg="addSp delSp modSp mod">
        <pc:chgData name="Antonella Mimmo" userId="25a5e1a7-e321-4627-b0fe-fe85337315d8" providerId="ADAL" clId="{1CD8B346-E328-47A7-B58F-230DDD315957}" dt="2023-07-18T06:28:45.611" v="2166" actId="20577"/>
        <pc:sldMkLst>
          <pc:docMk/>
          <pc:sldMk cId="4123545384" sldId="422"/>
        </pc:sldMkLst>
        <pc:spChg chg="mod">
          <ac:chgData name="Antonella Mimmo" userId="25a5e1a7-e321-4627-b0fe-fe85337315d8" providerId="ADAL" clId="{1CD8B346-E328-47A7-B58F-230DDD315957}" dt="2023-07-18T06:28:45.611" v="2166" actId="20577"/>
          <ac:spMkLst>
            <pc:docMk/>
            <pc:sldMk cId="4123545384" sldId="422"/>
            <ac:spMk id="6" creationId="{23304EF2-C702-4BE2-8C75-8339DCBF7770}"/>
          </ac:spMkLst>
        </pc:spChg>
        <pc:graphicFrameChg chg="del">
          <ac:chgData name="Antonella Mimmo" userId="25a5e1a7-e321-4627-b0fe-fe85337315d8" providerId="ADAL" clId="{1CD8B346-E328-47A7-B58F-230DDD315957}" dt="2023-07-18T05:42:50.745" v="1323" actId="478"/>
          <ac:graphicFrameMkLst>
            <pc:docMk/>
            <pc:sldMk cId="4123545384" sldId="422"/>
            <ac:graphicFrameMk id="5" creationId="{2D4A86DD-6D39-439B-AD27-5A75C1BD8D90}"/>
          </ac:graphicFrameMkLst>
        </pc:graphicFrameChg>
        <pc:picChg chg="add mod">
          <ac:chgData name="Antonella Mimmo" userId="25a5e1a7-e321-4627-b0fe-fe85337315d8" providerId="ADAL" clId="{1CD8B346-E328-47A7-B58F-230DDD315957}" dt="2023-07-18T06:27:58.545" v="2165" actId="1076"/>
          <ac:picMkLst>
            <pc:docMk/>
            <pc:sldMk cId="4123545384" sldId="422"/>
            <ac:picMk id="2" creationId="{60E08ADD-0551-205D-7D5C-5D8201D98D83}"/>
          </ac:picMkLst>
        </pc:picChg>
      </pc:sldChg>
      <pc:sldChg chg="addSp delSp modSp mod">
        <pc:chgData name="Antonella Mimmo" userId="25a5e1a7-e321-4627-b0fe-fe85337315d8" providerId="ADAL" clId="{1CD8B346-E328-47A7-B58F-230DDD315957}" dt="2023-07-18T06:04:36.143" v="1963" actId="14100"/>
        <pc:sldMkLst>
          <pc:docMk/>
          <pc:sldMk cId="150329333" sldId="423"/>
        </pc:sldMkLst>
        <pc:graphicFrameChg chg="del modGraphic">
          <ac:chgData name="Antonella Mimmo" userId="25a5e1a7-e321-4627-b0fe-fe85337315d8" providerId="ADAL" clId="{1CD8B346-E328-47A7-B58F-230DDD315957}" dt="2023-07-18T05:28:10.325" v="868" actId="478"/>
          <ac:graphicFrameMkLst>
            <pc:docMk/>
            <pc:sldMk cId="150329333" sldId="423"/>
            <ac:graphicFrameMk id="5" creationId="{F725FA02-F0D9-41B8-B6A1-D9822DABDD9D}"/>
          </ac:graphicFrameMkLst>
        </pc:graphicFrameChg>
        <pc:picChg chg="add del mod">
          <ac:chgData name="Antonella Mimmo" userId="25a5e1a7-e321-4627-b0fe-fe85337315d8" providerId="ADAL" clId="{1CD8B346-E328-47A7-B58F-230DDD315957}" dt="2023-07-18T06:04:28.518" v="1960" actId="478"/>
          <ac:picMkLst>
            <pc:docMk/>
            <pc:sldMk cId="150329333" sldId="423"/>
            <ac:picMk id="2" creationId="{4E708BC0-151B-3E9A-6406-CE541D4309FF}"/>
          </ac:picMkLst>
        </pc:picChg>
        <pc:picChg chg="add mod">
          <ac:chgData name="Antonella Mimmo" userId="25a5e1a7-e321-4627-b0fe-fe85337315d8" providerId="ADAL" clId="{1CD8B346-E328-47A7-B58F-230DDD315957}" dt="2023-07-18T06:04:36.143" v="1963" actId="14100"/>
          <ac:picMkLst>
            <pc:docMk/>
            <pc:sldMk cId="150329333" sldId="423"/>
            <ac:picMk id="3" creationId="{DCD8E164-2264-8878-223F-F9B58BA600B2}"/>
          </ac:picMkLst>
        </pc:picChg>
      </pc:sldChg>
      <pc:sldChg chg="addSp delSp modSp mod">
        <pc:chgData name="Antonella Mimmo" userId="25a5e1a7-e321-4627-b0fe-fe85337315d8" providerId="ADAL" clId="{1CD8B346-E328-47A7-B58F-230DDD315957}" dt="2023-07-18T05:57:16.235" v="1780" actId="1076"/>
        <pc:sldMkLst>
          <pc:docMk/>
          <pc:sldMk cId="1424112312" sldId="424"/>
        </pc:sldMkLst>
        <pc:spChg chg="mod">
          <ac:chgData name="Antonella Mimmo" userId="25a5e1a7-e321-4627-b0fe-fe85337315d8" providerId="ADAL" clId="{1CD8B346-E328-47A7-B58F-230DDD315957}" dt="2023-07-18T05:57:16.235" v="1780" actId="1076"/>
          <ac:spMkLst>
            <pc:docMk/>
            <pc:sldMk cId="1424112312" sldId="424"/>
            <ac:spMk id="3" creationId="{ED4970CB-019A-4050-977A-4352ADCA0F15}"/>
          </ac:spMkLst>
        </pc:spChg>
        <pc:graphicFrameChg chg="del">
          <ac:chgData name="Antonella Mimmo" userId="25a5e1a7-e321-4627-b0fe-fe85337315d8" providerId="ADAL" clId="{1CD8B346-E328-47A7-B58F-230DDD315957}" dt="2023-07-18T05:50:09.509" v="1435" actId="478"/>
          <ac:graphicFrameMkLst>
            <pc:docMk/>
            <pc:sldMk cId="1424112312" sldId="424"/>
            <ac:graphicFrameMk id="4" creationId="{8D8392BC-4781-44D7-B6A5-A826B2C00AA6}"/>
          </ac:graphicFrameMkLst>
        </pc:graphicFrameChg>
        <pc:picChg chg="add del mod">
          <ac:chgData name="Antonella Mimmo" userId="25a5e1a7-e321-4627-b0fe-fe85337315d8" providerId="ADAL" clId="{1CD8B346-E328-47A7-B58F-230DDD315957}" dt="2023-07-18T05:52:21.795" v="1507" actId="478"/>
          <ac:picMkLst>
            <pc:docMk/>
            <pc:sldMk cId="1424112312" sldId="424"/>
            <ac:picMk id="5" creationId="{E1B1CC93-CC9B-7988-EEAC-7C54CC032DCA}"/>
          </ac:picMkLst>
        </pc:picChg>
        <pc:picChg chg="add mod">
          <ac:chgData name="Antonella Mimmo" userId="25a5e1a7-e321-4627-b0fe-fe85337315d8" providerId="ADAL" clId="{1CD8B346-E328-47A7-B58F-230DDD315957}" dt="2023-07-18T05:55:23.957" v="1668" actId="14100"/>
          <ac:picMkLst>
            <pc:docMk/>
            <pc:sldMk cId="1424112312" sldId="424"/>
            <ac:picMk id="6" creationId="{528B4C71-9965-3D94-A1CD-B22D2435036A}"/>
          </ac:picMkLst>
        </pc:picChg>
      </pc:sldChg>
      <pc:sldChg chg="addSp delSp modSp mod">
        <pc:chgData name="Antonella Mimmo" userId="25a5e1a7-e321-4627-b0fe-fe85337315d8" providerId="ADAL" clId="{1CD8B346-E328-47A7-B58F-230DDD315957}" dt="2023-07-18T06:05:07.703" v="1967" actId="14100"/>
        <pc:sldMkLst>
          <pc:docMk/>
          <pc:sldMk cId="2643796052" sldId="425"/>
        </pc:sldMkLst>
        <pc:graphicFrameChg chg="del modGraphic">
          <ac:chgData name="Antonella Mimmo" userId="25a5e1a7-e321-4627-b0fe-fe85337315d8" providerId="ADAL" clId="{1CD8B346-E328-47A7-B58F-230DDD315957}" dt="2023-07-18T05:27:54.271" v="863" actId="478"/>
          <ac:graphicFrameMkLst>
            <pc:docMk/>
            <pc:sldMk cId="2643796052" sldId="425"/>
            <ac:graphicFrameMk id="3" creationId="{662BDFB5-E2D6-4927-AB24-BF608039D93D}"/>
          </ac:graphicFrameMkLst>
        </pc:graphicFrameChg>
        <pc:picChg chg="add del mod">
          <ac:chgData name="Antonella Mimmo" userId="25a5e1a7-e321-4627-b0fe-fe85337315d8" providerId="ADAL" clId="{1CD8B346-E328-47A7-B58F-230DDD315957}" dt="2023-07-18T06:05:00.842" v="1964" actId="478"/>
          <ac:picMkLst>
            <pc:docMk/>
            <pc:sldMk cId="2643796052" sldId="425"/>
            <ac:picMk id="4" creationId="{78CA3777-F535-6904-91B7-523D116987E5}"/>
          </ac:picMkLst>
        </pc:picChg>
        <pc:picChg chg="add mod">
          <ac:chgData name="Antonella Mimmo" userId="25a5e1a7-e321-4627-b0fe-fe85337315d8" providerId="ADAL" clId="{1CD8B346-E328-47A7-B58F-230DDD315957}" dt="2023-07-18T06:05:07.703" v="1967" actId="14100"/>
          <ac:picMkLst>
            <pc:docMk/>
            <pc:sldMk cId="2643796052" sldId="425"/>
            <ac:picMk id="5" creationId="{B4E54F47-098A-B4C4-6EA1-5A7A84DE4BEB}"/>
          </ac:picMkLst>
        </pc:picChg>
      </pc:sldChg>
      <pc:sldChg chg="addSp delSp modSp mod">
        <pc:chgData name="Antonella Mimmo" userId="25a5e1a7-e321-4627-b0fe-fe85337315d8" providerId="ADAL" clId="{1CD8B346-E328-47A7-B58F-230DDD315957}" dt="2023-07-18T06:03:50.112" v="1959" actId="478"/>
        <pc:sldMkLst>
          <pc:docMk/>
          <pc:sldMk cId="2918738620" sldId="426"/>
        </pc:sldMkLst>
        <pc:spChg chg="mod">
          <ac:chgData name="Antonella Mimmo" userId="25a5e1a7-e321-4627-b0fe-fe85337315d8" providerId="ADAL" clId="{1CD8B346-E328-47A7-B58F-230DDD315957}" dt="2023-07-18T06:03:45.496" v="1954" actId="20577"/>
          <ac:spMkLst>
            <pc:docMk/>
            <pc:sldMk cId="2918738620" sldId="426"/>
            <ac:spMk id="4" creationId="{3897BC82-2AD7-4880-91F8-A54864A65CEC}"/>
          </ac:spMkLst>
        </pc:spChg>
        <pc:graphicFrameChg chg="del modGraphic">
          <ac:chgData name="Antonella Mimmo" userId="25a5e1a7-e321-4627-b0fe-fe85337315d8" providerId="ADAL" clId="{1CD8B346-E328-47A7-B58F-230DDD315957}" dt="2023-07-18T05:58:36.370" v="1782" actId="478"/>
          <ac:graphicFrameMkLst>
            <pc:docMk/>
            <pc:sldMk cId="2918738620" sldId="426"/>
            <ac:graphicFrameMk id="3" creationId="{011AA867-F50F-4580-B9B6-4F3ACBD25799}"/>
          </ac:graphicFrameMkLst>
        </pc:graphicFrameChg>
        <pc:picChg chg="add del mod">
          <ac:chgData name="Antonella Mimmo" userId="25a5e1a7-e321-4627-b0fe-fe85337315d8" providerId="ADAL" clId="{1CD8B346-E328-47A7-B58F-230DDD315957}" dt="2023-07-18T06:03:50.112" v="1959" actId="478"/>
          <ac:picMkLst>
            <pc:docMk/>
            <pc:sldMk cId="2918738620" sldId="426"/>
            <ac:picMk id="5" creationId="{3B31A6B9-2501-B10D-A98A-56D80893E7FC}"/>
          </ac:picMkLst>
        </pc:picChg>
        <pc:picChg chg="add del mod">
          <ac:chgData name="Antonella Mimmo" userId="25a5e1a7-e321-4627-b0fe-fe85337315d8" providerId="ADAL" clId="{1CD8B346-E328-47A7-B58F-230DDD315957}" dt="2023-07-18T06:03:49.111" v="1958"/>
          <ac:picMkLst>
            <pc:docMk/>
            <pc:sldMk cId="2918738620" sldId="426"/>
            <ac:picMk id="6" creationId="{73A70A74-AA5A-7C36-8130-C2BB807CEB2A}"/>
          </ac:picMkLst>
        </pc:picChg>
      </pc:sldChg>
      <pc:sldChg chg="addSp delSp modSp mod">
        <pc:chgData name="Antonella Mimmo" userId="25a5e1a7-e321-4627-b0fe-fe85337315d8" providerId="ADAL" clId="{1CD8B346-E328-47A7-B58F-230DDD315957}" dt="2023-07-18T06:06:44.563" v="1969"/>
        <pc:sldMkLst>
          <pc:docMk/>
          <pc:sldMk cId="3047064002" sldId="427"/>
        </pc:sldMkLst>
        <pc:graphicFrameChg chg="del modGraphic">
          <ac:chgData name="Antonella Mimmo" userId="25a5e1a7-e321-4627-b0fe-fe85337315d8" providerId="ADAL" clId="{1CD8B346-E328-47A7-B58F-230DDD315957}" dt="2023-07-18T05:28:48.097" v="874" actId="478"/>
          <ac:graphicFrameMkLst>
            <pc:docMk/>
            <pc:sldMk cId="3047064002" sldId="427"/>
            <ac:graphicFrameMk id="3" creationId="{B167A709-9279-4C44-B4B9-760D64A68C7E}"/>
          </ac:graphicFrameMkLst>
        </pc:graphicFrameChg>
        <pc:picChg chg="add del mod">
          <ac:chgData name="Antonella Mimmo" userId="25a5e1a7-e321-4627-b0fe-fe85337315d8" providerId="ADAL" clId="{1CD8B346-E328-47A7-B58F-230DDD315957}" dt="2023-07-18T06:06:42.965" v="1968" actId="478"/>
          <ac:picMkLst>
            <pc:docMk/>
            <pc:sldMk cId="3047064002" sldId="427"/>
            <ac:picMk id="4" creationId="{3EBDFB6E-6771-BA72-58AD-7A5BF0B7248C}"/>
          </ac:picMkLst>
        </pc:picChg>
        <pc:picChg chg="add">
          <ac:chgData name="Antonella Mimmo" userId="25a5e1a7-e321-4627-b0fe-fe85337315d8" providerId="ADAL" clId="{1CD8B346-E328-47A7-B58F-230DDD315957}" dt="2023-07-18T06:06:44.563" v="1969"/>
          <ac:picMkLst>
            <pc:docMk/>
            <pc:sldMk cId="3047064002" sldId="427"/>
            <ac:picMk id="5" creationId="{546D80CE-3D19-888F-4911-D206F07D6D1F}"/>
          </ac:picMkLst>
        </pc:picChg>
      </pc:sldChg>
      <pc:sldChg chg="addSp delSp modSp mod">
        <pc:chgData name="Antonella Mimmo" userId="25a5e1a7-e321-4627-b0fe-fe85337315d8" providerId="ADAL" clId="{1CD8B346-E328-47A7-B58F-230DDD315957}" dt="2023-07-18T06:09:05.157" v="2011" actId="20577"/>
        <pc:sldMkLst>
          <pc:docMk/>
          <pc:sldMk cId="1741688438" sldId="428"/>
        </pc:sldMkLst>
        <pc:spChg chg="mod">
          <ac:chgData name="Antonella Mimmo" userId="25a5e1a7-e321-4627-b0fe-fe85337315d8" providerId="ADAL" clId="{1CD8B346-E328-47A7-B58F-230DDD315957}" dt="2023-07-18T06:09:05.157" v="2011" actId="20577"/>
          <ac:spMkLst>
            <pc:docMk/>
            <pc:sldMk cId="1741688438" sldId="428"/>
            <ac:spMk id="4" creationId="{E3A9B346-F8DB-44F1-BB08-20AF0E098433}"/>
          </ac:spMkLst>
        </pc:spChg>
        <pc:graphicFrameChg chg="del modGraphic">
          <ac:chgData name="Antonella Mimmo" userId="25a5e1a7-e321-4627-b0fe-fe85337315d8" providerId="ADAL" clId="{1CD8B346-E328-47A7-B58F-230DDD315957}" dt="2023-07-18T06:07:03.888" v="1971" actId="478"/>
          <ac:graphicFrameMkLst>
            <pc:docMk/>
            <pc:sldMk cId="1741688438" sldId="428"/>
            <ac:graphicFrameMk id="3" creationId="{544827CF-4DBD-402F-B7DF-51F438206BD1}"/>
          </ac:graphicFrameMkLst>
        </pc:graphicFrameChg>
        <pc:picChg chg="add mod">
          <ac:chgData name="Antonella Mimmo" userId="25a5e1a7-e321-4627-b0fe-fe85337315d8" providerId="ADAL" clId="{1CD8B346-E328-47A7-B58F-230DDD315957}" dt="2023-07-18T06:07:14.537" v="1975" actId="14100"/>
          <ac:picMkLst>
            <pc:docMk/>
            <pc:sldMk cId="1741688438" sldId="428"/>
            <ac:picMk id="5" creationId="{F505F9A0-A519-F7A9-E236-9104D71FD79A}"/>
          </ac:picMkLst>
        </pc:picChg>
      </pc:sldChg>
      <pc:sldChg chg="addSp modSp new del mod">
        <pc:chgData name="Antonella Mimmo" userId="25a5e1a7-e321-4627-b0fe-fe85337315d8" providerId="ADAL" clId="{1CD8B346-E328-47A7-B58F-230DDD315957}" dt="2023-07-18T06:09:57.897" v="2018" actId="47"/>
        <pc:sldMkLst>
          <pc:docMk/>
          <pc:sldMk cId="936651938" sldId="429"/>
        </pc:sldMkLst>
        <pc:picChg chg="add mod">
          <ac:chgData name="Antonella Mimmo" userId="25a5e1a7-e321-4627-b0fe-fe85337315d8" providerId="ADAL" clId="{1CD8B346-E328-47A7-B58F-230DDD315957}" dt="2023-07-18T05:30:43.449" v="885" actId="14100"/>
          <ac:picMkLst>
            <pc:docMk/>
            <pc:sldMk cId="936651938" sldId="429"/>
            <ac:picMk id="3" creationId="{D62F3DF3-5884-F02E-AB47-988309DB7B65}"/>
          </ac:picMkLst>
        </pc:picChg>
      </pc:sldChg>
    </pc:docChg>
  </pc:docChgLst>
  <pc:docChgLst>
    <pc:chgData name="Antonella Mimmo" userId="25a5e1a7-e321-4627-b0fe-fe85337315d8" providerId="ADAL" clId="{DAB721D2-24F4-4421-8F18-68EAD81F28A7}"/>
    <pc:docChg chg="undo custSel addSld delSld modSld sldOrd">
      <pc:chgData name="Antonella Mimmo" userId="25a5e1a7-e321-4627-b0fe-fe85337315d8" providerId="ADAL" clId="{DAB721D2-24F4-4421-8F18-68EAD81F28A7}" dt="2021-07-20T15:00:13.417" v="4760" actId="20577"/>
      <pc:docMkLst>
        <pc:docMk/>
      </pc:docMkLst>
      <pc:sldChg chg="addSp modSp modTransition modAnim">
        <pc:chgData name="Antonella Mimmo" userId="25a5e1a7-e321-4627-b0fe-fe85337315d8" providerId="ADAL" clId="{DAB721D2-24F4-4421-8F18-68EAD81F28A7}" dt="2021-07-20T11:18:14.571" v="1945"/>
        <pc:sldMkLst>
          <pc:docMk/>
          <pc:sldMk cId="3567974932" sldId="322"/>
        </pc:sldMkLst>
        <pc:spChg chg="mod">
          <ac:chgData name="Antonella Mimmo" userId="25a5e1a7-e321-4627-b0fe-fe85337315d8" providerId="ADAL" clId="{DAB721D2-24F4-4421-8F18-68EAD81F28A7}" dt="2021-07-20T09:31:03.577" v="152" actId="20577"/>
          <ac:spMkLst>
            <pc:docMk/>
            <pc:sldMk cId="3567974932" sldId="322"/>
            <ac:spMk id="2" creationId="{362F8D53-17E4-4CDF-B6D6-95A307AB42AB}"/>
          </ac:spMkLst>
        </pc:spChg>
        <pc:spChg chg="add mod">
          <ac:chgData name="Antonella Mimmo" userId="25a5e1a7-e321-4627-b0fe-fe85337315d8" providerId="ADAL" clId="{DAB721D2-24F4-4421-8F18-68EAD81F28A7}" dt="2021-07-20T09:30:01.971" v="147" actId="207"/>
          <ac:spMkLst>
            <pc:docMk/>
            <pc:sldMk cId="3567974932" sldId="322"/>
            <ac:spMk id="4" creationId="{E67E4840-4E36-49AA-BD3D-E29B68D78349}"/>
          </ac:spMkLst>
        </pc:spChg>
        <pc:spChg chg="mod">
          <ac:chgData name="Antonella Mimmo" userId="25a5e1a7-e321-4627-b0fe-fe85337315d8" providerId="ADAL" clId="{DAB721D2-24F4-4421-8F18-68EAD81F28A7}" dt="2021-07-20T09:26:08.121" v="138" actId="255"/>
          <ac:spMkLst>
            <pc:docMk/>
            <pc:sldMk cId="3567974932" sldId="322"/>
            <ac:spMk id="5" creationId="{00000000-0000-0000-0000-000000000000}"/>
          </ac:spMkLst>
        </pc:spChg>
      </pc:sldChg>
      <pc:sldChg chg="modTransition">
        <pc:chgData name="Antonella Mimmo" userId="25a5e1a7-e321-4627-b0fe-fe85337315d8" providerId="ADAL" clId="{DAB721D2-24F4-4421-8F18-68EAD81F28A7}" dt="2021-07-20T11:14:07.821" v="1907"/>
        <pc:sldMkLst>
          <pc:docMk/>
          <pc:sldMk cId="1348566108" sldId="324"/>
        </pc:sldMkLst>
      </pc:sldChg>
      <pc:sldChg chg="modSp modTransition">
        <pc:chgData name="Antonella Mimmo" userId="25a5e1a7-e321-4627-b0fe-fe85337315d8" providerId="ADAL" clId="{DAB721D2-24F4-4421-8F18-68EAD81F28A7}" dt="2021-07-20T11:19:49.685" v="1947" actId="113"/>
        <pc:sldMkLst>
          <pc:docMk/>
          <pc:sldMk cId="1904265588" sldId="326"/>
        </pc:sldMkLst>
        <pc:spChg chg="mod">
          <ac:chgData name="Antonella Mimmo" userId="25a5e1a7-e321-4627-b0fe-fe85337315d8" providerId="ADAL" clId="{DAB721D2-24F4-4421-8F18-68EAD81F28A7}" dt="2021-07-20T11:19:49.685" v="1947" actId="113"/>
          <ac:spMkLst>
            <pc:docMk/>
            <pc:sldMk cId="1904265588" sldId="326"/>
            <ac:spMk id="3" creationId="{00000000-0000-0000-0000-000000000000}"/>
          </ac:spMkLst>
        </pc:spChg>
      </pc:sldChg>
      <pc:sldChg chg="modSp del modTransition modAnim">
        <pc:chgData name="Antonella Mimmo" userId="25a5e1a7-e321-4627-b0fe-fe85337315d8" providerId="ADAL" clId="{DAB721D2-24F4-4421-8F18-68EAD81F28A7}" dt="2021-07-20T11:43:05.153" v="2479" actId="2696"/>
        <pc:sldMkLst>
          <pc:docMk/>
          <pc:sldMk cId="3700645759" sldId="328"/>
        </pc:sldMkLst>
        <pc:spChg chg="mod">
          <ac:chgData name="Antonella Mimmo" userId="25a5e1a7-e321-4627-b0fe-fe85337315d8" providerId="ADAL" clId="{DAB721D2-24F4-4421-8F18-68EAD81F28A7}" dt="2021-07-20T11:36:57.251" v="1960" actId="255"/>
          <ac:spMkLst>
            <pc:docMk/>
            <pc:sldMk cId="3700645759" sldId="328"/>
            <ac:spMk id="3" creationId="{00000000-0000-0000-0000-000000000000}"/>
          </ac:spMkLst>
        </pc:spChg>
        <pc:picChg chg="mod">
          <ac:chgData name="Antonella Mimmo" userId="25a5e1a7-e321-4627-b0fe-fe85337315d8" providerId="ADAL" clId="{DAB721D2-24F4-4421-8F18-68EAD81F28A7}" dt="2021-07-20T11:35:41.245" v="1959" actId="14100"/>
          <ac:picMkLst>
            <pc:docMk/>
            <pc:sldMk cId="3700645759" sldId="328"/>
            <ac:picMk id="7" creationId="{00000000-0000-0000-0000-000000000000}"/>
          </ac:picMkLst>
        </pc:picChg>
      </pc:sldChg>
      <pc:sldChg chg="modSp modTransition">
        <pc:chgData name="Antonella Mimmo" userId="25a5e1a7-e321-4627-b0fe-fe85337315d8" providerId="ADAL" clId="{DAB721D2-24F4-4421-8F18-68EAD81F28A7}" dt="2021-07-20T11:43:18.317" v="2480" actId="207"/>
        <pc:sldMkLst>
          <pc:docMk/>
          <pc:sldMk cId="3065427175" sldId="329"/>
        </pc:sldMkLst>
        <pc:spChg chg="mod">
          <ac:chgData name="Antonella Mimmo" userId="25a5e1a7-e321-4627-b0fe-fe85337315d8" providerId="ADAL" clId="{DAB721D2-24F4-4421-8F18-68EAD81F28A7}" dt="2021-07-20T11:43:18.317" v="2480" actId="207"/>
          <ac:spMkLst>
            <pc:docMk/>
            <pc:sldMk cId="3065427175" sldId="329"/>
            <ac:spMk id="3" creationId="{00000000-0000-0000-0000-000000000000}"/>
          </ac:spMkLst>
        </pc:spChg>
      </pc:sldChg>
      <pc:sldChg chg="del modTransition">
        <pc:chgData name="Antonella Mimmo" userId="25a5e1a7-e321-4627-b0fe-fe85337315d8" providerId="ADAL" clId="{DAB721D2-24F4-4421-8F18-68EAD81F28A7}" dt="2021-07-20T11:48:54.439" v="2724" actId="2696"/>
        <pc:sldMkLst>
          <pc:docMk/>
          <pc:sldMk cId="3032620050" sldId="330"/>
        </pc:sldMkLst>
      </pc:sldChg>
      <pc:sldChg chg="modSp modTransition">
        <pc:chgData name="Antonella Mimmo" userId="25a5e1a7-e321-4627-b0fe-fe85337315d8" providerId="ADAL" clId="{DAB721D2-24F4-4421-8F18-68EAD81F28A7}" dt="2021-07-20T11:49:34.223" v="2726" actId="20577"/>
        <pc:sldMkLst>
          <pc:docMk/>
          <pc:sldMk cId="497309916" sldId="331"/>
        </pc:sldMkLst>
        <pc:spChg chg="mod">
          <ac:chgData name="Antonella Mimmo" userId="25a5e1a7-e321-4627-b0fe-fe85337315d8" providerId="ADAL" clId="{DAB721D2-24F4-4421-8F18-68EAD81F28A7}" dt="2021-07-20T11:49:34.223" v="2726" actId="20577"/>
          <ac:spMkLst>
            <pc:docMk/>
            <pc:sldMk cId="497309916" sldId="331"/>
            <ac:spMk id="3" creationId="{00000000-0000-0000-0000-000000000000}"/>
          </ac:spMkLst>
        </pc:spChg>
      </pc:sldChg>
      <pc:sldChg chg="del modTransition">
        <pc:chgData name="Antonella Mimmo" userId="25a5e1a7-e321-4627-b0fe-fe85337315d8" providerId="ADAL" clId="{DAB721D2-24F4-4421-8F18-68EAD81F28A7}" dt="2021-07-20T12:13:31.706" v="2969" actId="2696"/>
        <pc:sldMkLst>
          <pc:docMk/>
          <pc:sldMk cId="4238611543" sldId="333"/>
        </pc:sldMkLst>
      </pc:sldChg>
      <pc:sldChg chg="modTransition">
        <pc:chgData name="Antonella Mimmo" userId="25a5e1a7-e321-4627-b0fe-fe85337315d8" providerId="ADAL" clId="{DAB721D2-24F4-4421-8F18-68EAD81F28A7}" dt="2021-07-20T11:14:36.889" v="1915"/>
        <pc:sldMkLst>
          <pc:docMk/>
          <pc:sldMk cId="1822361396" sldId="335"/>
        </pc:sldMkLst>
      </pc:sldChg>
      <pc:sldChg chg="modTransition">
        <pc:chgData name="Antonella Mimmo" userId="25a5e1a7-e321-4627-b0fe-fe85337315d8" providerId="ADAL" clId="{DAB721D2-24F4-4421-8F18-68EAD81F28A7}" dt="2021-07-20T11:14:47.207" v="1917"/>
        <pc:sldMkLst>
          <pc:docMk/>
          <pc:sldMk cId="3110770850" sldId="337"/>
        </pc:sldMkLst>
      </pc:sldChg>
      <pc:sldChg chg="modSp modTransition modAnim">
        <pc:chgData name="Antonella Mimmo" userId="25a5e1a7-e321-4627-b0fe-fe85337315d8" providerId="ADAL" clId="{DAB721D2-24F4-4421-8F18-68EAD81F28A7}" dt="2021-07-20T12:58:35.640" v="3222" actId="27636"/>
        <pc:sldMkLst>
          <pc:docMk/>
          <pc:sldMk cId="793204466" sldId="338"/>
        </pc:sldMkLst>
        <pc:spChg chg="mod">
          <ac:chgData name="Antonella Mimmo" userId="25a5e1a7-e321-4627-b0fe-fe85337315d8" providerId="ADAL" clId="{DAB721D2-24F4-4421-8F18-68EAD81F28A7}" dt="2021-07-20T12:58:35.640" v="3222" actId="27636"/>
          <ac:spMkLst>
            <pc:docMk/>
            <pc:sldMk cId="793204466" sldId="338"/>
            <ac:spMk id="3" creationId="{00000000-0000-0000-0000-000000000000}"/>
          </ac:spMkLst>
        </pc:spChg>
      </pc:sldChg>
      <pc:sldChg chg="delSp modSp modTransition">
        <pc:chgData name="Antonella Mimmo" userId="25a5e1a7-e321-4627-b0fe-fe85337315d8" providerId="ADAL" clId="{DAB721D2-24F4-4421-8F18-68EAD81F28A7}" dt="2021-07-20T13:54:08.473" v="3228"/>
        <pc:sldMkLst>
          <pc:docMk/>
          <pc:sldMk cId="843901400" sldId="339"/>
        </pc:sldMkLst>
        <pc:spChg chg="mod">
          <ac:chgData name="Antonella Mimmo" userId="25a5e1a7-e321-4627-b0fe-fe85337315d8" providerId="ADAL" clId="{DAB721D2-24F4-4421-8F18-68EAD81F28A7}" dt="2021-07-20T13:02:33.476" v="3227" actId="207"/>
          <ac:spMkLst>
            <pc:docMk/>
            <pc:sldMk cId="843901400" sldId="339"/>
            <ac:spMk id="3" creationId="{00000000-0000-0000-0000-000000000000}"/>
          </ac:spMkLst>
        </pc:spChg>
        <pc:spChg chg="del">
          <ac:chgData name="Antonella Mimmo" userId="25a5e1a7-e321-4627-b0fe-fe85337315d8" providerId="ADAL" clId="{DAB721D2-24F4-4421-8F18-68EAD81F28A7}" dt="2021-07-20T13:54:08.473" v="3228"/>
          <ac:spMkLst>
            <pc:docMk/>
            <pc:sldMk cId="843901400" sldId="339"/>
            <ac:spMk id="5" creationId="{F2D929FE-FE03-4018-A76B-D96373142FC1}"/>
          </ac:spMkLst>
        </pc:spChg>
      </pc:sldChg>
      <pc:sldChg chg="del modTransition">
        <pc:chgData name="Antonella Mimmo" userId="25a5e1a7-e321-4627-b0fe-fe85337315d8" providerId="ADAL" clId="{DAB721D2-24F4-4421-8F18-68EAD81F28A7}" dt="2021-07-20T13:55:25.585" v="3287" actId="2696"/>
        <pc:sldMkLst>
          <pc:docMk/>
          <pc:sldMk cId="1766950215" sldId="340"/>
        </pc:sldMkLst>
      </pc:sldChg>
      <pc:sldChg chg="modSp modTransition">
        <pc:chgData name="Antonella Mimmo" userId="25a5e1a7-e321-4627-b0fe-fe85337315d8" providerId="ADAL" clId="{DAB721D2-24F4-4421-8F18-68EAD81F28A7}" dt="2021-07-20T13:59:36.641" v="3293" actId="113"/>
        <pc:sldMkLst>
          <pc:docMk/>
          <pc:sldMk cId="2151431095" sldId="341"/>
        </pc:sldMkLst>
        <pc:spChg chg="mod">
          <ac:chgData name="Antonella Mimmo" userId="25a5e1a7-e321-4627-b0fe-fe85337315d8" providerId="ADAL" clId="{DAB721D2-24F4-4421-8F18-68EAD81F28A7}" dt="2021-07-20T13:59:36.641" v="3293" actId="113"/>
          <ac:spMkLst>
            <pc:docMk/>
            <pc:sldMk cId="2151431095" sldId="341"/>
            <ac:spMk id="3" creationId="{00000000-0000-0000-0000-000000000000}"/>
          </ac:spMkLst>
        </pc:spChg>
      </pc:sldChg>
      <pc:sldChg chg="modTransition">
        <pc:chgData name="Antonella Mimmo" userId="25a5e1a7-e321-4627-b0fe-fe85337315d8" providerId="ADAL" clId="{DAB721D2-24F4-4421-8F18-68EAD81F28A7}" dt="2021-07-20T11:15:23.222" v="1926"/>
        <pc:sldMkLst>
          <pc:docMk/>
          <pc:sldMk cId="363922" sldId="343"/>
        </pc:sldMkLst>
      </pc:sldChg>
      <pc:sldChg chg="modTransition">
        <pc:chgData name="Antonella Mimmo" userId="25a5e1a7-e321-4627-b0fe-fe85337315d8" providerId="ADAL" clId="{DAB721D2-24F4-4421-8F18-68EAD81F28A7}" dt="2021-07-20T11:13:29.791" v="1902"/>
        <pc:sldMkLst>
          <pc:docMk/>
          <pc:sldMk cId="3233173208" sldId="345"/>
        </pc:sldMkLst>
      </pc:sldChg>
      <pc:sldChg chg="del">
        <pc:chgData name="Antonella Mimmo" userId="25a5e1a7-e321-4627-b0fe-fe85337315d8" providerId="ADAL" clId="{DAB721D2-24F4-4421-8F18-68EAD81F28A7}" dt="2021-07-20T11:11:47.554" v="1896" actId="2696"/>
        <pc:sldMkLst>
          <pc:docMk/>
          <pc:sldMk cId="2995788012" sldId="347"/>
        </pc:sldMkLst>
      </pc:sldChg>
      <pc:sldChg chg="delSp modTransition delAnim">
        <pc:chgData name="Antonella Mimmo" userId="25a5e1a7-e321-4627-b0fe-fe85337315d8" providerId="ADAL" clId="{DAB721D2-24F4-4421-8F18-68EAD81F28A7}" dt="2021-07-20T14:00:45.180" v="3298" actId="478"/>
        <pc:sldMkLst>
          <pc:docMk/>
          <pc:sldMk cId="4089928066" sldId="349"/>
        </pc:sldMkLst>
        <pc:spChg chg="del">
          <ac:chgData name="Antonella Mimmo" userId="25a5e1a7-e321-4627-b0fe-fe85337315d8" providerId="ADAL" clId="{DAB721D2-24F4-4421-8F18-68EAD81F28A7}" dt="2021-07-20T14:00:45.180" v="3298" actId="478"/>
          <ac:spMkLst>
            <pc:docMk/>
            <pc:sldMk cId="4089928066" sldId="349"/>
            <ac:spMk id="4" creationId="{360F5029-3982-4773-AAEE-E6CDAB93DC6E}"/>
          </ac:spMkLst>
        </pc:spChg>
      </pc:sldChg>
      <pc:sldChg chg="addSp modSp modTransition">
        <pc:chgData name="Antonella Mimmo" userId="25a5e1a7-e321-4627-b0fe-fe85337315d8" providerId="ADAL" clId="{DAB721D2-24F4-4421-8F18-68EAD81F28A7}" dt="2021-07-20T14:12:14.627" v="3711" actId="20577"/>
        <pc:sldMkLst>
          <pc:docMk/>
          <pc:sldMk cId="1367091762" sldId="356"/>
        </pc:sldMkLst>
        <pc:spChg chg="mod">
          <ac:chgData name="Antonella Mimmo" userId="25a5e1a7-e321-4627-b0fe-fe85337315d8" providerId="ADAL" clId="{DAB721D2-24F4-4421-8F18-68EAD81F28A7}" dt="2021-07-20T14:12:14.627" v="3711" actId="20577"/>
          <ac:spMkLst>
            <pc:docMk/>
            <pc:sldMk cId="1367091762" sldId="356"/>
            <ac:spMk id="2" creationId="{00000000-0000-0000-0000-000000000000}"/>
          </ac:spMkLst>
        </pc:spChg>
        <pc:spChg chg="mod">
          <ac:chgData name="Antonella Mimmo" userId="25a5e1a7-e321-4627-b0fe-fe85337315d8" providerId="ADAL" clId="{DAB721D2-24F4-4421-8F18-68EAD81F28A7}" dt="2021-07-20T14:00:25.504" v="3297" actId="14100"/>
          <ac:spMkLst>
            <pc:docMk/>
            <pc:sldMk cId="1367091762" sldId="356"/>
            <ac:spMk id="3" creationId="{00000000-0000-0000-0000-000000000000}"/>
          </ac:spMkLst>
        </pc:spChg>
        <pc:spChg chg="add mod">
          <ac:chgData name="Antonella Mimmo" userId="25a5e1a7-e321-4627-b0fe-fe85337315d8" providerId="ADAL" clId="{DAB721D2-24F4-4421-8F18-68EAD81F28A7}" dt="2021-07-20T14:05:56.450" v="3571" actId="113"/>
          <ac:spMkLst>
            <pc:docMk/>
            <pc:sldMk cId="1367091762" sldId="356"/>
            <ac:spMk id="4" creationId="{8624F651-E1EE-4348-AAB2-F1055A5749E8}"/>
          </ac:spMkLst>
        </pc:spChg>
        <pc:graphicFrameChg chg="mod modGraphic">
          <ac:chgData name="Antonella Mimmo" userId="25a5e1a7-e321-4627-b0fe-fe85337315d8" providerId="ADAL" clId="{DAB721D2-24F4-4421-8F18-68EAD81F28A7}" dt="2021-07-20T14:10:33.007" v="3689" actId="255"/>
          <ac:graphicFrameMkLst>
            <pc:docMk/>
            <pc:sldMk cId="1367091762" sldId="356"/>
            <ac:graphicFrameMk id="5" creationId="{00000000-0000-0000-0000-000000000000}"/>
          </ac:graphicFrameMkLst>
        </pc:graphicFrameChg>
      </pc:sldChg>
      <pc:sldChg chg="addSp delSp modSp modTransition modAnim">
        <pc:chgData name="Antonella Mimmo" userId="25a5e1a7-e321-4627-b0fe-fe85337315d8" providerId="ADAL" clId="{DAB721D2-24F4-4421-8F18-68EAD81F28A7}" dt="2021-07-20T14:13:34.818" v="3763" actId="207"/>
        <pc:sldMkLst>
          <pc:docMk/>
          <pc:sldMk cId="1498639098" sldId="357"/>
        </pc:sldMkLst>
        <pc:spChg chg="mod">
          <ac:chgData name="Antonella Mimmo" userId="25a5e1a7-e321-4627-b0fe-fe85337315d8" providerId="ADAL" clId="{DAB721D2-24F4-4421-8F18-68EAD81F28A7}" dt="2021-07-20T14:11:49.816" v="3708" actId="255"/>
          <ac:spMkLst>
            <pc:docMk/>
            <pc:sldMk cId="1498639098" sldId="357"/>
            <ac:spMk id="2" creationId="{00000000-0000-0000-0000-000000000000}"/>
          </ac:spMkLst>
        </pc:spChg>
        <pc:spChg chg="mod">
          <ac:chgData name="Antonella Mimmo" userId="25a5e1a7-e321-4627-b0fe-fe85337315d8" providerId="ADAL" clId="{DAB721D2-24F4-4421-8F18-68EAD81F28A7}" dt="2021-07-20T14:11:07.935" v="3702" actId="114"/>
          <ac:spMkLst>
            <pc:docMk/>
            <pc:sldMk cId="1498639098" sldId="357"/>
            <ac:spMk id="3" creationId="{00000000-0000-0000-0000-000000000000}"/>
          </ac:spMkLst>
        </pc:spChg>
        <pc:spChg chg="add del mod">
          <ac:chgData name="Antonella Mimmo" userId="25a5e1a7-e321-4627-b0fe-fe85337315d8" providerId="ADAL" clId="{DAB721D2-24F4-4421-8F18-68EAD81F28A7}" dt="2021-07-20T14:12:27.456" v="3714"/>
          <ac:spMkLst>
            <pc:docMk/>
            <pc:sldMk cId="1498639098" sldId="357"/>
            <ac:spMk id="4" creationId="{ADC9CCCD-9FAC-46FF-8273-7E6020E4A70F}"/>
          </ac:spMkLst>
        </pc:spChg>
        <pc:spChg chg="add mod">
          <ac:chgData name="Antonella Mimmo" userId="25a5e1a7-e321-4627-b0fe-fe85337315d8" providerId="ADAL" clId="{DAB721D2-24F4-4421-8F18-68EAD81F28A7}" dt="2021-07-20T14:13:34.818" v="3763" actId="207"/>
          <ac:spMkLst>
            <pc:docMk/>
            <pc:sldMk cId="1498639098" sldId="357"/>
            <ac:spMk id="7" creationId="{91D40A8F-58D1-4786-92CC-B8AF4541F710}"/>
          </ac:spMkLst>
        </pc:spChg>
        <pc:graphicFrameChg chg="mod modGraphic">
          <ac:chgData name="Antonella Mimmo" userId="25a5e1a7-e321-4627-b0fe-fe85337315d8" providerId="ADAL" clId="{DAB721D2-24F4-4421-8F18-68EAD81F28A7}" dt="2021-07-20T14:11:36.893" v="3707" actId="14100"/>
          <ac:graphicFrameMkLst>
            <pc:docMk/>
            <pc:sldMk cId="1498639098" sldId="357"/>
            <ac:graphicFrameMk id="5" creationId="{00000000-0000-0000-0000-000000000000}"/>
          </ac:graphicFrameMkLst>
        </pc:graphicFrameChg>
      </pc:sldChg>
      <pc:sldChg chg="modSp del modTransition">
        <pc:chgData name="Antonella Mimmo" userId="25a5e1a7-e321-4627-b0fe-fe85337315d8" providerId="ADAL" clId="{DAB721D2-24F4-4421-8F18-68EAD81F28A7}" dt="2021-07-20T14:27:24.776" v="4356" actId="2696"/>
        <pc:sldMkLst>
          <pc:docMk/>
          <pc:sldMk cId="3748546222" sldId="358"/>
        </pc:sldMkLst>
        <pc:spChg chg="mod">
          <ac:chgData name="Antonella Mimmo" userId="25a5e1a7-e321-4627-b0fe-fe85337315d8" providerId="ADAL" clId="{DAB721D2-24F4-4421-8F18-68EAD81F28A7}" dt="2021-07-20T14:13:58.037" v="3767" actId="121"/>
          <ac:spMkLst>
            <pc:docMk/>
            <pc:sldMk cId="3748546222" sldId="358"/>
            <ac:spMk id="2" creationId="{00000000-0000-0000-0000-000000000000}"/>
          </ac:spMkLst>
        </pc:spChg>
      </pc:sldChg>
      <pc:sldChg chg="modTransition">
        <pc:chgData name="Antonella Mimmo" userId="25a5e1a7-e321-4627-b0fe-fe85337315d8" providerId="ADAL" clId="{DAB721D2-24F4-4421-8F18-68EAD81F28A7}" dt="2021-07-20T11:13:33.931" v="1903"/>
        <pc:sldMkLst>
          <pc:docMk/>
          <pc:sldMk cId="4232596623" sldId="359"/>
        </pc:sldMkLst>
      </pc:sldChg>
      <pc:sldChg chg="modTransition">
        <pc:chgData name="Antonella Mimmo" userId="25a5e1a7-e321-4627-b0fe-fe85337315d8" providerId="ADAL" clId="{DAB721D2-24F4-4421-8F18-68EAD81F28A7}" dt="2021-07-20T11:14:42.569" v="1916"/>
        <pc:sldMkLst>
          <pc:docMk/>
          <pc:sldMk cId="2726557401" sldId="360"/>
        </pc:sldMkLst>
      </pc:sldChg>
      <pc:sldChg chg="modSp modTransition">
        <pc:chgData name="Antonella Mimmo" userId="25a5e1a7-e321-4627-b0fe-fe85337315d8" providerId="ADAL" clId="{DAB721D2-24F4-4421-8F18-68EAD81F28A7}" dt="2021-07-20T11:13:38.376" v="1904"/>
        <pc:sldMkLst>
          <pc:docMk/>
          <pc:sldMk cId="2146890336" sldId="361"/>
        </pc:sldMkLst>
        <pc:spChg chg="mod">
          <ac:chgData name="Antonella Mimmo" userId="25a5e1a7-e321-4627-b0fe-fe85337315d8" providerId="ADAL" clId="{DAB721D2-24F4-4421-8F18-68EAD81F28A7}" dt="2021-07-20T09:31:44.073" v="154" actId="313"/>
          <ac:spMkLst>
            <pc:docMk/>
            <pc:sldMk cId="2146890336" sldId="361"/>
            <ac:spMk id="15" creationId="{00000000-0000-0000-0000-000000000000}"/>
          </ac:spMkLst>
        </pc:spChg>
      </pc:sldChg>
      <pc:sldChg chg="del">
        <pc:chgData name="Antonella Mimmo" userId="25a5e1a7-e321-4627-b0fe-fe85337315d8" providerId="ADAL" clId="{DAB721D2-24F4-4421-8F18-68EAD81F28A7}" dt="2021-07-20T10:16:29.928" v="1510" actId="2696"/>
        <pc:sldMkLst>
          <pc:docMk/>
          <pc:sldMk cId="3216347452" sldId="363"/>
        </pc:sldMkLst>
      </pc:sldChg>
      <pc:sldChg chg="del">
        <pc:chgData name="Antonella Mimmo" userId="25a5e1a7-e321-4627-b0fe-fe85337315d8" providerId="ADAL" clId="{DAB721D2-24F4-4421-8F18-68EAD81F28A7}" dt="2021-07-20T11:10:11.908" v="1876" actId="2696"/>
        <pc:sldMkLst>
          <pc:docMk/>
          <pc:sldMk cId="3122897197" sldId="364"/>
        </pc:sldMkLst>
      </pc:sldChg>
      <pc:sldChg chg="del">
        <pc:chgData name="Antonella Mimmo" userId="25a5e1a7-e321-4627-b0fe-fe85337315d8" providerId="ADAL" clId="{DAB721D2-24F4-4421-8F18-68EAD81F28A7}" dt="2021-07-20T11:10:52.740" v="1877" actId="2696"/>
        <pc:sldMkLst>
          <pc:docMk/>
          <pc:sldMk cId="2030131017" sldId="365"/>
        </pc:sldMkLst>
      </pc:sldChg>
      <pc:sldChg chg="modTransition">
        <pc:chgData name="Antonella Mimmo" userId="25a5e1a7-e321-4627-b0fe-fe85337315d8" providerId="ADAL" clId="{DAB721D2-24F4-4421-8F18-68EAD81F28A7}" dt="2021-07-20T11:16:39.985" v="1943"/>
        <pc:sldMkLst>
          <pc:docMk/>
          <pc:sldMk cId="3075681919" sldId="366"/>
        </pc:sldMkLst>
      </pc:sldChg>
      <pc:sldChg chg="modTransition">
        <pc:chgData name="Antonella Mimmo" userId="25a5e1a7-e321-4627-b0fe-fe85337315d8" providerId="ADAL" clId="{DAB721D2-24F4-4421-8F18-68EAD81F28A7}" dt="2021-07-20T11:15:26.682" v="1927"/>
        <pc:sldMkLst>
          <pc:docMk/>
          <pc:sldMk cId="838409851" sldId="367"/>
        </pc:sldMkLst>
      </pc:sldChg>
      <pc:sldChg chg="modTransition">
        <pc:chgData name="Antonella Mimmo" userId="25a5e1a7-e321-4627-b0fe-fe85337315d8" providerId="ADAL" clId="{DAB721D2-24F4-4421-8F18-68EAD81F28A7}" dt="2021-07-20T11:15:30.906" v="1928"/>
        <pc:sldMkLst>
          <pc:docMk/>
          <pc:sldMk cId="849382833" sldId="368"/>
        </pc:sldMkLst>
      </pc:sldChg>
      <pc:sldChg chg="modTransition">
        <pc:chgData name="Antonella Mimmo" userId="25a5e1a7-e321-4627-b0fe-fe85337315d8" providerId="ADAL" clId="{DAB721D2-24F4-4421-8F18-68EAD81F28A7}" dt="2021-07-20T11:15:45.223" v="1931"/>
        <pc:sldMkLst>
          <pc:docMk/>
          <pc:sldMk cId="1858324016" sldId="369"/>
        </pc:sldMkLst>
      </pc:sldChg>
      <pc:sldChg chg="modTransition">
        <pc:chgData name="Antonella Mimmo" userId="25a5e1a7-e321-4627-b0fe-fe85337315d8" providerId="ADAL" clId="{DAB721D2-24F4-4421-8F18-68EAD81F28A7}" dt="2021-07-20T11:16:03.223" v="1934"/>
        <pc:sldMkLst>
          <pc:docMk/>
          <pc:sldMk cId="3068980910" sldId="370"/>
        </pc:sldMkLst>
      </pc:sldChg>
      <pc:sldChg chg="modTransition">
        <pc:chgData name="Antonella Mimmo" userId="25a5e1a7-e321-4627-b0fe-fe85337315d8" providerId="ADAL" clId="{DAB721D2-24F4-4421-8F18-68EAD81F28A7}" dt="2021-07-20T11:16:16.368" v="1937"/>
        <pc:sldMkLst>
          <pc:docMk/>
          <pc:sldMk cId="448178840" sldId="371"/>
        </pc:sldMkLst>
      </pc:sldChg>
      <pc:sldChg chg="modTransition">
        <pc:chgData name="Antonella Mimmo" userId="25a5e1a7-e321-4627-b0fe-fe85337315d8" providerId="ADAL" clId="{DAB721D2-24F4-4421-8F18-68EAD81F28A7}" dt="2021-07-20T11:16:28.033" v="1940"/>
        <pc:sldMkLst>
          <pc:docMk/>
          <pc:sldMk cId="81198907" sldId="372"/>
        </pc:sldMkLst>
      </pc:sldChg>
      <pc:sldChg chg="modTransition">
        <pc:chgData name="Antonella Mimmo" userId="25a5e1a7-e321-4627-b0fe-fe85337315d8" providerId="ADAL" clId="{DAB721D2-24F4-4421-8F18-68EAD81F28A7}" dt="2021-07-20T11:15:34.815" v="1929"/>
        <pc:sldMkLst>
          <pc:docMk/>
          <pc:sldMk cId="338730647" sldId="373"/>
        </pc:sldMkLst>
      </pc:sldChg>
      <pc:sldChg chg="modTransition">
        <pc:chgData name="Antonella Mimmo" userId="25a5e1a7-e321-4627-b0fe-fe85337315d8" providerId="ADAL" clId="{DAB721D2-24F4-4421-8F18-68EAD81F28A7}" dt="2021-07-20T11:15:38.992" v="1930"/>
        <pc:sldMkLst>
          <pc:docMk/>
          <pc:sldMk cId="1180137051" sldId="374"/>
        </pc:sldMkLst>
      </pc:sldChg>
      <pc:sldChg chg="modTransition">
        <pc:chgData name="Antonella Mimmo" userId="25a5e1a7-e321-4627-b0fe-fe85337315d8" providerId="ADAL" clId="{DAB721D2-24F4-4421-8F18-68EAD81F28A7}" dt="2021-07-20T11:15:54.357" v="1932"/>
        <pc:sldMkLst>
          <pc:docMk/>
          <pc:sldMk cId="255457658" sldId="375"/>
        </pc:sldMkLst>
      </pc:sldChg>
      <pc:sldChg chg="modTransition">
        <pc:chgData name="Antonella Mimmo" userId="25a5e1a7-e321-4627-b0fe-fe85337315d8" providerId="ADAL" clId="{DAB721D2-24F4-4421-8F18-68EAD81F28A7}" dt="2021-07-20T11:15:59.072" v="1933"/>
        <pc:sldMkLst>
          <pc:docMk/>
          <pc:sldMk cId="1348218197" sldId="376"/>
        </pc:sldMkLst>
      </pc:sldChg>
      <pc:sldChg chg="modTransition">
        <pc:chgData name="Antonella Mimmo" userId="25a5e1a7-e321-4627-b0fe-fe85337315d8" providerId="ADAL" clId="{DAB721D2-24F4-4421-8F18-68EAD81F28A7}" dt="2021-07-20T11:16:11.192" v="1936"/>
        <pc:sldMkLst>
          <pc:docMk/>
          <pc:sldMk cId="608757884" sldId="377"/>
        </pc:sldMkLst>
      </pc:sldChg>
      <pc:sldChg chg="modTransition">
        <pc:chgData name="Antonella Mimmo" userId="25a5e1a7-e321-4627-b0fe-fe85337315d8" providerId="ADAL" clId="{DAB721D2-24F4-4421-8F18-68EAD81F28A7}" dt="2021-07-20T11:16:07.214" v="1935"/>
        <pc:sldMkLst>
          <pc:docMk/>
          <pc:sldMk cId="2430262186" sldId="378"/>
        </pc:sldMkLst>
      </pc:sldChg>
      <pc:sldChg chg="modTransition">
        <pc:chgData name="Antonella Mimmo" userId="25a5e1a7-e321-4627-b0fe-fe85337315d8" providerId="ADAL" clId="{DAB721D2-24F4-4421-8F18-68EAD81F28A7}" dt="2021-07-20T11:16:20.294" v="1938"/>
        <pc:sldMkLst>
          <pc:docMk/>
          <pc:sldMk cId="4159720720" sldId="379"/>
        </pc:sldMkLst>
      </pc:sldChg>
      <pc:sldChg chg="modTransition">
        <pc:chgData name="Antonella Mimmo" userId="25a5e1a7-e321-4627-b0fe-fe85337315d8" providerId="ADAL" clId="{DAB721D2-24F4-4421-8F18-68EAD81F28A7}" dt="2021-07-20T11:16:24.048" v="1939"/>
        <pc:sldMkLst>
          <pc:docMk/>
          <pc:sldMk cId="3276138212" sldId="380"/>
        </pc:sldMkLst>
      </pc:sldChg>
      <pc:sldChg chg="modTransition">
        <pc:chgData name="Antonella Mimmo" userId="25a5e1a7-e321-4627-b0fe-fe85337315d8" providerId="ADAL" clId="{DAB721D2-24F4-4421-8F18-68EAD81F28A7}" dt="2021-07-20T11:16:31.528" v="1941"/>
        <pc:sldMkLst>
          <pc:docMk/>
          <pc:sldMk cId="254762432" sldId="381"/>
        </pc:sldMkLst>
      </pc:sldChg>
      <pc:sldChg chg="modTransition">
        <pc:chgData name="Antonella Mimmo" userId="25a5e1a7-e321-4627-b0fe-fe85337315d8" providerId="ADAL" clId="{DAB721D2-24F4-4421-8F18-68EAD81F28A7}" dt="2021-07-20T11:16:35.289" v="1942"/>
        <pc:sldMkLst>
          <pc:docMk/>
          <pc:sldMk cId="2704727539" sldId="382"/>
        </pc:sldMkLst>
      </pc:sldChg>
      <pc:sldChg chg="addSp delSp modSp add modTransition">
        <pc:chgData name="Antonella Mimmo" userId="25a5e1a7-e321-4627-b0fe-fe85337315d8" providerId="ADAL" clId="{DAB721D2-24F4-4421-8F18-68EAD81F28A7}" dt="2021-07-20T11:13:25.288" v="1901"/>
        <pc:sldMkLst>
          <pc:docMk/>
          <pc:sldMk cId="2689627039" sldId="383"/>
        </pc:sldMkLst>
        <pc:spChg chg="mod">
          <ac:chgData name="Antonella Mimmo" userId="25a5e1a7-e321-4627-b0fe-fe85337315d8" providerId="ADAL" clId="{DAB721D2-24F4-4421-8F18-68EAD81F28A7}" dt="2021-07-20T09:35:58.111" v="197" actId="121"/>
          <ac:spMkLst>
            <pc:docMk/>
            <pc:sldMk cId="2689627039" sldId="383"/>
            <ac:spMk id="2" creationId="{4049C5FA-EDF7-481D-AD26-6E6A0831C06C}"/>
          </ac:spMkLst>
        </pc:spChg>
        <pc:spChg chg="del">
          <ac:chgData name="Antonella Mimmo" userId="25a5e1a7-e321-4627-b0fe-fe85337315d8" providerId="ADAL" clId="{DAB721D2-24F4-4421-8F18-68EAD81F28A7}" dt="2021-07-20T09:36:14.404" v="198" actId="3680"/>
          <ac:spMkLst>
            <pc:docMk/>
            <pc:sldMk cId="2689627039" sldId="383"/>
            <ac:spMk id="3" creationId="{B54E51E4-51E9-42DA-8011-8128E98B7255}"/>
          </ac:spMkLst>
        </pc:spChg>
        <pc:graphicFrameChg chg="add mod ord modGraphic">
          <ac:chgData name="Antonella Mimmo" userId="25a5e1a7-e321-4627-b0fe-fe85337315d8" providerId="ADAL" clId="{DAB721D2-24F4-4421-8F18-68EAD81F28A7}" dt="2021-07-20T09:49:19.346" v="707" actId="14100"/>
          <ac:graphicFrameMkLst>
            <pc:docMk/>
            <pc:sldMk cId="2689627039" sldId="383"/>
            <ac:graphicFrameMk id="5" creationId="{62B232FE-97C9-43E0-8471-8F9302EBF713}"/>
          </ac:graphicFrameMkLst>
        </pc:graphicFrameChg>
      </pc:sldChg>
      <pc:sldChg chg="modSp add ord modTransition modAnim">
        <pc:chgData name="Antonella Mimmo" userId="25a5e1a7-e321-4627-b0fe-fe85337315d8" providerId="ADAL" clId="{DAB721D2-24F4-4421-8F18-68EAD81F28A7}" dt="2021-07-20T11:13:20.477" v="1900"/>
        <pc:sldMkLst>
          <pc:docMk/>
          <pc:sldMk cId="1746789967" sldId="384"/>
        </pc:sldMkLst>
        <pc:spChg chg="mod">
          <ac:chgData name="Antonella Mimmo" userId="25a5e1a7-e321-4627-b0fe-fe85337315d8" providerId="ADAL" clId="{DAB721D2-24F4-4421-8F18-68EAD81F28A7}" dt="2021-07-20T10:16:08.466" v="1509" actId="20577"/>
          <ac:spMkLst>
            <pc:docMk/>
            <pc:sldMk cId="1746789967" sldId="384"/>
            <ac:spMk id="2" creationId="{7161985D-C586-4474-BE90-1FAEE5DE0CCA}"/>
          </ac:spMkLst>
        </pc:spChg>
        <pc:spChg chg="mod">
          <ac:chgData name="Antonella Mimmo" userId="25a5e1a7-e321-4627-b0fe-fe85337315d8" providerId="ADAL" clId="{DAB721D2-24F4-4421-8F18-68EAD81F28A7}" dt="2021-07-20T10:16:06.139" v="1508" actId="27636"/>
          <ac:spMkLst>
            <pc:docMk/>
            <pc:sldMk cId="1746789967" sldId="384"/>
            <ac:spMk id="3" creationId="{B854C72A-2AEB-48AD-B344-960997362579}"/>
          </ac:spMkLst>
        </pc:spChg>
      </pc:sldChg>
      <pc:sldChg chg="modTransition">
        <pc:chgData name="Antonella Mimmo" userId="25a5e1a7-e321-4627-b0fe-fe85337315d8" providerId="ADAL" clId="{DAB721D2-24F4-4421-8F18-68EAD81F28A7}" dt="2021-07-20T11:13:17.217" v="1899"/>
        <pc:sldMkLst>
          <pc:docMk/>
          <pc:sldMk cId="3586857767" sldId="385"/>
        </pc:sldMkLst>
      </pc:sldChg>
      <pc:sldChg chg="modSp add del modAnim">
        <pc:chgData name="Antonella Mimmo" userId="25a5e1a7-e321-4627-b0fe-fe85337315d8" providerId="ADAL" clId="{DAB721D2-24F4-4421-8F18-68EAD81F28A7}" dt="2021-07-20T11:12:09.690" v="1897" actId="2696"/>
        <pc:sldMkLst>
          <pc:docMk/>
          <pc:sldMk cId="3885333170" sldId="385"/>
        </pc:sldMkLst>
        <pc:spChg chg="mod">
          <ac:chgData name="Antonella Mimmo" userId="25a5e1a7-e321-4627-b0fe-fe85337315d8" providerId="ADAL" clId="{DAB721D2-24F4-4421-8F18-68EAD81F28A7}" dt="2021-07-20T11:05:16.768" v="1721" actId="20577"/>
          <ac:spMkLst>
            <pc:docMk/>
            <pc:sldMk cId="3885333170" sldId="385"/>
            <ac:spMk id="2" creationId="{2AFAB807-A373-428D-B932-0FFB04AAEB11}"/>
          </ac:spMkLst>
        </pc:spChg>
        <pc:spChg chg="mod">
          <ac:chgData name="Antonella Mimmo" userId="25a5e1a7-e321-4627-b0fe-fe85337315d8" providerId="ADAL" clId="{DAB721D2-24F4-4421-8F18-68EAD81F28A7}" dt="2021-07-20T11:08:46.116" v="1867" actId="113"/>
          <ac:spMkLst>
            <pc:docMk/>
            <pc:sldMk cId="3885333170" sldId="385"/>
            <ac:spMk id="3" creationId="{9449588A-835E-40E6-9771-44DE45F7427A}"/>
          </ac:spMkLst>
        </pc:spChg>
      </pc:sldChg>
      <pc:sldChg chg="addSp modSp add">
        <pc:chgData name="Antonella Mimmo" userId="25a5e1a7-e321-4627-b0fe-fe85337315d8" providerId="ADAL" clId="{DAB721D2-24F4-4421-8F18-68EAD81F28A7}" dt="2021-07-20T11:42:54.770" v="2478" actId="207"/>
        <pc:sldMkLst>
          <pc:docMk/>
          <pc:sldMk cId="3115657577" sldId="386"/>
        </pc:sldMkLst>
        <pc:spChg chg="mod">
          <ac:chgData name="Antonella Mimmo" userId="25a5e1a7-e321-4627-b0fe-fe85337315d8" providerId="ADAL" clId="{DAB721D2-24F4-4421-8F18-68EAD81F28A7}" dt="2021-07-20T11:37:25.979" v="1971" actId="121"/>
          <ac:spMkLst>
            <pc:docMk/>
            <pc:sldMk cId="3115657577" sldId="386"/>
            <ac:spMk id="2" creationId="{F15614EA-9172-4EB7-AA18-D2B49482B0D2}"/>
          </ac:spMkLst>
        </pc:spChg>
        <pc:spChg chg="mod">
          <ac:chgData name="Antonella Mimmo" userId="25a5e1a7-e321-4627-b0fe-fe85337315d8" providerId="ADAL" clId="{DAB721D2-24F4-4421-8F18-68EAD81F28A7}" dt="2021-07-20T11:42:54.770" v="2478" actId="207"/>
          <ac:spMkLst>
            <pc:docMk/>
            <pc:sldMk cId="3115657577" sldId="386"/>
            <ac:spMk id="3" creationId="{9178CBB9-DD7C-444A-A31D-9F2290373AA0}"/>
          </ac:spMkLst>
        </pc:spChg>
        <pc:picChg chg="add mod">
          <ac:chgData name="Antonella Mimmo" userId="25a5e1a7-e321-4627-b0fe-fe85337315d8" providerId="ADAL" clId="{DAB721D2-24F4-4421-8F18-68EAD81F28A7}" dt="2021-07-20T11:42:11.947" v="2471" actId="1076"/>
          <ac:picMkLst>
            <pc:docMk/>
            <pc:sldMk cId="3115657577" sldId="386"/>
            <ac:picMk id="5" creationId="{A5F7CC42-1161-4CDE-8E8D-D42BA83C09A6}"/>
          </ac:picMkLst>
        </pc:picChg>
      </pc:sldChg>
      <pc:sldChg chg="addSp delSp modSp">
        <pc:chgData name="Antonella Mimmo" userId="25a5e1a7-e321-4627-b0fe-fe85337315d8" providerId="ADAL" clId="{DAB721D2-24F4-4421-8F18-68EAD81F28A7}" dt="2021-07-20T11:48:35.873" v="2723" actId="20577"/>
        <pc:sldMkLst>
          <pc:docMk/>
          <pc:sldMk cId="818886563" sldId="387"/>
        </pc:sldMkLst>
        <pc:spChg chg="mod">
          <ac:chgData name="Antonella Mimmo" userId="25a5e1a7-e321-4627-b0fe-fe85337315d8" providerId="ADAL" clId="{DAB721D2-24F4-4421-8F18-68EAD81F28A7}" dt="2021-07-20T11:48:35.873" v="2723" actId="20577"/>
          <ac:spMkLst>
            <pc:docMk/>
            <pc:sldMk cId="818886563" sldId="387"/>
            <ac:spMk id="3" creationId="{9178CBB9-DD7C-444A-A31D-9F2290373AA0}"/>
          </ac:spMkLst>
        </pc:spChg>
        <pc:picChg chg="del">
          <ac:chgData name="Antonella Mimmo" userId="25a5e1a7-e321-4627-b0fe-fe85337315d8" providerId="ADAL" clId="{DAB721D2-24F4-4421-8F18-68EAD81F28A7}" dt="2021-07-20T11:47:15.575" v="2623" actId="478"/>
          <ac:picMkLst>
            <pc:docMk/>
            <pc:sldMk cId="818886563" sldId="387"/>
            <ac:picMk id="5" creationId="{A5F7CC42-1161-4CDE-8E8D-D42BA83C09A6}"/>
          </ac:picMkLst>
        </pc:picChg>
        <pc:picChg chg="add mod">
          <ac:chgData name="Antonella Mimmo" userId="25a5e1a7-e321-4627-b0fe-fe85337315d8" providerId="ADAL" clId="{DAB721D2-24F4-4421-8F18-68EAD81F28A7}" dt="2021-07-20T11:47:23.673" v="2626" actId="14100"/>
          <ac:picMkLst>
            <pc:docMk/>
            <pc:sldMk cId="818886563" sldId="387"/>
            <ac:picMk id="6" creationId="{16141A29-C9CB-4110-9A93-D367E8412CC1}"/>
          </ac:picMkLst>
        </pc:picChg>
      </pc:sldChg>
      <pc:sldChg chg="modSp modAnim">
        <pc:chgData name="Antonella Mimmo" userId="25a5e1a7-e321-4627-b0fe-fe85337315d8" providerId="ADAL" clId="{DAB721D2-24F4-4421-8F18-68EAD81F28A7}" dt="2021-07-20T12:56:10.584" v="3217" actId="20577"/>
        <pc:sldMkLst>
          <pc:docMk/>
          <pc:sldMk cId="4146818884" sldId="388"/>
        </pc:sldMkLst>
        <pc:spChg chg="mod">
          <ac:chgData name="Antonella Mimmo" userId="25a5e1a7-e321-4627-b0fe-fe85337315d8" providerId="ADAL" clId="{DAB721D2-24F4-4421-8F18-68EAD81F28A7}" dt="2021-07-20T12:56:10.584" v="3217" actId="20577"/>
          <ac:spMkLst>
            <pc:docMk/>
            <pc:sldMk cId="4146818884" sldId="388"/>
            <ac:spMk id="2" creationId="{00000000-0000-0000-0000-000000000000}"/>
          </ac:spMkLst>
        </pc:spChg>
        <pc:spChg chg="mod">
          <ac:chgData name="Antonella Mimmo" userId="25a5e1a7-e321-4627-b0fe-fe85337315d8" providerId="ADAL" clId="{DAB721D2-24F4-4421-8F18-68EAD81F28A7}" dt="2021-07-20T12:12:58.246" v="2968" actId="207"/>
          <ac:spMkLst>
            <pc:docMk/>
            <pc:sldMk cId="4146818884" sldId="388"/>
            <ac:spMk id="3" creationId="{00000000-0000-0000-0000-000000000000}"/>
          </ac:spMkLst>
        </pc:spChg>
      </pc:sldChg>
      <pc:sldChg chg="modSp add ord">
        <pc:chgData name="Antonella Mimmo" userId="25a5e1a7-e321-4627-b0fe-fe85337315d8" providerId="ADAL" clId="{DAB721D2-24F4-4421-8F18-68EAD81F28A7}" dt="2021-07-20T12:55:25.805" v="3207" actId="207"/>
        <pc:sldMkLst>
          <pc:docMk/>
          <pc:sldMk cId="47362201" sldId="389"/>
        </pc:sldMkLst>
        <pc:spChg chg="mod">
          <ac:chgData name="Antonella Mimmo" userId="25a5e1a7-e321-4627-b0fe-fe85337315d8" providerId="ADAL" clId="{DAB721D2-24F4-4421-8F18-68EAD81F28A7}" dt="2021-07-20T12:48:32.378" v="3013" actId="20577"/>
          <ac:spMkLst>
            <pc:docMk/>
            <pc:sldMk cId="47362201" sldId="389"/>
            <ac:spMk id="2" creationId="{DD33B476-929D-42C6-9A78-01DFF88935D7}"/>
          </ac:spMkLst>
        </pc:spChg>
        <pc:spChg chg="mod">
          <ac:chgData name="Antonella Mimmo" userId="25a5e1a7-e321-4627-b0fe-fe85337315d8" providerId="ADAL" clId="{DAB721D2-24F4-4421-8F18-68EAD81F28A7}" dt="2021-07-20T12:55:25.805" v="3207" actId="207"/>
          <ac:spMkLst>
            <pc:docMk/>
            <pc:sldMk cId="47362201" sldId="389"/>
            <ac:spMk id="3" creationId="{80C892E6-356A-407C-9BAA-2DD03FA136A2}"/>
          </ac:spMkLst>
        </pc:spChg>
      </pc:sldChg>
      <pc:sldChg chg="modSp">
        <pc:chgData name="Antonella Mimmo" userId="25a5e1a7-e321-4627-b0fe-fe85337315d8" providerId="ADAL" clId="{DAB721D2-24F4-4421-8F18-68EAD81F28A7}" dt="2021-07-20T13:55:12.242" v="3286" actId="20577"/>
        <pc:sldMkLst>
          <pc:docMk/>
          <pc:sldMk cId="4043060275" sldId="390"/>
        </pc:sldMkLst>
        <pc:spChg chg="mod">
          <ac:chgData name="Antonella Mimmo" userId="25a5e1a7-e321-4627-b0fe-fe85337315d8" providerId="ADAL" clId="{DAB721D2-24F4-4421-8F18-68EAD81F28A7}" dt="2021-07-20T13:55:12.242" v="3286" actId="20577"/>
          <ac:spMkLst>
            <pc:docMk/>
            <pc:sldMk cId="4043060275" sldId="390"/>
            <ac:spMk id="2" creationId="{00000000-0000-0000-0000-000000000000}"/>
          </ac:spMkLst>
        </pc:spChg>
        <pc:spChg chg="mod">
          <ac:chgData name="Antonella Mimmo" userId="25a5e1a7-e321-4627-b0fe-fe85337315d8" providerId="ADAL" clId="{DAB721D2-24F4-4421-8F18-68EAD81F28A7}" dt="2021-07-20T13:55:01.010" v="3269" actId="20577"/>
          <ac:spMkLst>
            <pc:docMk/>
            <pc:sldMk cId="4043060275" sldId="390"/>
            <ac:spMk id="3" creationId="{00000000-0000-0000-0000-000000000000}"/>
          </ac:spMkLst>
        </pc:spChg>
      </pc:sldChg>
      <pc:sldChg chg="addSp delSp modSp add">
        <pc:chgData name="Antonella Mimmo" userId="25a5e1a7-e321-4627-b0fe-fe85337315d8" providerId="ADAL" clId="{DAB721D2-24F4-4421-8F18-68EAD81F28A7}" dt="2021-07-20T14:27:19.280" v="4355" actId="207"/>
        <pc:sldMkLst>
          <pc:docMk/>
          <pc:sldMk cId="626320566" sldId="391"/>
        </pc:sldMkLst>
        <pc:spChg chg="mod">
          <ac:chgData name="Antonella Mimmo" userId="25a5e1a7-e321-4627-b0fe-fe85337315d8" providerId="ADAL" clId="{DAB721D2-24F4-4421-8F18-68EAD81F28A7}" dt="2021-07-20T14:14:44.941" v="3780" actId="121"/>
          <ac:spMkLst>
            <pc:docMk/>
            <pc:sldMk cId="626320566" sldId="391"/>
            <ac:spMk id="2" creationId="{C8D6ED26-C080-4EFF-A000-4DC85989065E}"/>
          </ac:spMkLst>
        </pc:spChg>
        <pc:spChg chg="del">
          <ac:chgData name="Antonella Mimmo" userId="25a5e1a7-e321-4627-b0fe-fe85337315d8" providerId="ADAL" clId="{DAB721D2-24F4-4421-8F18-68EAD81F28A7}" dt="2021-07-20T14:15:15.040" v="3781" actId="3680"/>
          <ac:spMkLst>
            <pc:docMk/>
            <pc:sldMk cId="626320566" sldId="391"/>
            <ac:spMk id="3" creationId="{B923EDAB-D81F-4439-A24D-D76BC1F24C92}"/>
          </ac:spMkLst>
        </pc:spChg>
        <pc:spChg chg="add mod">
          <ac:chgData name="Antonella Mimmo" userId="25a5e1a7-e321-4627-b0fe-fe85337315d8" providerId="ADAL" clId="{DAB721D2-24F4-4421-8F18-68EAD81F28A7}" dt="2021-07-20T14:27:19.280" v="4355" actId="207"/>
          <ac:spMkLst>
            <pc:docMk/>
            <pc:sldMk cId="626320566" sldId="391"/>
            <ac:spMk id="7" creationId="{B3CEC4FC-4F79-4EC4-A3A5-87DF16576B55}"/>
          </ac:spMkLst>
        </pc:spChg>
        <pc:graphicFrameChg chg="add mod ord modGraphic">
          <ac:chgData name="Antonella Mimmo" userId="25a5e1a7-e321-4627-b0fe-fe85337315d8" providerId="ADAL" clId="{DAB721D2-24F4-4421-8F18-68EAD81F28A7}" dt="2021-07-20T14:26:35.987" v="4340" actId="1076"/>
          <ac:graphicFrameMkLst>
            <pc:docMk/>
            <pc:sldMk cId="626320566" sldId="391"/>
            <ac:graphicFrameMk id="5" creationId="{7FF0CFC1-088A-400D-82E8-2F7A2DEC7F2D}"/>
          </ac:graphicFrameMkLst>
        </pc:graphicFrameChg>
      </pc:sldChg>
      <pc:sldChg chg="addSp add del">
        <pc:chgData name="Antonella Mimmo" userId="25a5e1a7-e321-4627-b0fe-fe85337315d8" providerId="ADAL" clId="{DAB721D2-24F4-4421-8F18-68EAD81F28A7}" dt="2021-07-20T14:13:51.379" v="3764" actId="2696"/>
        <pc:sldMkLst>
          <pc:docMk/>
          <pc:sldMk cId="821306575" sldId="391"/>
        </pc:sldMkLst>
        <pc:spChg chg="add">
          <ac:chgData name="Antonella Mimmo" userId="25a5e1a7-e321-4627-b0fe-fe85337315d8" providerId="ADAL" clId="{DAB721D2-24F4-4421-8F18-68EAD81F28A7}" dt="2021-07-20T14:09:09.307" v="3575"/>
          <ac:spMkLst>
            <pc:docMk/>
            <pc:sldMk cId="821306575" sldId="391"/>
            <ac:spMk id="3" creationId="{6C14E686-1DD3-4D5A-85C5-994DA2F9FAC5}"/>
          </ac:spMkLst>
        </pc:spChg>
      </pc:sldChg>
      <pc:sldChg chg="add">
        <pc:chgData name="Antonella Mimmo" userId="25a5e1a7-e321-4627-b0fe-fe85337315d8" providerId="ADAL" clId="{DAB721D2-24F4-4421-8F18-68EAD81F28A7}" dt="2021-07-20T14:38:24.228" v="4357"/>
        <pc:sldMkLst>
          <pc:docMk/>
          <pc:sldMk cId="224372358" sldId="392"/>
        </pc:sldMkLst>
      </pc:sldChg>
      <pc:sldChg chg="addSp delSp modSp add">
        <pc:chgData name="Antonella Mimmo" userId="25a5e1a7-e321-4627-b0fe-fe85337315d8" providerId="ADAL" clId="{DAB721D2-24F4-4421-8F18-68EAD81F28A7}" dt="2021-07-20T15:00:13.417" v="4760" actId="20577"/>
        <pc:sldMkLst>
          <pc:docMk/>
          <pc:sldMk cId="2190904728" sldId="393"/>
        </pc:sldMkLst>
        <pc:spChg chg="mod">
          <ac:chgData name="Antonella Mimmo" userId="25a5e1a7-e321-4627-b0fe-fe85337315d8" providerId="ADAL" clId="{DAB721D2-24F4-4421-8F18-68EAD81F28A7}" dt="2021-07-20T14:40:51.110" v="4370" actId="121"/>
          <ac:spMkLst>
            <pc:docMk/>
            <pc:sldMk cId="2190904728" sldId="393"/>
            <ac:spMk id="2" creationId="{59864285-7D84-44EA-BC94-70EA9599B7B0}"/>
          </ac:spMkLst>
        </pc:spChg>
        <pc:spChg chg="del mod">
          <ac:chgData name="Antonella Mimmo" userId="25a5e1a7-e321-4627-b0fe-fe85337315d8" providerId="ADAL" clId="{DAB721D2-24F4-4421-8F18-68EAD81F28A7}" dt="2021-07-20T14:41:42.982" v="4372" actId="3680"/>
          <ac:spMkLst>
            <pc:docMk/>
            <pc:sldMk cId="2190904728" sldId="393"/>
            <ac:spMk id="3" creationId="{14357E7F-70E6-41F9-B75D-C529365BC936}"/>
          </ac:spMkLst>
        </pc:spChg>
        <pc:spChg chg="add mod">
          <ac:chgData name="Antonella Mimmo" userId="25a5e1a7-e321-4627-b0fe-fe85337315d8" providerId="ADAL" clId="{DAB721D2-24F4-4421-8F18-68EAD81F28A7}" dt="2021-07-20T15:00:13.417" v="4760" actId="20577"/>
          <ac:spMkLst>
            <pc:docMk/>
            <pc:sldMk cId="2190904728" sldId="393"/>
            <ac:spMk id="7" creationId="{08804189-E1D4-4C81-91BA-B0D7FD2EB923}"/>
          </ac:spMkLst>
        </pc:spChg>
        <pc:graphicFrameChg chg="add mod ord modGraphic">
          <ac:chgData name="Antonella Mimmo" userId="25a5e1a7-e321-4627-b0fe-fe85337315d8" providerId="ADAL" clId="{DAB721D2-24F4-4421-8F18-68EAD81F28A7}" dt="2021-07-20T14:57:27.609" v="4624" actId="122"/>
          <ac:graphicFrameMkLst>
            <pc:docMk/>
            <pc:sldMk cId="2190904728" sldId="393"/>
            <ac:graphicFrameMk id="5" creationId="{742FF9A0-F747-47DB-996D-26176C4DB298}"/>
          </ac:graphicFrameMkLst>
        </pc:graphicFrameChg>
      </pc:sldChg>
    </pc:docChg>
  </pc:docChgLst>
  <pc:docChgLst>
    <pc:chgData name="Antonella Mimmo" userId="25a5e1a7-e321-4627-b0fe-fe85337315d8" providerId="ADAL" clId="{E891D4FE-E1FB-4764-981A-F2463B4822BB}"/>
    <pc:docChg chg="custSel delSld modSld">
      <pc:chgData name="Antonella Mimmo" userId="25a5e1a7-e321-4627-b0fe-fe85337315d8" providerId="ADAL" clId="{E891D4FE-E1FB-4764-981A-F2463B4822BB}" dt="2023-07-18T07:03:09.760" v="129" actId="47"/>
      <pc:docMkLst>
        <pc:docMk/>
      </pc:docMkLst>
      <pc:sldChg chg="modSp mod">
        <pc:chgData name="Antonella Mimmo" userId="25a5e1a7-e321-4627-b0fe-fe85337315d8" providerId="ADAL" clId="{E891D4FE-E1FB-4764-981A-F2463B4822BB}" dt="2023-07-18T06:57:31.303" v="10" actId="6549"/>
        <pc:sldMkLst>
          <pc:docMk/>
          <pc:sldMk cId="3567974932" sldId="322"/>
        </pc:sldMkLst>
        <pc:spChg chg="mod">
          <ac:chgData name="Antonella Mimmo" userId="25a5e1a7-e321-4627-b0fe-fe85337315d8" providerId="ADAL" clId="{E891D4FE-E1FB-4764-981A-F2463B4822BB}" dt="2023-07-18T06:57:31.303" v="10" actId="6549"/>
          <ac:spMkLst>
            <pc:docMk/>
            <pc:sldMk cId="3567974932" sldId="322"/>
            <ac:spMk id="2" creationId="{362F8D53-17E4-4CDF-B6D6-95A307AB42AB}"/>
          </ac:spMkLst>
        </pc:spChg>
      </pc:sldChg>
      <pc:sldChg chg="del">
        <pc:chgData name="Antonella Mimmo" userId="25a5e1a7-e321-4627-b0fe-fe85337315d8" providerId="ADAL" clId="{E891D4FE-E1FB-4764-981A-F2463B4822BB}" dt="2023-07-18T07:03:03.736" v="115" actId="47"/>
        <pc:sldMkLst>
          <pc:docMk/>
          <pc:sldMk cId="838409851" sldId="367"/>
        </pc:sldMkLst>
      </pc:sldChg>
      <pc:sldChg chg="modSp mod modAnim">
        <pc:chgData name="Antonella Mimmo" userId="25a5e1a7-e321-4627-b0fe-fe85337315d8" providerId="ADAL" clId="{E891D4FE-E1FB-4764-981A-F2463B4822BB}" dt="2023-07-18T06:58:55.891" v="72" actId="5793"/>
        <pc:sldMkLst>
          <pc:docMk/>
          <pc:sldMk cId="1746789967" sldId="384"/>
        </pc:sldMkLst>
        <pc:spChg chg="mod">
          <ac:chgData name="Antonella Mimmo" userId="25a5e1a7-e321-4627-b0fe-fe85337315d8" providerId="ADAL" clId="{E891D4FE-E1FB-4764-981A-F2463B4822BB}" dt="2023-07-18T06:58:55.891" v="72" actId="5793"/>
          <ac:spMkLst>
            <pc:docMk/>
            <pc:sldMk cId="1746789967" sldId="384"/>
            <ac:spMk id="3" creationId="{B854C72A-2AEB-48AD-B344-960997362579}"/>
          </ac:spMkLst>
        </pc:spChg>
      </pc:sldChg>
      <pc:sldChg chg="modSp modAnim">
        <pc:chgData name="Antonella Mimmo" userId="25a5e1a7-e321-4627-b0fe-fe85337315d8" providerId="ADAL" clId="{E891D4FE-E1FB-4764-981A-F2463B4822BB}" dt="2023-07-18T06:59:20.857" v="82" actId="20577"/>
        <pc:sldMkLst>
          <pc:docMk/>
          <pc:sldMk cId="3586857767" sldId="385"/>
        </pc:sldMkLst>
        <pc:spChg chg="mod">
          <ac:chgData name="Antonella Mimmo" userId="25a5e1a7-e321-4627-b0fe-fe85337315d8" providerId="ADAL" clId="{E891D4FE-E1FB-4764-981A-F2463B4822BB}" dt="2023-07-18T06:59:20.857" v="82" actId="20577"/>
          <ac:spMkLst>
            <pc:docMk/>
            <pc:sldMk cId="3586857767" sldId="385"/>
            <ac:spMk id="3" creationId="{9449588A-835E-40E6-9771-44DE45F7427A}"/>
          </ac:spMkLst>
        </pc:spChg>
      </pc:sldChg>
      <pc:sldChg chg="modSp mod modAnim">
        <pc:chgData name="Antonella Mimmo" userId="25a5e1a7-e321-4627-b0fe-fe85337315d8" providerId="ADAL" clId="{E891D4FE-E1FB-4764-981A-F2463B4822BB}" dt="2023-07-18T07:00:04.025" v="86" actId="1076"/>
        <pc:sldMkLst>
          <pc:docMk/>
          <pc:sldMk cId="3115657577" sldId="386"/>
        </pc:sldMkLst>
        <pc:spChg chg="mod">
          <ac:chgData name="Antonella Mimmo" userId="25a5e1a7-e321-4627-b0fe-fe85337315d8" providerId="ADAL" clId="{E891D4FE-E1FB-4764-981A-F2463B4822BB}" dt="2023-07-18T06:59:59.252" v="85" actId="255"/>
          <ac:spMkLst>
            <pc:docMk/>
            <pc:sldMk cId="3115657577" sldId="386"/>
            <ac:spMk id="3" creationId="{9178CBB9-DD7C-444A-A31D-9F2290373AA0}"/>
          </ac:spMkLst>
        </pc:spChg>
        <pc:picChg chg="mod">
          <ac:chgData name="Antonella Mimmo" userId="25a5e1a7-e321-4627-b0fe-fe85337315d8" providerId="ADAL" clId="{E891D4FE-E1FB-4764-981A-F2463B4822BB}" dt="2023-07-18T07:00:04.025" v="86" actId="1076"/>
          <ac:picMkLst>
            <pc:docMk/>
            <pc:sldMk cId="3115657577" sldId="386"/>
            <ac:picMk id="5" creationId="{A5F7CC42-1161-4CDE-8E8D-D42BA83C09A6}"/>
          </ac:picMkLst>
        </pc:picChg>
      </pc:sldChg>
      <pc:sldChg chg="modSp mod modAnim">
        <pc:chgData name="Antonella Mimmo" userId="25a5e1a7-e321-4627-b0fe-fe85337315d8" providerId="ADAL" clId="{E891D4FE-E1FB-4764-981A-F2463B4822BB}" dt="2023-07-18T07:00:34.718" v="90" actId="1076"/>
        <pc:sldMkLst>
          <pc:docMk/>
          <pc:sldMk cId="818886563" sldId="387"/>
        </pc:sldMkLst>
        <pc:spChg chg="mod">
          <ac:chgData name="Antonella Mimmo" userId="25a5e1a7-e321-4627-b0fe-fe85337315d8" providerId="ADAL" clId="{E891D4FE-E1FB-4764-981A-F2463B4822BB}" dt="2023-07-18T07:00:30.941" v="89" actId="255"/>
          <ac:spMkLst>
            <pc:docMk/>
            <pc:sldMk cId="818886563" sldId="387"/>
            <ac:spMk id="3" creationId="{9178CBB9-DD7C-444A-A31D-9F2290373AA0}"/>
          </ac:spMkLst>
        </pc:spChg>
        <pc:picChg chg="mod">
          <ac:chgData name="Antonella Mimmo" userId="25a5e1a7-e321-4627-b0fe-fe85337315d8" providerId="ADAL" clId="{E891D4FE-E1FB-4764-981A-F2463B4822BB}" dt="2023-07-18T07:00:34.718" v="90" actId="1076"/>
          <ac:picMkLst>
            <pc:docMk/>
            <pc:sldMk cId="818886563" sldId="387"/>
            <ac:picMk id="6" creationId="{16141A29-C9CB-4110-9A93-D367E8412CC1}"/>
          </ac:picMkLst>
        </pc:picChg>
      </pc:sldChg>
      <pc:sldChg chg="modSp modAnim">
        <pc:chgData name="Antonella Mimmo" userId="25a5e1a7-e321-4627-b0fe-fe85337315d8" providerId="ADAL" clId="{E891D4FE-E1FB-4764-981A-F2463B4822BB}" dt="2023-07-18T07:02:21.620" v="107" actId="5793"/>
        <pc:sldMkLst>
          <pc:docMk/>
          <pc:sldMk cId="626320566" sldId="391"/>
        </pc:sldMkLst>
        <pc:spChg chg="mod">
          <ac:chgData name="Antonella Mimmo" userId="25a5e1a7-e321-4627-b0fe-fe85337315d8" providerId="ADAL" clId="{E891D4FE-E1FB-4764-981A-F2463B4822BB}" dt="2023-07-18T07:02:21.620" v="107" actId="5793"/>
          <ac:spMkLst>
            <pc:docMk/>
            <pc:sldMk cId="626320566" sldId="391"/>
            <ac:spMk id="7" creationId="{B3CEC4FC-4F79-4EC4-A3A5-87DF16576B55}"/>
          </ac:spMkLst>
        </pc:spChg>
      </pc:sldChg>
      <pc:sldChg chg="delSp modSp mod delAnim">
        <pc:chgData name="Antonella Mimmo" userId="25a5e1a7-e321-4627-b0fe-fe85337315d8" providerId="ADAL" clId="{E891D4FE-E1FB-4764-981A-F2463B4822BB}" dt="2023-07-18T07:02:51.744" v="113" actId="478"/>
        <pc:sldMkLst>
          <pc:docMk/>
          <pc:sldMk cId="2190904728" sldId="393"/>
        </pc:sldMkLst>
        <pc:spChg chg="del mod">
          <ac:chgData name="Antonella Mimmo" userId="25a5e1a7-e321-4627-b0fe-fe85337315d8" providerId="ADAL" clId="{E891D4FE-E1FB-4764-981A-F2463B4822BB}" dt="2023-07-18T07:02:45.517" v="109" actId="478"/>
          <ac:spMkLst>
            <pc:docMk/>
            <pc:sldMk cId="2190904728" sldId="393"/>
            <ac:spMk id="5" creationId="{052830D5-25C7-4240-BB96-1AA471AA9589}"/>
          </ac:spMkLst>
        </pc:spChg>
        <pc:spChg chg="del">
          <ac:chgData name="Antonella Mimmo" userId="25a5e1a7-e321-4627-b0fe-fe85337315d8" providerId="ADAL" clId="{E891D4FE-E1FB-4764-981A-F2463B4822BB}" dt="2023-07-18T07:02:47.203" v="110" actId="478"/>
          <ac:spMkLst>
            <pc:docMk/>
            <pc:sldMk cId="2190904728" sldId="393"/>
            <ac:spMk id="16" creationId="{063D7C79-8608-AE25-9AC5-499413F1F67F}"/>
          </ac:spMkLst>
        </pc:spChg>
        <pc:spChg chg="del">
          <ac:chgData name="Antonella Mimmo" userId="25a5e1a7-e321-4627-b0fe-fe85337315d8" providerId="ADAL" clId="{E891D4FE-E1FB-4764-981A-F2463B4822BB}" dt="2023-07-18T07:02:48.742" v="111" actId="478"/>
          <ac:spMkLst>
            <pc:docMk/>
            <pc:sldMk cId="2190904728" sldId="393"/>
            <ac:spMk id="17" creationId="{AD7ED9F4-FEDE-D36F-43A2-7D9D26273D76}"/>
          </ac:spMkLst>
        </pc:spChg>
        <pc:spChg chg="del">
          <ac:chgData name="Antonella Mimmo" userId="25a5e1a7-e321-4627-b0fe-fe85337315d8" providerId="ADAL" clId="{E891D4FE-E1FB-4764-981A-F2463B4822BB}" dt="2023-07-18T07:02:50.058" v="112" actId="478"/>
          <ac:spMkLst>
            <pc:docMk/>
            <pc:sldMk cId="2190904728" sldId="393"/>
            <ac:spMk id="18" creationId="{1039C43F-47AD-7763-CF2E-1356DC469175}"/>
          </ac:spMkLst>
        </pc:spChg>
        <pc:spChg chg="del">
          <ac:chgData name="Antonella Mimmo" userId="25a5e1a7-e321-4627-b0fe-fe85337315d8" providerId="ADAL" clId="{E891D4FE-E1FB-4764-981A-F2463B4822BB}" dt="2023-07-18T07:02:51.744" v="113" actId="478"/>
          <ac:spMkLst>
            <pc:docMk/>
            <pc:sldMk cId="2190904728" sldId="393"/>
            <ac:spMk id="19" creationId="{18DA8B30-29F1-09D4-2B7F-EF2DC21F0356}"/>
          </ac:spMkLst>
        </pc:spChg>
      </pc:sldChg>
      <pc:sldChg chg="del">
        <pc:chgData name="Antonella Mimmo" userId="25a5e1a7-e321-4627-b0fe-fe85337315d8" providerId="ADAL" clId="{E891D4FE-E1FB-4764-981A-F2463B4822BB}" dt="2023-07-18T07:03:02.819" v="114" actId="47"/>
        <pc:sldMkLst>
          <pc:docMk/>
          <pc:sldMk cId="2610359077" sldId="395"/>
        </pc:sldMkLst>
      </pc:sldChg>
      <pc:sldChg chg="del">
        <pc:chgData name="Antonella Mimmo" userId="25a5e1a7-e321-4627-b0fe-fe85337315d8" providerId="ADAL" clId="{E891D4FE-E1FB-4764-981A-F2463B4822BB}" dt="2023-07-18T07:03:08.341" v="128" actId="47"/>
        <pc:sldMkLst>
          <pc:docMk/>
          <pc:sldMk cId="1748598485" sldId="398"/>
        </pc:sldMkLst>
      </pc:sldChg>
      <pc:sldChg chg="modSp mod modAnim">
        <pc:chgData name="Antonella Mimmo" userId="25a5e1a7-e321-4627-b0fe-fe85337315d8" providerId="ADAL" clId="{E891D4FE-E1FB-4764-981A-F2463B4822BB}" dt="2023-07-18T07:01:10.757" v="93" actId="5793"/>
        <pc:sldMkLst>
          <pc:docMk/>
          <pc:sldMk cId="3374238720" sldId="405"/>
        </pc:sldMkLst>
        <pc:spChg chg="mod">
          <ac:chgData name="Antonella Mimmo" userId="25a5e1a7-e321-4627-b0fe-fe85337315d8" providerId="ADAL" clId="{E891D4FE-E1FB-4764-981A-F2463B4822BB}" dt="2023-07-18T07:01:10.757" v="93" actId="5793"/>
          <ac:spMkLst>
            <pc:docMk/>
            <pc:sldMk cId="3374238720" sldId="405"/>
            <ac:spMk id="3" creationId="{E7CD7349-EE58-41C9-A33A-526D35230F36}"/>
          </ac:spMkLst>
        </pc:spChg>
      </pc:sldChg>
      <pc:sldChg chg="modSp mod modAnim">
        <pc:chgData name="Antonella Mimmo" userId="25a5e1a7-e321-4627-b0fe-fe85337315d8" providerId="ADAL" clId="{E891D4FE-E1FB-4764-981A-F2463B4822BB}" dt="2023-07-18T07:01:28.899" v="96" actId="5793"/>
        <pc:sldMkLst>
          <pc:docMk/>
          <pc:sldMk cId="2807256404" sldId="406"/>
        </pc:sldMkLst>
        <pc:spChg chg="mod">
          <ac:chgData name="Antonella Mimmo" userId="25a5e1a7-e321-4627-b0fe-fe85337315d8" providerId="ADAL" clId="{E891D4FE-E1FB-4764-981A-F2463B4822BB}" dt="2023-07-18T07:01:28.899" v="96" actId="5793"/>
          <ac:spMkLst>
            <pc:docMk/>
            <pc:sldMk cId="2807256404" sldId="406"/>
            <ac:spMk id="3" creationId="{1CA7754F-E980-444F-B90F-2596EE39CB74}"/>
          </ac:spMkLst>
        </pc:spChg>
      </pc:sldChg>
      <pc:sldChg chg="del">
        <pc:chgData name="Antonella Mimmo" userId="25a5e1a7-e321-4627-b0fe-fe85337315d8" providerId="ADAL" clId="{E891D4FE-E1FB-4764-981A-F2463B4822BB}" dt="2023-07-18T07:03:09.760" v="129" actId="47"/>
        <pc:sldMkLst>
          <pc:docMk/>
          <pc:sldMk cId="2113698004" sldId="414"/>
        </pc:sldMkLst>
      </pc:sldChg>
      <pc:sldChg chg="del">
        <pc:chgData name="Antonella Mimmo" userId="25a5e1a7-e321-4627-b0fe-fe85337315d8" providerId="ADAL" clId="{E891D4FE-E1FB-4764-981A-F2463B4822BB}" dt="2023-07-18T07:03:04.105" v="116" actId="47"/>
        <pc:sldMkLst>
          <pc:docMk/>
          <pc:sldMk cId="2632858774" sldId="416"/>
        </pc:sldMkLst>
      </pc:sldChg>
      <pc:sldChg chg="del">
        <pc:chgData name="Antonella Mimmo" userId="25a5e1a7-e321-4627-b0fe-fe85337315d8" providerId="ADAL" clId="{E891D4FE-E1FB-4764-981A-F2463B4822BB}" dt="2023-07-18T07:03:04.367" v="117" actId="47"/>
        <pc:sldMkLst>
          <pc:docMk/>
          <pc:sldMk cId="303228162" sldId="417"/>
        </pc:sldMkLst>
      </pc:sldChg>
      <pc:sldChg chg="del">
        <pc:chgData name="Antonella Mimmo" userId="25a5e1a7-e321-4627-b0fe-fe85337315d8" providerId="ADAL" clId="{E891D4FE-E1FB-4764-981A-F2463B4822BB}" dt="2023-07-18T07:03:04.536" v="118" actId="47"/>
        <pc:sldMkLst>
          <pc:docMk/>
          <pc:sldMk cId="1029502248" sldId="418"/>
        </pc:sldMkLst>
      </pc:sldChg>
      <pc:sldChg chg="del">
        <pc:chgData name="Antonella Mimmo" userId="25a5e1a7-e321-4627-b0fe-fe85337315d8" providerId="ADAL" clId="{E891D4FE-E1FB-4764-981A-F2463B4822BB}" dt="2023-07-18T07:03:04.721" v="119" actId="47"/>
        <pc:sldMkLst>
          <pc:docMk/>
          <pc:sldMk cId="1176213867" sldId="419"/>
        </pc:sldMkLst>
      </pc:sldChg>
      <pc:sldChg chg="del">
        <pc:chgData name="Antonella Mimmo" userId="25a5e1a7-e321-4627-b0fe-fe85337315d8" providerId="ADAL" clId="{E891D4FE-E1FB-4764-981A-F2463B4822BB}" dt="2023-07-18T07:03:04.921" v="120" actId="47"/>
        <pc:sldMkLst>
          <pc:docMk/>
          <pc:sldMk cId="3693480179" sldId="420"/>
        </pc:sldMkLst>
      </pc:sldChg>
      <pc:sldChg chg="del">
        <pc:chgData name="Antonella Mimmo" userId="25a5e1a7-e321-4627-b0fe-fe85337315d8" providerId="ADAL" clId="{E891D4FE-E1FB-4764-981A-F2463B4822BB}" dt="2023-07-18T07:03:05.106" v="121" actId="47"/>
        <pc:sldMkLst>
          <pc:docMk/>
          <pc:sldMk cId="4123545384" sldId="422"/>
        </pc:sldMkLst>
      </pc:sldChg>
      <pc:sldChg chg="del">
        <pc:chgData name="Antonella Mimmo" userId="25a5e1a7-e321-4627-b0fe-fe85337315d8" providerId="ADAL" clId="{E891D4FE-E1FB-4764-981A-F2463B4822BB}" dt="2023-07-18T07:03:05.320" v="122" actId="47"/>
        <pc:sldMkLst>
          <pc:docMk/>
          <pc:sldMk cId="150329333" sldId="423"/>
        </pc:sldMkLst>
      </pc:sldChg>
      <pc:sldChg chg="del">
        <pc:chgData name="Antonella Mimmo" userId="25a5e1a7-e321-4627-b0fe-fe85337315d8" providerId="ADAL" clId="{E891D4FE-E1FB-4764-981A-F2463B4822BB}" dt="2023-07-18T07:03:05.669" v="123" actId="47"/>
        <pc:sldMkLst>
          <pc:docMk/>
          <pc:sldMk cId="1424112312" sldId="424"/>
        </pc:sldMkLst>
      </pc:sldChg>
      <pc:sldChg chg="del">
        <pc:chgData name="Antonella Mimmo" userId="25a5e1a7-e321-4627-b0fe-fe85337315d8" providerId="ADAL" clId="{E891D4FE-E1FB-4764-981A-F2463B4822BB}" dt="2023-07-18T07:03:06.073" v="124" actId="47"/>
        <pc:sldMkLst>
          <pc:docMk/>
          <pc:sldMk cId="2643796052" sldId="425"/>
        </pc:sldMkLst>
      </pc:sldChg>
      <pc:sldChg chg="del">
        <pc:chgData name="Antonella Mimmo" userId="25a5e1a7-e321-4627-b0fe-fe85337315d8" providerId="ADAL" clId="{E891D4FE-E1FB-4764-981A-F2463B4822BB}" dt="2023-07-18T07:03:06.639" v="125" actId="47"/>
        <pc:sldMkLst>
          <pc:docMk/>
          <pc:sldMk cId="2918738620" sldId="426"/>
        </pc:sldMkLst>
      </pc:sldChg>
      <pc:sldChg chg="del">
        <pc:chgData name="Antonella Mimmo" userId="25a5e1a7-e321-4627-b0fe-fe85337315d8" providerId="ADAL" clId="{E891D4FE-E1FB-4764-981A-F2463B4822BB}" dt="2023-07-18T07:03:07.166" v="126" actId="47"/>
        <pc:sldMkLst>
          <pc:docMk/>
          <pc:sldMk cId="3047064002" sldId="427"/>
        </pc:sldMkLst>
      </pc:sldChg>
      <pc:sldChg chg="del">
        <pc:chgData name="Antonella Mimmo" userId="25a5e1a7-e321-4627-b0fe-fe85337315d8" providerId="ADAL" clId="{E891D4FE-E1FB-4764-981A-F2463B4822BB}" dt="2023-07-18T07:03:07.625" v="127" actId="47"/>
        <pc:sldMkLst>
          <pc:docMk/>
          <pc:sldMk cId="1741688438" sldId="428"/>
        </pc:sldMkLst>
      </pc:sldChg>
    </pc:docChg>
  </pc:docChgLst>
  <pc:docChgLst>
    <pc:chgData name="Antonella Mimmo" userId="25a5e1a7-e321-4627-b0fe-fe85337315d8" providerId="ADAL" clId="{0E89970A-DFF5-4C7A-8F6B-5EB5A3F14564}"/>
    <pc:docChg chg="undo custSel addSld delSld modSld">
      <pc:chgData name="Antonella Mimmo" userId="25a5e1a7-e321-4627-b0fe-fe85337315d8" providerId="ADAL" clId="{0E89970A-DFF5-4C7A-8F6B-5EB5A3F14564}" dt="2022-07-29T06:02:06.298" v="2332" actId="20577"/>
      <pc:docMkLst>
        <pc:docMk/>
      </pc:docMkLst>
      <pc:sldChg chg="modSp mod">
        <pc:chgData name="Antonella Mimmo" userId="25a5e1a7-e321-4627-b0fe-fe85337315d8" providerId="ADAL" clId="{0E89970A-DFF5-4C7A-8F6B-5EB5A3F14564}" dt="2022-07-28T12:12:07.459" v="884" actId="20577"/>
        <pc:sldMkLst>
          <pc:docMk/>
          <pc:sldMk cId="838409851" sldId="367"/>
        </pc:sldMkLst>
        <pc:spChg chg="mod">
          <ac:chgData name="Antonella Mimmo" userId="25a5e1a7-e321-4627-b0fe-fe85337315d8" providerId="ADAL" clId="{0E89970A-DFF5-4C7A-8F6B-5EB5A3F14564}" dt="2022-07-28T12:12:07.459" v="884" actId="20577"/>
          <ac:spMkLst>
            <pc:docMk/>
            <pc:sldMk cId="838409851" sldId="367"/>
            <ac:spMk id="3" creationId="{01CC292C-CB36-444B-A1A4-2B24AA743861}"/>
          </ac:spMkLst>
        </pc:spChg>
      </pc:sldChg>
      <pc:sldChg chg="modSp">
        <pc:chgData name="Antonella Mimmo" userId="25a5e1a7-e321-4627-b0fe-fe85337315d8" providerId="ADAL" clId="{0E89970A-DFF5-4C7A-8F6B-5EB5A3F14564}" dt="2022-07-28T10:03:43.970" v="64" actId="20577"/>
        <pc:sldMkLst>
          <pc:docMk/>
          <pc:sldMk cId="1746789967" sldId="384"/>
        </pc:sldMkLst>
        <pc:spChg chg="mod">
          <ac:chgData name="Antonella Mimmo" userId="25a5e1a7-e321-4627-b0fe-fe85337315d8" providerId="ADAL" clId="{0E89970A-DFF5-4C7A-8F6B-5EB5A3F14564}" dt="2022-07-28T10:03:43.970" v="64" actId="20577"/>
          <ac:spMkLst>
            <pc:docMk/>
            <pc:sldMk cId="1746789967" sldId="384"/>
            <ac:spMk id="3" creationId="{B854C72A-2AEB-48AD-B344-960997362579}"/>
          </ac:spMkLst>
        </pc:spChg>
      </pc:sldChg>
      <pc:sldChg chg="addSp delSp modSp mod modAnim">
        <pc:chgData name="Antonella Mimmo" userId="25a5e1a7-e321-4627-b0fe-fe85337315d8" providerId="ADAL" clId="{0E89970A-DFF5-4C7A-8F6B-5EB5A3F14564}" dt="2022-07-28T11:11:04.445" v="708" actId="207"/>
        <pc:sldMkLst>
          <pc:docMk/>
          <pc:sldMk cId="2190904728" sldId="393"/>
        </pc:sldMkLst>
        <pc:spChg chg="add del mod">
          <ac:chgData name="Antonella Mimmo" userId="25a5e1a7-e321-4627-b0fe-fe85337315d8" providerId="ADAL" clId="{0E89970A-DFF5-4C7A-8F6B-5EB5A3F14564}" dt="2022-07-28T10:54:29.956" v="527" actId="478"/>
          <ac:spMkLst>
            <pc:docMk/>
            <pc:sldMk cId="2190904728" sldId="393"/>
            <ac:spMk id="17" creationId="{4D3B4834-7269-41D9-8E19-FB9491B2FADD}"/>
          </ac:spMkLst>
        </pc:spChg>
        <pc:graphicFrameChg chg="del modGraphic">
          <ac:chgData name="Antonella Mimmo" userId="25a5e1a7-e321-4627-b0fe-fe85337315d8" providerId="ADAL" clId="{0E89970A-DFF5-4C7A-8F6B-5EB5A3F14564}" dt="2022-07-28T10:54:21.236" v="525" actId="478"/>
          <ac:graphicFrameMkLst>
            <pc:docMk/>
            <pc:sldMk cId="2190904728" sldId="393"/>
            <ac:graphicFrameMk id="5" creationId="{742FF9A0-F747-47DB-996D-26176C4DB298}"/>
          </ac:graphicFrameMkLst>
        </pc:graphicFrameChg>
        <pc:graphicFrameChg chg="add mod modGraphic">
          <ac:chgData name="Antonella Mimmo" userId="25a5e1a7-e321-4627-b0fe-fe85337315d8" providerId="ADAL" clId="{0E89970A-DFF5-4C7A-8F6B-5EB5A3F14564}" dt="2022-07-28T11:11:04.445" v="708" actId="207"/>
          <ac:graphicFrameMkLst>
            <pc:docMk/>
            <pc:sldMk cId="2190904728" sldId="393"/>
            <ac:graphicFrameMk id="7" creationId="{97258983-AB50-41EF-B096-569BFC98D15F}"/>
          </ac:graphicFrameMkLst>
        </pc:graphicFrameChg>
        <pc:graphicFrameChg chg="mod">
          <ac:chgData name="Antonella Mimmo" userId="25a5e1a7-e321-4627-b0fe-fe85337315d8" providerId="ADAL" clId="{0E89970A-DFF5-4C7A-8F6B-5EB5A3F14564}" dt="2022-07-28T11:08:04.900" v="707" actId="207"/>
          <ac:graphicFrameMkLst>
            <pc:docMk/>
            <pc:sldMk cId="2190904728" sldId="393"/>
            <ac:graphicFrameMk id="21" creationId="{8EE91786-EB49-482A-8E1C-1A1DE63AC2FE}"/>
          </ac:graphicFrameMkLst>
        </pc:graphicFrameChg>
      </pc:sldChg>
      <pc:sldChg chg="addSp delSp modSp mod">
        <pc:chgData name="Antonella Mimmo" userId="25a5e1a7-e321-4627-b0fe-fe85337315d8" providerId="ADAL" clId="{0E89970A-DFF5-4C7A-8F6B-5EB5A3F14564}" dt="2022-07-28T10:38:36.246" v="327" actId="1076"/>
        <pc:sldMkLst>
          <pc:docMk/>
          <pc:sldMk cId="1632780912" sldId="394"/>
        </pc:sldMkLst>
        <pc:spChg chg="mod">
          <ac:chgData name="Antonella Mimmo" userId="25a5e1a7-e321-4627-b0fe-fe85337315d8" providerId="ADAL" clId="{0E89970A-DFF5-4C7A-8F6B-5EB5A3F14564}" dt="2022-07-28T10:37:50.630" v="324" actId="20577"/>
          <ac:spMkLst>
            <pc:docMk/>
            <pc:sldMk cId="1632780912" sldId="394"/>
            <ac:spMk id="3" creationId="{836E8A7A-0DD3-47EB-BF67-76D439A8B07B}"/>
          </ac:spMkLst>
        </pc:spChg>
        <pc:picChg chg="add mod">
          <ac:chgData name="Antonella Mimmo" userId="25a5e1a7-e321-4627-b0fe-fe85337315d8" providerId="ADAL" clId="{0E89970A-DFF5-4C7A-8F6B-5EB5A3F14564}" dt="2022-07-28T10:38:36.246" v="327" actId="1076"/>
          <ac:picMkLst>
            <pc:docMk/>
            <pc:sldMk cId="1632780912" sldId="394"/>
            <ac:picMk id="6" creationId="{2CADF65F-C276-4940-800A-C7A6FFC63277}"/>
          </ac:picMkLst>
        </pc:picChg>
        <pc:picChg chg="del">
          <ac:chgData name="Antonella Mimmo" userId="25a5e1a7-e321-4627-b0fe-fe85337315d8" providerId="ADAL" clId="{0E89970A-DFF5-4C7A-8F6B-5EB5A3F14564}" dt="2022-07-28T10:38:29.937" v="325" actId="478"/>
          <ac:picMkLst>
            <pc:docMk/>
            <pc:sldMk cId="1632780912" sldId="394"/>
            <ac:picMk id="8" creationId="{99E7E336-7886-4F7C-93EF-75FCCD3AF6CB}"/>
          </ac:picMkLst>
        </pc:picChg>
      </pc:sldChg>
      <pc:sldChg chg="del">
        <pc:chgData name="Antonella Mimmo" userId="25a5e1a7-e321-4627-b0fe-fe85337315d8" providerId="ADAL" clId="{0E89970A-DFF5-4C7A-8F6B-5EB5A3F14564}" dt="2022-07-29T05:33:21.447" v="1629" actId="47"/>
        <pc:sldMkLst>
          <pc:docMk/>
          <pc:sldMk cId="3581544138" sldId="397"/>
        </pc:sldMkLst>
      </pc:sldChg>
      <pc:sldChg chg="modSp mod">
        <pc:chgData name="Antonella Mimmo" userId="25a5e1a7-e321-4627-b0fe-fe85337315d8" providerId="ADAL" clId="{0E89970A-DFF5-4C7A-8F6B-5EB5A3F14564}" dt="2022-07-29T05:56:24.018" v="2243" actId="14734"/>
        <pc:sldMkLst>
          <pc:docMk/>
          <pc:sldMk cId="1748598485" sldId="398"/>
        </pc:sldMkLst>
        <pc:graphicFrameChg chg="mod modGraphic">
          <ac:chgData name="Antonella Mimmo" userId="25a5e1a7-e321-4627-b0fe-fe85337315d8" providerId="ADAL" clId="{0E89970A-DFF5-4C7A-8F6B-5EB5A3F14564}" dt="2022-07-29T05:56:24.018" v="2243" actId="14734"/>
          <ac:graphicFrameMkLst>
            <pc:docMk/>
            <pc:sldMk cId="1748598485" sldId="398"/>
            <ac:graphicFrameMk id="4" creationId="{8D8392BC-4781-44D7-B6A5-A826B2C00AA6}"/>
          </ac:graphicFrameMkLst>
        </pc:graphicFrameChg>
      </pc:sldChg>
      <pc:sldChg chg="del">
        <pc:chgData name="Antonella Mimmo" userId="25a5e1a7-e321-4627-b0fe-fe85337315d8" providerId="ADAL" clId="{0E89970A-DFF5-4C7A-8F6B-5EB5A3F14564}" dt="2022-07-28T12:23:16.153" v="1057" actId="47"/>
        <pc:sldMkLst>
          <pc:docMk/>
          <pc:sldMk cId="2097844817" sldId="399"/>
        </pc:sldMkLst>
      </pc:sldChg>
      <pc:sldChg chg="modSp del mod">
        <pc:chgData name="Antonella Mimmo" userId="25a5e1a7-e321-4627-b0fe-fe85337315d8" providerId="ADAL" clId="{0E89970A-DFF5-4C7A-8F6B-5EB5A3F14564}" dt="2022-07-28T12:52:09.418" v="1484" actId="47"/>
        <pc:sldMkLst>
          <pc:docMk/>
          <pc:sldMk cId="2080228212" sldId="401"/>
        </pc:sldMkLst>
        <pc:graphicFrameChg chg="modGraphic">
          <ac:chgData name="Antonella Mimmo" userId="25a5e1a7-e321-4627-b0fe-fe85337315d8" providerId="ADAL" clId="{0E89970A-DFF5-4C7A-8F6B-5EB5A3F14564}" dt="2022-07-28T12:36:12.903" v="1251" actId="20577"/>
          <ac:graphicFrameMkLst>
            <pc:docMk/>
            <pc:sldMk cId="2080228212" sldId="401"/>
            <ac:graphicFrameMk id="4" creationId="{8D8392BC-4781-44D7-B6A5-A826B2C00AA6}"/>
          </ac:graphicFrameMkLst>
        </pc:graphicFrameChg>
      </pc:sldChg>
      <pc:sldChg chg="modSp mod">
        <pc:chgData name="Antonella Mimmo" userId="25a5e1a7-e321-4627-b0fe-fe85337315d8" providerId="ADAL" clId="{0E89970A-DFF5-4C7A-8F6B-5EB5A3F14564}" dt="2022-07-28T10:08:15.311" v="160" actId="20577"/>
        <pc:sldMkLst>
          <pc:docMk/>
          <pc:sldMk cId="3374238720" sldId="405"/>
        </pc:sldMkLst>
        <pc:spChg chg="mod">
          <ac:chgData name="Antonella Mimmo" userId="25a5e1a7-e321-4627-b0fe-fe85337315d8" providerId="ADAL" clId="{0E89970A-DFF5-4C7A-8F6B-5EB5A3F14564}" dt="2022-07-28T10:08:15.311" v="160" actId="20577"/>
          <ac:spMkLst>
            <pc:docMk/>
            <pc:sldMk cId="3374238720" sldId="405"/>
            <ac:spMk id="3" creationId="{E7CD7349-EE58-41C9-A33A-526D35230F36}"/>
          </ac:spMkLst>
        </pc:spChg>
        <pc:graphicFrameChg chg="modGraphic">
          <ac:chgData name="Antonella Mimmo" userId="25a5e1a7-e321-4627-b0fe-fe85337315d8" providerId="ADAL" clId="{0E89970A-DFF5-4C7A-8F6B-5EB5A3F14564}" dt="2022-07-28T10:07:42.376" v="129" actId="20577"/>
          <ac:graphicFrameMkLst>
            <pc:docMk/>
            <pc:sldMk cId="3374238720" sldId="405"/>
            <ac:graphicFrameMk id="5" creationId="{E14E73FA-2108-4216-AAA0-7C56CB223EBD}"/>
          </ac:graphicFrameMkLst>
        </pc:graphicFrameChg>
      </pc:sldChg>
      <pc:sldChg chg="modSp mod">
        <pc:chgData name="Antonella Mimmo" userId="25a5e1a7-e321-4627-b0fe-fe85337315d8" providerId="ADAL" clId="{0E89970A-DFF5-4C7A-8F6B-5EB5A3F14564}" dt="2022-07-28T10:31:51.337" v="258" actId="20577"/>
        <pc:sldMkLst>
          <pc:docMk/>
          <pc:sldMk cId="2807256404" sldId="406"/>
        </pc:sldMkLst>
        <pc:spChg chg="mod">
          <ac:chgData name="Antonella Mimmo" userId="25a5e1a7-e321-4627-b0fe-fe85337315d8" providerId="ADAL" clId="{0E89970A-DFF5-4C7A-8F6B-5EB5A3F14564}" dt="2022-07-28T10:31:51.337" v="258" actId="20577"/>
          <ac:spMkLst>
            <pc:docMk/>
            <pc:sldMk cId="2807256404" sldId="406"/>
            <ac:spMk id="3" creationId="{1CA7754F-E980-444F-B90F-2596EE39CB74}"/>
          </ac:spMkLst>
        </pc:spChg>
        <pc:graphicFrameChg chg="modGraphic">
          <ac:chgData name="Antonella Mimmo" userId="25a5e1a7-e321-4627-b0fe-fe85337315d8" providerId="ADAL" clId="{0E89970A-DFF5-4C7A-8F6B-5EB5A3F14564}" dt="2022-07-28T10:31:13.960" v="227" actId="20577"/>
          <ac:graphicFrameMkLst>
            <pc:docMk/>
            <pc:sldMk cId="2807256404" sldId="406"/>
            <ac:graphicFrameMk id="5" creationId="{4218720A-EC75-4788-BFFD-56B83F74549C}"/>
          </ac:graphicFrameMkLst>
        </pc:graphicFrameChg>
      </pc:sldChg>
      <pc:sldChg chg="modSp del mod">
        <pc:chgData name="Antonella Mimmo" userId="25a5e1a7-e321-4627-b0fe-fe85337315d8" providerId="ADAL" clId="{0E89970A-DFF5-4C7A-8F6B-5EB5A3F14564}" dt="2022-07-28T12:26:33.417" v="1137" actId="47"/>
        <pc:sldMkLst>
          <pc:docMk/>
          <pc:sldMk cId="3236661290" sldId="407"/>
        </pc:sldMkLst>
        <pc:graphicFrameChg chg="modGraphic">
          <ac:chgData name="Antonella Mimmo" userId="25a5e1a7-e321-4627-b0fe-fe85337315d8" providerId="ADAL" clId="{0E89970A-DFF5-4C7A-8F6B-5EB5A3F14564}" dt="2022-07-28T12:20:03.500" v="954" actId="20577"/>
          <ac:graphicFrameMkLst>
            <pc:docMk/>
            <pc:sldMk cId="3236661290" sldId="407"/>
            <ac:graphicFrameMk id="4" creationId="{8D8392BC-4781-44D7-B6A5-A826B2C00AA6}"/>
          </ac:graphicFrameMkLst>
        </pc:graphicFrameChg>
      </pc:sldChg>
      <pc:sldChg chg="del">
        <pc:chgData name="Antonella Mimmo" userId="25a5e1a7-e321-4627-b0fe-fe85337315d8" providerId="ADAL" clId="{0E89970A-DFF5-4C7A-8F6B-5EB5A3F14564}" dt="2022-07-28T12:26:35.660" v="1138" actId="47"/>
        <pc:sldMkLst>
          <pc:docMk/>
          <pc:sldMk cId="738976322" sldId="409"/>
        </pc:sldMkLst>
      </pc:sldChg>
      <pc:sldChg chg="del">
        <pc:chgData name="Antonella Mimmo" userId="25a5e1a7-e321-4627-b0fe-fe85337315d8" providerId="ADAL" clId="{0E89970A-DFF5-4C7A-8F6B-5EB5A3F14564}" dt="2022-07-28T12:33:21.668" v="1227" actId="47"/>
        <pc:sldMkLst>
          <pc:docMk/>
          <pc:sldMk cId="1610195017" sldId="410"/>
        </pc:sldMkLst>
      </pc:sldChg>
      <pc:sldChg chg="del">
        <pc:chgData name="Antonella Mimmo" userId="25a5e1a7-e321-4627-b0fe-fe85337315d8" providerId="ADAL" clId="{0E89970A-DFF5-4C7A-8F6B-5EB5A3F14564}" dt="2022-07-28T12:33:22.987" v="1228" actId="47"/>
        <pc:sldMkLst>
          <pc:docMk/>
          <pc:sldMk cId="2104198683" sldId="411"/>
        </pc:sldMkLst>
      </pc:sldChg>
      <pc:sldChg chg="del">
        <pc:chgData name="Antonella Mimmo" userId="25a5e1a7-e321-4627-b0fe-fe85337315d8" providerId="ADAL" clId="{0E89970A-DFF5-4C7A-8F6B-5EB5A3F14564}" dt="2022-07-28T12:52:11.107" v="1485" actId="47"/>
        <pc:sldMkLst>
          <pc:docMk/>
          <pc:sldMk cId="2673021767" sldId="412"/>
        </pc:sldMkLst>
      </pc:sldChg>
      <pc:sldChg chg="del">
        <pc:chgData name="Antonella Mimmo" userId="25a5e1a7-e321-4627-b0fe-fe85337315d8" providerId="ADAL" clId="{0E89970A-DFF5-4C7A-8F6B-5EB5A3F14564}" dt="2022-07-29T05:33:25.919" v="1630" actId="47"/>
        <pc:sldMkLst>
          <pc:docMk/>
          <pc:sldMk cId="2451837843" sldId="413"/>
        </pc:sldMkLst>
      </pc:sldChg>
      <pc:sldChg chg="addSp delSp modSp mod">
        <pc:chgData name="Antonella Mimmo" userId="25a5e1a7-e321-4627-b0fe-fe85337315d8" providerId="ADAL" clId="{0E89970A-DFF5-4C7A-8F6B-5EB5A3F14564}" dt="2022-07-29T06:02:06.298" v="2332" actId="20577"/>
        <pc:sldMkLst>
          <pc:docMk/>
          <pc:sldMk cId="2113698004" sldId="414"/>
        </pc:sldMkLst>
        <pc:spChg chg="mod">
          <ac:chgData name="Antonella Mimmo" userId="25a5e1a7-e321-4627-b0fe-fe85337315d8" providerId="ADAL" clId="{0E89970A-DFF5-4C7A-8F6B-5EB5A3F14564}" dt="2022-07-29T06:02:06.298" v="2332" actId="20577"/>
          <ac:spMkLst>
            <pc:docMk/>
            <pc:sldMk cId="2113698004" sldId="414"/>
            <ac:spMk id="3" creationId="{0F33D231-0D6F-4900-BE5A-F9664F1A68CE}"/>
          </ac:spMkLst>
        </pc:spChg>
        <pc:graphicFrameChg chg="del">
          <ac:chgData name="Antonella Mimmo" userId="25a5e1a7-e321-4627-b0fe-fe85337315d8" providerId="ADAL" clId="{0E89970A-DFF5-4C7A-8F6B-5EB5A3F14564}" dt="2022-07-29T05:57:20.034" v="2244" actId="478"/>
          <ac:graphicFrameMkLst>
            <pc:docMk/>
            <pc:sldMk cId="2113698004" sldId="414"/>
            <ac:graphicFrameMk id="4" creationId="{8D8392BC-4781-44D7-B6A5-A826B2C00AA6}"/>
          </ac:graphicFrameMkLst>
        </pc:graphicFrameChg>
        <pc:graphicFrameChg chg="add mod modGraphic">
          <ac:chgData name="Antonella Mimmo" userId="25a5e1a7-e321-4627-b0fe-fe85337315d8" providerId="ADAL" clId="{0E89970A-DFF5-4C7A-8F6B-5EB5A3F14564}" dt="2022-07-29T05:58:13.972" v="2263" actId="20577"/>
          <ac:graphicFrameMkLst>
            <pc:docMk/>
            <pc:sldMk cId="2113698004" sldId="414"/>
            <ac:graphicFrameMk id="5" creationId="{DE42DBBF-0AC6-4CBC-8C04-D44E11CB99D3}"/>
          </ac:graphicFrameMkLst>
        </pc:graphicFrameChg>
      </pc:sldChg>
      <pc:sldChg chg="del">
        <pc:chgData name="Antonella Mimmo" userId="25a5e1a7-e321-4627-b0fe-fe85337315d8" providerId="ADAL" clId="{0E89970A-DFF5-4C7A-8F6B-5EB5A3F14564}" dt="2022-07-28T12:23:13.033" v="1056" actId="47"/>
        <pc:sldMkLst>
          <pc:docMk/>
          <pc:sldMk cId="1080711625" sldId="415"/>
        </pc:sldMkLst>
      </pc:sldChg>
      <pc:sldChg chg="modSp mod">
        <pc:chgData name="Antonella Mimmo" userId="25a5e1a7-e321-4627-b0fe-fe85337315d8" providerId="ADAL" clId="{0E89970A-DFF5-4C7A-8F6B-5EB5A3F14564}" dt="2022-07-28T12:16:30.184" v="901" actId="2084"/>
        <pc:sldMkLst>
          <pc:docMk/>
          <pc:sldMk cId="2632858774" sldId="416"/>
        </pc:sldMkLst>
        <pc:graphicFrameChg chg="modGraphic">
          <ac:chgData name="Antonella Mimmo" userId="25a5e1a7-e321-4627-b0fe-fe85337315d8" providerId="ADAL" clId="{0E89970A-DFF5-4C7A-8F6B-5EB5A3F14564}" dt="2022-07-28T12:16:30.184" v="901" actId="2084"/>
          <ac:graphicFrameMkLst>
            <pc:docMk/>
            <pc:sldMk cId="2632858774" sldId="416"/>
            <ac:graphicFrameMk id="8" creationId="{335885DD-7675-4385-9398-961DD352870A}"/>
          </ac:graphicFrameMkLst>
        </pc:graphicFrameChg>
      </pc:sldChg>
      <pc:sldChg chg="addSp delSp modSp mod">
        <pc:chgData name="Antonella Mimmo" userId="25a5e1a7-e321-4627-b0fe-fe85337315d8" providerId="ADAL" clId="{0E89970A-DFF5-4C7A-8F6B-5EB5A3F14564}" dt="2022-07-28T12:24:22.077" v="1058"/>
        <pc:sldMkLst>
          <pc:docMk/>
          <pc:sldMk cId="303228162" sldId="417"/>
        </pc:sldMkLst>
        <pc:spChg chg="mod">
          <ac:chgData name="Antonella Mimmo" userId="25a5e1a7-e321-4627-b0fe-fe85337315d8" providerId="ADAL" clId="{0E89970A-DFF5-4C7A-8F6B-5EB5A3F14564}" dt="2022-07-28T12:23:06.235" v="1055" actId="20577"/>
          <ac:spMkLst>
            <pc:docMk/>
            <pc:sldMk cId="303228162" sldId="417"/>
            <ac:spMk id="2" creationId="{C2254A1B-44AA-4F44-B8EF-A7C87148DB45}"/>
          </ac:spMkLst>
        </pc:spChg>
        <pc:spChg chg="add del mod">
          <ac:chgData name="Antonella Mimmo" userId="25a5e1a7-e321-4627-b0fe-fe85337315d8" providerId="ADAL" clId="{0E89970A-DFF5-4C7A-8F6B-5EB5A3F14564}" dt="2022-07-28T12:18:17.005" v="924" actId="478"/>
          <ac:spMkLst>
            <pc:docMk/>
            <pc:sldMk cId="303228162" sldId="417"/>
            <ac:spMk id="5" creationId="{A9AA1ADF-F2A3-42C3-9C49-444AC3F4318A}"/>
          </ac:spMkLst>
        </pc:spChg>
        <pc:spChg chg="add del mod">
          <ac:chgData name="Antonella Mimmo" userId="25a5e1a7-e321-4627-b0fe-fe85337315d8" providerId="ADAL" clId="{0E89970A-DFF5-4C7A-8F6B-5EB5A3F14564}" dt="2022-07-28T12:18:07.760" v="914" actId="478"/>
          <ac:spMkLst>
            <pc:docMk/>
            <pc:sldMk cId="303228162" sldId="417"/>
            <ac:spMk id="9" creationId="{F37E506B-11B8-45B6-BFBD-D672944235C3}"/>
          </ac:spMkLst>
        </pc:spChg>
        <pc:graphicFrameChg chg="add del mod modGraphic">
          <ac:chgData name="Antonella Mimmo" userId="25a5e1a7-e321-4627-b0fe-fe85337315d8" providerId="ADAL" clId="{0E89970A-DFF5-4C7A-8F6B-5EB5A3F14564}" dt="2022-07-28T12:18:15.543" v="922"/>
          <ac:graphicFrameMkLst>
            <pc:docMk/>
            <pc:sldMk cId="303228162" sldId="417"/>
            <ac:graphicFrameMk id="7" creationId="{9F8A2BB6-04CB-4741-909A-40ECB58DD001}"/>
          </ac:graphicFrameMkLst>
        </pc:graphicFrameChg>
        <pc:graphicFrameChg chg="add del modGraphic">
          <ac:chgData name="Antonella Mimmo" userId="25a5e1a7-e321-4627-b0fe-fe85337315d8" providerId="ADAL" clId="{0E89970A-DFF5-4C7A-8F6B-5EB5A3F14564}" dt="2022-07-28T12:21:11.376" v="1024" actId="2084"/>
          <ac:graphicFrameMkLst>
            <pc:docMk/>
            <pc:sldMk cId="303228162" sldId="417"/>
            <ac:graphicFrameMk id="8" creationId="{335885DD-7675-4385-9398-961DD352870A}"/>
          </ac:graphicFrameMkLst>
        </pc:graphicFrameChg>
        <pc:graphicFrameChg chg="del">
          <ac:chgData name="Antonella Mimmo" userId="25a5e1a7-e321-4627-b0fe-fe85337315d8" providerId="ADAL" clId="{0E89970A-DFF5-4C7A-8F6B-5EB5A3F14564}" dt="2022-07-28T12:24:22.077" v="1058"/>
          <ac:graphicFrameMkLst>
            <pc:docMk/>
            <pc:sldMk cId="303228162" sldId="417"/>
            <ac:graphicFrameMk id="10" creationId="{8DAB4C03-4D08-4E43-92B4-831237B00D3A}"/>
          </ac:graphicFrameMkLst>
        </pc:graphicFrameChg>
      </pc:sldChg>
      <pc:sldChg chg="addSp delSp modSp new mod">
        <pc:chgData name="Antonella Mimmo" userId="25a5e1a7-e321-4627-b0fe-fe85337315d8" providerId="ADAL" clId="{0E89970A-DFF5-4C7A-8F6B-5EB5A3F14564}" dt="2022-07-28T12:29:38.545" v="1181" actId="207"/>
        <pc:sldMkLst>
          <pc:docMk/>
          <pc:sldMk cId="1029502248" sldId="418"/>
        </pc:sldMkLst>
        <pc:spChg chg="del">
          <ac:chgData name="Antonella Mimmo" userId="25a5e1a7-e321-4627-b0fe-fe85337315d8" providerId="ADAL" clId="{0E89970A-DFF5-4C7A-8F6B-5EB5A3F14564}" dt="2022-07-28T12:24:30.115" v="1060" actId="478"/>
          <ac:spMkLst>
            <pc:docMk/>
            <pc:sldMk cId="1029502248" sldId="418"/>
            <ac:spMk id="2" creationId="{BE2AF911-95A4-42F6-8815-CDCC502164CA}"/>
          </ac:spMkLst>
        </pc:spChg>
        <pc:spChg chg="del">
          <ac:chgData name="Antonella Mimmo" userId="25a5e1a7-e321-4627-b0fe-fe85337315d8" providerId="ADAL" clId="{0E89970A-DFF5-4C7A-8F6B-5EB5A3F14564}" dt="2022-07-28T12:24:32.121" v="1061" actId="478"/>
          <ac:spMkLst>
            <pc:docMk/>
            <pc:sldMk cId="1029502248" sldId="418"/>
            <ac:spMk id="3" creationId="{98B32247-95D9-43E8-A240-73458060CB35}"/>
          </ac:spMkLst>
        </pc:spChg>
        <pc:graphicFrameChg chg="add mod modGraphic">
          <ac:chgData name="Antonella Mimmo" userId="25a5e1a7-e321-4627-b0fe-fe85337315d8" providerId="ADAL" clId="{0E89970A-DFF5-4C7A-8F6B-5EB5A3F14564}" dt="2022-07-28T12:29:38.545" v="1181" actId="207"/>
          <ac:graphicFrameMkLst>
            <pc:docMk/>
            <pc:sldMk cId="1029502248" sldId="418"/>
            <ac:graphicFrameMk id="5" creationId="{22BAC0E1-3676-4546-8665-BDBB54A3D666}"/>
          </ac:graphicFrameMkLst>
        </pc:graphicFrameChg>
      </pc:sldChg>
      <pc:sldChg chg="addSp delSp modSp new mod">
        <pc:chgData name="Antonella Mimmo" userId="25a5e1a7-e321-4627-b0fe-fe85337315d8" providerId="ADAL" clId="{0E89970A-DFF5-4C7A-8F6B-5EB5A3F14564}" dt="2022-07-28T12:33:06.979" v="1226" actId="20577"/>
        <pc:sldMkLst>
          <pc:docMk/>
          <pc:sldMk cId="1176213867" sldId="419"/>
        </pc:sldMkLst>
        <pc:spChg chg="del">
          <ac:chgData name="Antonella Mimmo" userId="25a5e1a7-e321-4627-b0fe-fe85337315d8" providerId="ADAL" clId="{0E89970A-DFF5-4C7A-8F6B-5EB5A3F14564}" dt="2022-07-28T12:30:20.267" v="1183" actId="478"/>
          <ac:spMkLst>
            <pc:docMk/>
            <pc:sldMk cId="1176213867" sldId="419"/>
            <ac:spMk id="2" creationId="{5E2898C3-5474-4039-A998-E65B5C43F43C}"/>
          </ac:spMkLst>
        </pc:spChg>
        <pc:spChg chg="del">
          <ac:chgData name="Antonella Mimmo" userId="25a5e1a7-e321-4627-b0fe-fe85337315d8" providerId="ADAL" clId="{0E89970A-DFF5-4C7A-8F6B-5EB5A3F14564}" dt="2022-07-28T12:30:22.339" v="1184" actId="478"/>
          <ac:spMkLst>
            <pc:docMk/>
            <pc:sldMk cId="1176213867" sldId="419"/>
            <ac:spMk id="3" creationId="{E2D721F1-6A1E-483E-897A-3A06C06B51C9}"/>
          </ac:spMkLst>
        </pc:spChg>
        <pc:spChg chg="add mod">
          <ac:chgData name="Antonella Mimmo" userId="25a5e1a7-e321-4627-b0fe-fe85337315d8" providerId="ADAL" clId="{0E89970A-DFF5-4C7A-8F6B-5EB5A3F14564}" dt="2022-07-28T12:33:06.979" v="1226" actId="20577"/>
          <ac:spMkLst>
            <pc:docMk/>
            <pc:sldMk cId="1176213867" sldId="419"/>
            <ac:spMk id="6" creationId="{AF0C8BE6-C67E-4E43-BAE5-FAAF60AAAA77}"/>
          </ac:spMkLst>
        </pc:spChg>
        <pc:graphicFrameChg chg="add mod modGraphic">
          <ac:chgData name="Antonella Mimmo" userId="25a5e1a7-e321-4627-b0fe-fe85337315d8" providerId="ADAL" clId="{0E89970A-DFF5-4C7A-8F6B-5EB5A3F14564}" dt="2022-07-28T12:32:34.619" v="1213" actId="14100"/>
          <ac:graphicFrameMkLst>
            <pc:docMk/>
            <pc:sldMk cId="1176213867" sldId="419"/>
            <ac:graphicFrameMk id="5" creationId="{D2022AE1-6FCC-4F1B-9CAA-89B93A10C7C3}"/>
          </ac:graphicFrameMkLst>
        </pc:graphicFrameChg>
      </pc:sldChg>
      <pc:sldChg chg="addSp delSp modSp new mod">
        <pc:chgData name="Antonella Mimmo" userId="25a5e1a7-e321-4627-b0fe-fe85337315d8" providerId="ADAL" clId="{0E89970A-DFF5-4C7A-8F6B-5EB5A3F14564}" dt="2022-07-28T12:38:15.727" v="1271" actId="255"/>
        <pc:sldMkLst>
          <pc:docMk/>
          <pc:sldMk cId="3693480179" sldId="420"/>
        </pc:sldMkLst>
        <pc:spChg chg="del">
          <ac:chgData name="Antonella Mimmo" userId="25a5e1a7-e321-4627-b0fe-fe85337315d8" providerId="ADAL" clId="{0E89970A-DFF5-4C7A-8F6B-5EB5A3F14564}" dt="2022-07-28T12:34:11.741" v="1230" actId="478"/>
          <ac:spMkLst>
            <pc:docMk/>
            <pc:sldMk cId="3693480179" sldId="420"/>
            <ac:spMk id="2" creationId="{D4517AF3-54A4-4FCA-B6CF-C5F2BD913979}"/>
          </ac:spMkLst>
        </pc:spChg>
        <pc:spChg chg="del">
          <ac:chgData name="Antonella Mimmo" userId="25a5e1a7-e321-4627-b0fe-fe85337315d8" providerId="ADAL" clId="{0E89970A-DFF5-4C7A-8F6B-5EB5A3F14564}" dt="2022-07-28T12:34:14.616" v="1231" actId="478"/>
          <ac:spMkLst>
            <pc:docMk/>
            <pc:sldMk cId="3693480179" sldId="420"/>
            <ac:spMk id="3" creationId="{C1822915-1046-4283-8C2E-067E9FAB79E6}"/>
          </ac:spMkLst>
        </pc:spChg>
        <pc:graphicFrameChg chg="add mod modGraphic">
          <ac:chgData name="Antonella Mimmo" userId="25a5e1a7-e321-4627-b0fe-fe85337315d8" providerId="ADAL" clId="{0E89970A-DFF5-4C7A-8F6B-5EB5A3F14564}" dt="2022-07-28T12:38:15.727" v="1271" actId="255"/>
          <ac:graphicFrameMkLst>
            <pc:docMk/>
            <pc:sldMk cId="3693480179" sldId="420"/>
            <ac:graphicFrameMk id="5" creationId="{2D4A86DD-6D39-439B-AD27-5A75C1BD8D90}"/>
          </ac:graphicFrameMkLst>
        </pc:graphicFrameChg>
      </pc:sldChg>
      <pc:sldChg chg="delSp new del mod">
        <pc:chgData name="Antonella Mimmo" userId="25a5e1a7-e321-4627-b0fe-fe85337315d8" providerId="ADAL" clId="{0E89970A-DFF5-4C7A-8F6B-5EB5A3F14564}" dt="2022-07-28T12:39:16.429" v="1278" actId="47"/>
        <pc:sldMkLst>
          <pc:docMk/>
          <pc:sldMk cId="1965984554" sldId="421"/>
        </pc:sldMkLst>
        <pc:spChg chg="del">
          <ac:chgData name="Antonella Mimmo" userId="25a5e1a7-e321-4627-b0fe-fe85337315d8" providerId="ADAL" clId="{0E89970A-DFF5-4C7A-8F6B-5EB5A3F14564}" dt="2022-07-28T12:38:34.293" v="1274" actId="478"/>
          <ac:spMkLst>
            <pc:docMk/>
            <pc:sldMk cId="1965984554" sldId="421"/>
            <ac:spMk id="2" creationId="{77E23832-795A-4326-9F9A-9A72AFB81357}"/>
          </ac:spMkLst>
        </pc:spChg>
        <pc:spChg chg="del">
          <ac:chgData name="Antonella Mimmo" userId="25a5e1a7-e321-4627-b0fe-fe85337315d8" providerId="ADAL" clId="{0E89970A-DFF5-4C7A-8F6B-5EB5A3F14564}" dt="2022-07-28T12:38:33.322" v="1273" actId="478"/>
          <ac:spMkLst>
            <pc:docMk/>
            <pc:sldMk cId="1965984554" sldId="421"/>
            <ac:spMk id="3" creationId="{30E2C9B7-BA63-4AE9-9671-3FF285F9685A}"/>
          </ac:spMkLst>
        </pc:spChg>
      </pc:sldChg>
      <pc:sldChg chg="addSp modSp add mod">
        <pc:chgData name="Antonella Mimmo" userId="25a5e1a7-e321-4627-b0fe-fe85337315d8" providerId="ADAL" clId="{0E89970A-DFF5-4C7A-8F6B-5EB5A3F14564}" dt="2022-07-28T12:50:25.285" v="1483" actId="20577"/>
        <pc:sldMkLst>
          <pc:docMk/>
          <pc:sldMk cId="4123545384" sldId="422"/>
        </pc:sldMkLst>
        <pc:spChg chg="add mod">
          <ac:chgData name="Antonella Mimmo" userId="25a5e1a7-e321-4627-b0fe-fe85337315d8" providerId="ADAL" clId="{0E89970A-DFF5-4C7A-8F6B-5EB5A3F14564}" dt="2022-07-28T12:50:25.285" v="1483" actId="20577"/>
          <ac:spMkLst>
            <pc:docMk/>
            <pc:sldMk cId="4123545384" sldId="422"/>
            <ac:spMk id="6" creationId="{23304EF2-C702-4BE2-8C75-8339DCBF7770}"/>
          </ac:spMkLst>
        </pc:spChg>
        <pc:graphicFrameChg chg="mod modGraphic">
          <ac:chgData name="Antonella Mimmo" userId="25a5e1a7-e321-4627-b0fe-fe85337315d8" providerId="ADAL" clId="{0E89970A-DFF5-4C7A-8F6B-5EB5A3F14564}" dt="2022-07-28T12:40:02.114" v="1293" actId="20577"/>
          <ac:graphicFrameMkLst>
            <pc:docMk/>
            <pc:sldMk cId="4123545384" sldId="422"/>
            <ac:graphicFrameMk id="5" creationId="{2D4A86DD-6D39-439B-AD27-5A75C1BD8D90}"/>
          </ac:graphicFrameMkLst>
        </pc:graphicFrameChg>
      </pc:sldChg>
      <pc:sldChg chg="addSp delSp modSp new mod">
        <pc:chgData name="Antonella Mimmo" userId="25a5e1a7-e321-4627-b0fe-fe85337315d8" providerId="ADAL" clId="{0E89970A-DFF5-4C7A-8F6B-5EB5A3F14564}" dt="2022-07-28T12:53:33.806" v="1549" actId="20577"/>
        <pc:sldMkLst>
          <pc:docMk/>
          <pc:sldMk cId="150329333" sldId="423"/>
        </pc:sldMkLst>
        <pc:spChg chg="del">
          <ac:chgData name="Antonella Mimmo" userId="25a5e1a7-e321-4627-b0fe-fe85337315d8" providerId="ADAL" clId="{0E89970A-DFF5-4C7A-8F6B-5EB5A3F14564}" dt="2022-07-28T12:52:35.343" v="1487" actId="478"/>
          <ac:spMkLst>
            <pc:docMk/>
            <pc:sldMk cId="150329333" sldId="423"/>
            <ac:spMk id="2" creationId="{76171F1D-357B-4A98-BAED-F963A7AABFC5}"/>
          </ac:spMkLst>
        </pc:spChg>
        <pc:spChg chg="del">
          <ac:chgData name="Antonella Mimmo" userId="25a5e1a7-e321-4627-b0fe-fe85337315d8" providerId="ADAL" clId="{0E89970A-DFF5-4C7A-8F6B-5EB5A3F14564}" dt="2022-07-28T12:52:37.193" v="1488" actId="478"/>
          <ac:spMkLst>
            <pc:docMk/>
            <pc:sldMk cId="150329333" sldId="423"/>
            <ac:spMk id="3" creationId="{6A7F955B-B32D-4B92-9C80-8C20F3D39B64}"/>
          </ac:spMkLst>
        </pc:spChg>
        <pc:graphicFrameChg chg="add mod modGraphic">
          <ac:chgData name="Antonella Mimmo" userId="25a5e1a7-e321-4627-b0fe-fe85337315d8" providerId="ADAL" clId="{0E89970A-DFF5-4C7A-8F6B-5EB5A3F14564}" dt="2022-07-28T12:53:33.806" v="1549" actId="20577"/>
          <ac:graphicFrameMkLst>
            <pc:docMk/>
            <pc:sldMk cId="150329333" sldId="423"/>
            <ac:graphicFrameMk id="5" creationId="{F725FA02-F0D9-41B8-B6A1-D9822DABDD9D}"/>
          </ac:graphicFrameMkLst>
        </pc:graphicFrameChg>
      </pc:sldChg>
      <pc:sldChg chg="modSp mod">
        <pc:chgData name="Antonella Mimmo" userId="25a5e1a7-e321-4627-b0fe-fe85337315d8" providerId="ADAL" clId="{0E89970A-DFF5-4C7A-8F6B-5EB5A3F14564}" dt="2022-07-29T05:53:01.145" v="2140" actId="12"/>
        <pc:sldMkLst>
          <pc:docMk/>
          <pc:sldMk cId="1424112312" sldId="424"/>
        </pc:sldMkLst>
        <pc:spChg chg="mod">
          <ac:chgData name="Antonella Mimmo" userId="25a5e1a7-e321-4627-b0fe-fe85337315d8" providerId="ADAL" clId="{0E89970A-DFF5-4C7A-8F6B-5EB5A3F14564}" dt="2022-07-29T05:53:01.145" v="2140" actId="12"/>
          <ac:spMkLst>
            <pc:docMk/>
            <pc:sldMk cId="1424112312" sldId="424"/>
            <ac:spMk id="3" creationId="{ED4970CB-019A-4050-977A-4352ADCA0F15}"/>
          </ac:spMkLst>
        </pc:spChg>
        <pc:graphicFrameChg chg="modGraphic">
          <ac:chgData name="Antonella Mimmo" userId="25a5e1a7-e321-4627-b0fe-fe85337315d8" providerId="ADAL" clId="{0E89970A-DFF5-4C7A-8F6B-5EB5A3F14564}" dt="2022-07-28T12:54:48.570" v="1612" actId="20577"/>
          <ac:graphicFrameMkLst>
            <pc:docMk/>
            <pc:sldMk cId="1424112312" sldId="424"/>
            <ac:graphicFrameMk id="4" creationId="{8D8392BC-4781-44D7-B6A5-A826B2C00AA6}"/>
          </ac:graphicFrameMkLst>
        </pc:graphicFrameChg>
      </pc:sldChg>
      <pc:sldChg chg="addSp modSp new mod">
        <pc:chgData name="Antonella Mimmo" userId="25a5e1a7-e321-4627-b0fe-fe85337315d8" providerId="ADAL" clId="{0E89970A-DFF5-4C7A-8F6B-5EB5A3F14564}" dt="2022-07-29T05:37:48.058" v="1722" actId="2710"/>
        <pc:sldMkLst>
          <pc:docMk/>
          <pc:sldMk cId="2643796052" sldId="425"/>
        </pc:sldMkLst>
        <pc:graphicFrameChg chg="add mod modGraphic">
          <ac:chgData name="Antonella Mimmo" userId="25a5e1a7-e321-4627-b0fe-fe85337315d8" providerId="ADAL" clId="{0E89970A-DFF5-4C7A-8F6B-5EB5A3F14564}" dt="2022-07-29T05:37:48.058" v="1722" actId="2710"/>
          <ac:graphicFrameMkLst>
            <pc:docMk/>
            <pc:sldMk cId="2643796052" sldId="425"/>
            <ac:graphicFrameMk id="3" creationId="{662BDFB5-E2D6-4927-AB24-BF608039D93D}"/>
          </ac:graphicFrameMkLst>
        </pc:graphicFrameChg>
      </pc:sldChg>
      <pc:sldChg chg="addSp modSp new mod">
        <pc:chgData name="Antonella Mimmo" userId="25a5e1a7-e321-4627-b0fe-fe85337315d8" providerId="ADAL" clId="{0E89970A-DFF5-4C7A-8F6B-5EB5A3F14564}" dt="2022-07-29T05:53:06.995" v="2141" actId="12"/>
        <pc:sldMkLst>
          <pc:docMk/>
          <pc:sldMk cId="2918738620" sldId="426"/>
        </pc:sldMkLst>
        <pc:spChg chg="add mod">
          <ac:chgData name="Antonella Mimmo" userId="25a5e1a7-e321-4627-b0fe-fe85337315d8" providerId="ADAL" clId="{0E89970A-DFF5-4C7A-8F6B-5EB5A3F14564}" dt="2022-07-29T05:53:06.995" v="2141" actId="12"/>
          <ac:spMkLst>
            <pc:docMk/>
            <pc:sldMk cId="2918738620" sldId="426"/>
            <ac:spMk id="4" creationId="{3897BC82-2AD7-4880-91F8-A54864A65CEC}"/>
          </ac:spMkLst>
        </pc:spChg>
        <pc:graphicFrameChg chg="add mod modGraphic">
          <ac:chgData name="Antonella Mimmo" userId="25a5e1a7-e321-4627-b0fe-fe85337315d8" providerId="ADAL" clId="{0E89970A-DFF5-4C7A-8F6B-5EB5A3F14564}" dt="2022-07-29T05:40:01.005" v="1754" actId="20577"/>
          <ac:graphicFrameMkLst>
            <pc:docMk/>
            <pc:sldMk cId="2918738620" sldId="426"/>
            <ac:graphicFrameMk id="3" creationId="{011AA867-F50F-4580-B9B6-4F3ACBD25799}"/>
          </ac:graphicFrameMkLst>
        </pc:graphicFrameChg>
      </pc:sldChg>
      <pc:sldChg chg="addSp modSp new mod">
        <pc:chgData name="Antonella Mimmo" userId="25a5e1a7-e321-4627-b0fe-fe85337315d8" providerId="ADAL" clId="{0E89970A-DFF5-4C7A-8F6B-5EB5A3F14564}" dt="2022-07-29T05:48:18.432" v="1949" actId="2710"/>
        <pc:sldMkLst>
          <pc:docMk/>
          <pc:sldMk cId="3047064002" sldId="427"/>
        </pc:sldMkLst>
        <pc:graphicFrameChg chg="add mod modGraphic">
          <ac:chgData name="Antonella Mimmo" userId="25a5e1a7-e321-4627-b0fe-fe85337315d8" providerId="ADAL" clId="{0E89970A-DFF5-4C7A-8F6B-5EB5A3F14564}" dt="2022-07-29T05:48:18.432" v="1949" actId="2710"/>
          <ac:graphicFrameMkLst>
            <pc:docMk/>
            <pc:sldMk cId="3047064002" sldId="427"/>
            <ac:graphicFrameMk id="3" creationId="{B167A709-9279-4C44-B4B9-760D64A68C7E}"/>
          </ac:graphicFrameMkLst>
        </pc:graphicFrameChg>
      </pc:sldChg>
      <pc:sldChg chg="addSp modSp new mod">
        <pc:chgData name="Antonella Mimmo" userId="25a5e1a7-e321-4627-b0fe-fe85337315d8" providerId="ADAL" clId="{0E89970A-DFF5-4C7A-8F6B-5EB5A3F14564}" dt="2022-07-29T05:53:29.911" v="2145" actId="1076"/>
        <pc:sldMkLst>
          <pc:docMk/>
          <pc:sldMk cId="1741688438" sldId="428"/>
        </pc:sldMkLst>
        <pc:spChg chg="add mod">
          <ac:chgData name="Antonella Mimmo" userId="25a5e1a7-e321-4627-b0fe-fe85337315d8" providerId="ADAL" clId="{0E89970A-DFF5-4C7A-8F6B-5EB5A3F14564}" dt="2022-07-29T05:53:29.911" v="2145" actId="1076"/>
          <ac:spMkLst>
            <pc:docMk/>
            <pc:sldMk cId="1741688438" sldId="428"/>
            <ac:spMk id="4" creationId="{E3A9B346-F8DB-44F1-BB08-20AF0E098433}"/>
          </ac:spMkLst>
        </pc:spChg>
        <pc:graphicFrameChg chg="add mod modGraphic">
          <ac:chgData name="Antonella Mimmo" userId="25a5e1a7-e321-4627-b0fe-fe85337315d8" providerId="ADAL" clId="{0E89970A-DFF5-4C7A-8F6B-5EB5A3F14564}" dt="2022-07-29T05:51:05.217" v="2040" actId="14100"/>
          <ac:graphicFrameMkLst>
            <pc:docMk/>
            <pc:sldMk cId="1741688438" sldId="428"/>
            <ac:graphicFrameMk id="3" creationId="{544827CF-4DBD-402F-B7DF-51F438206BD1}"/>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53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777607" y="0"/>
            <a:ext cx="2889938" cy="495300"/>
          </a:xfrm>
          <a:prstGeom prst="rect">
            <a:avLst/>
          </a:prstGeom>
        </p:spPr>
        <p:txBody>
          <a:bodyPr vert="horz" lIns="91440" tIns="45720" rIns="91440" bIns="45720" rtlCol="0"/>
          <a:lstStyle>
            <a:lvl1pPr algn="r">
              <a:defRPr sz="1200"/>
            </a:lvl1pPr>
          </a:lstStyle>
          <a:p>
            <a:fld id="{E47068CA-F0DC-447A-B9ED-AE95D731C7D8}" type="datetimeFigureOut">
              <a:rPr lang="fr-FR" smtClean="0"/>
              <a:pPr/>
              <a:t>17/12/2023</a:t>
            </a:fld>
            <a:endParaRPr lang="fr-FR"/>
          </a:p>
        </p:txBody>
      </p:sp>
      <p:sp>
        <p:nvSpPr>
          <p:cNvPr id="4" name="Espace réservé du pied de page 3"/>
          <p:cNvSpPr>
            <a:spLocks noGrp="1"/>
          </p:cNvSpPr>
          <p:nvPr>
            <p:ph type="ftr" sz="quarter" idx="2"/>
          </p:nvPr>
        </p:nvSpPr>
        <p:spPr>
          <a:xfrm>
            <a:off x="0" y="9408981"/>
            <a:ext cx="2889938" cy="4953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77607" y="9408981"/>
            <a:ext cx="2889938" cy="495300"/>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53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777607" y="0"/>
            <a:ext cx="2889938" cy="495300"/>
          </a:xfrm>
          <a:prstGeom prst="rect">
            <a:avLst/>
          </a:prstGeom>
        </p:spPr>
        <p:txBody>
          <a:bodyPr vert="horz" lIns="91440" tIns="45720" rIns="91440" bIns="45720" rtlCol="0"/>
          <a:lstStyle>
            <a:lvl1pPr algn="r">
              <a:defRPr sz="1200"/>
            </a:lvl1pPr>
          </a:lstStyle>
          <a:p>
            <a:fld id="{B000F49C-6693-442B-81D1-9FE7387508D2}" type="datetimeFigureOut">
              <a:rPr lang="fr-FR" smtClean="0"/>
              <a:pPr/>
              <a:t>17/12/2023</a:t>
            </a:fld>
            <a:endParaRPr lang="fr-FR"/>
          </a:p>
        </p:txBody>
      </p:sp>
      <p:sp>
        <p:nvSpPr>
          <p:cNvPr id="4" name="Espace réservé de l'image des diapositives 3"/>
          <p:cNvSpPr>
            <a:spLocks noGrp="1" noRot="1" noChangeAspect="1"/>
          </p:cNvSpPr>
          <p:nvPr>
            <p:ph type="sldImg" idx="2"/>
          </p:nvPr>
        </p:nvSpPr>
        <p:spPr>
          <a:xfrm>
            <a:off x="858838" y="742950"/>
            <a:ext cx="4951412" cy="37147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66909" y="4705350"/>
            <a:ext cx="5335270" cy="44577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08981"/>
            <a:ext cx="2889938" cy="4953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08981"/>
            <a:ext cx="2889938" cy="495300"/>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dirty="0"/>
          </a:p>
        </p:txBody>
      </p:sp>
    </p:spTree>
    <p:extLst>
      <p:ext uri="{BB962C8B-B14F-4D97-AF65-F5344CB8AC3E}">
        <p14:creationId xmlns:p14="http://schemas.microsoft.com/office/powerpoint/2010/main" val="2677738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a:p>
        </p:txBody>
      </p:sp>
    </p:spTree>
    <p:extLst>
      <p:ext uri="{BB962C8B-B14F-4D97-AF65-F5344CB8AC3E}">
        <p14:creationId xmlns:p14="http://schemas.microsoft.com/office/powerpoint/2010/main" val="87116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BE" sz="1100" b="1" i="1"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a:t>
            </a:fld>
            <a:endParaRPr lang="fr-FR"/>
          </a:p>
        </p:txBody>
      </p:sp>
    </p:spTree>
    <p:extLst>
      <p:ext uri="{BB962C8B-B14F-4D97-AF65-F5344CB8AC3E}">
        <p14:creationId xmlns:p14="http://schemas.microsoft.com/office/powerpoint/2010/main" val="2551582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a:p>
        </p:txBody>
      </p:sp>
    </p:spTree>
    <p:extLst>
      <p:ext uri="{BB962C8B-B14F-4D97-AF65-F5344CB8AC3E}">
        <p14:creationId xmlns:p14="http://schemas.microsoft.com/office/powerpoint/2010/main" val="1290250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9</a:t>
            </a:fld>
            <a:endParaRPr lang="fr-FR"/>
          </a:p>
        </p:txBody>
      </p:sp>
    </p:spTree>
    <p:extLst>
      <p:ext uri="{BB962C8B-B14F-4D97-AF65-F5344CB8AC3E}">
        <p14:creationId xmlns:p14="http://schemas.microsoft.com/office/powerpoint/2010/main" val="4173457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br>
              <a:rPr lang="fr-FR" dirty="0">
                <a:effectLst/>
              </a:rPr>
            </a:b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11</a:t>
            </a:fld>
            <a:endParaRPr lang="fr-FR" dirty="0"/>
          </a:p>
        </p:txBody>
      </p:sp>
    </p:spTree>
    <p:extLst>
      <p:ext uri="{BB962C8B-B14F-4D97-AF65-F5344CB8AC3E}">
        <p14:creationId xmlns:p14="http://schemas.microsoft.com/office/powerpoint/2010/main" val="116254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dirty="0"/>
          </a:p>
        </p:txBody>
      </p:sp>
    </p:spTree>
    <p:extLst>
      <p:ext uri="{BB962C8B-B14F-4D97-AF65-F5344CB8AC3E}">
        <p14:creationId xmlns:p14="http://schemas.microsoft.com/office/powerpoint/2010/main" val="2510993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2774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2209531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dirty="0"/>
          </a:p>
        </p:txBody>
      </p:sp>
    </p:spTree>
    <p:extLst>
      <p:ext uri="{BB962C8B-B14F-4D97-AF65-F5344CB8AC3E}">
        <p14:creationId xmlns:p14="http://schemas.microsoft.com/office/powerpoint/2010/main" val="2130231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a:p>
        </p:txBody>
      </p:sp>
    </p:spTree>
    <p:extLst>
      <p:ext uri="{BB962C8B-B14F-4D97-AF65-F5344CB8AC3E}">
        <p14:creationId xmlns:p14="http://schemas.microsoft.com/office/powerpoint/2010/main" val="2666220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1587391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1783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aseline="0" dirty="0"/>
          </a:p>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24</a:t>
            </a:fld>
            <a:endParaRPr lang="fr-FR"/>
          </a:p>
        </p:txBody>
      </p:sp>
    </p:spTree>
    <p:extLst>
      <p:ext uri="{BB962C8B-B14F-4D97-AF65-F5344CB8AC3E}">
        <p14:creationId xmlns:p14="http://schemas.microsoft.com/office/powerpoint/2010/main" val="2430013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a:p>
        </p:txBody>
      </p:sp>
    </p:spTree>
    <p:extLst>
      <p:ext uri="{BB962C8B-B14F-4D97-AF65-F5344CB8AC3E}">
        <p14:creationId xmlns:p14="http://schemas.microsoft.com/office/powerpoint/2010/main" val="4265726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29</a:t>
            </a:fld>
            <a:endParaRPr lang="fr-FR"/>
          </a:p>
        </p:txBody>
      </p:sp>
    </p:spTree>
    <p:extLst>
      <p:ext uri="{BB962C8B-B14F-4D97-AF65-F5344CB8AC3E}">
        <p14:creationId xmlns:p14="http://schemas.microsoft.com/office/powerpoint/2010/main" val="2783867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30</a:t>
            </a:fld>
            <a:endParaRPr lang="fr-FR"/>
          </a:p>
        </p:txBody>
      </p:sp>
    </p:spTree>
    <p:extLst>
      <p:ext uri="{BB962C8B-B14F-4D97-AF65-F5344CB8AC3E}">
        <p14:creationId xmlns:p14="http://schemas.microsoft.com/office/powerpoint/2010/main" val="2733531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31</a:t>
            </a:fld>
            <a:endParaRPr lang="fr-FR"/>
          </a:p>
        </p:txBody>
      </p:sp>
    </p:spTree>
    <p:extLst>
      <p:ext uri="{BB962C8B-B14F-4D97-AF65-F5344CB8AC3E}">
        <p14:creationId xmlns:p14="http://schemas.microsoft.com/office/powerpoint/2010/main" val="36650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B12A7A82-AF18-4A2F-B4A7-3CE6F2B607D5}" type="datetime1">
              <a:rPr lang="fr-FR" smtClean="0"/>
              <a:t>17/12/2023</a:t>
            </a:fld>
            <a:endParaRPr lang="fr-FR"/>
          </a:p>
        </p:txBody>
      </p:sp>
      <p:sp>
        <p:nvSpPr>
          <p:cNvPr id="5" name="Espace réservé du pied de page 4"/>
          <p:cNvSpPr>
            <a:spLocks noGrp="1"/>
          </p:cNvSpPr>
          <p:nvPr>
            <p:ph type="ftr" sz="quarter" idx="11"/>
          </p:nvPr>
        </p:nvSpPr>
        <p:spPr/>
        <p:txBody>
          <a:bodyPr/>
          <a:lstStyle/>
          <a:p>
            <a:r>
              <a:rPr lang="fr-BE"/>
              <a:t>FNO-E1-M04-Indemnisation du JF et du samedi-2014.07.29</a:t>
            </a:r>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8C444CA-6D6D-4E06-A45D-BEEB3C72074F}" type="datetime1">
              <a:rPr lang="fr-FR" smtClean="0"/>
              <a:t>17/12/2023</a:t>
            </a:fld>
            <a:endParaRPr lang="fr-FR"/>
          </a:p>
        </p:txBody>
      </p:sp>
      <p:sp>
        <p:nvSpPr>
          <p:cNvPr id="5" name="Espace réservé du pied de page 4"/>
          <p:cNvSpPr>
            <a:spLocks noGrp="1"/>
          </p:cNvSpPr>
          <p:nvPr>
            <p:ph type="ftr" sz="quarter" idx="11"/>
          </p:nvPr>
        </p:nvSpPr>
        <p:spPr/>
        <p:txBody>
          <a:bodyPr/>
          <a:lstStyle/>
          <a:p>
            <a:r>
              <a:rPr lang="fr-BE"/>
              <a:t>FNO-E1-M04-Indemnisation du JF et du samedi-2014.07.29</a:t>
            </a:r>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524993ED-400F-480C-8C6B-19C504AAFF01}" type="datetime1">
              <a:rPr lang="fr-FR" smtClean="0"/>
              <a:t>17/12/2023</a:t>
            </a:fld>
            <a:endParaRPr lang="fr-FR"/>
          </a:p>
        </p:txBody>
      </p:sp>
      <p:sp>
        <p:nvSpPr>
          <p:cNvPr id="5" name="Espace réservé du pied de page 4"/>
          <p:cNvSpPr>
            <a:spLocks noGrp="1"/>
          </p:cNvSpPr>
          <p:nvPr>
            <p:ph type="ftr" sz="quarter" idx="11"/>
          </p:nvPr>
        </p:nvSpPr>
        <p:spPr/>
        <p:txBody>
          <a:bodyPr/>
          <a:lstStyle/>
          <a:p>
            <a:r>
              <a:rPr lang="fr-BE"/>
              <a:t>FNO-E1-M04-Indemnisation du JF et du samedi-2014.07.29</a:t>
            </a:r>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9CDAD7B-AAE5-47BE-B7D4-C750C703D2BD}" type="datetime1">
              <a:rPr lang="fr-FR" smtClean="0"/>
              <a:t>17/12/2023</a:t>
            </a:fld>
            <a:endParaRPr lang="fr-FR"/>
          </a:p>
        </p:txBody>
      </p:sp>
      <p:sp>
        <p:nvSpPr>
          <p:cNvPr id="6" name="Espace réservé du pied de page 5"/>
          <p:cNvSpPr>
            <a:spLocks noGrp="1"/>
          </p:cNvSpPr>
          <p:nvPr>
            <p:ph type="ftr" sz="quarter" idx="11"/>
          </p:nvPr>
        </p:nvSpPr>
        <p:spPr/>
        <p:txBody>
          <a:bodyPr/>
          <a:lstStyle/>
          <a:p>
            <a:r>
              <a:rPr lang="fr-BE"/>
              <a:t>FNO-E1-M04-Indemnisation du JF et du samedi-2014.07.29</a:t>
            </a:r>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F803BE01-37ED-484B-8D7E-39CB24E40EC1}" type="datetime1">
              <a:rPr lang="fr-FR" smtClean="0"/>
              <a:t>17/12/2023</a:t>
            </a:fld>
            <a:endParaRPr lang="fr-FR"/>
          </a:p>
        </p:txBody>
      </p:sp>
      <p:sp>
        <p:nvSpPr>
          <p:cNvPr id="8" name="Espace réservé du pied de page 7"/>
          <p:cNvSpPr>
            <a:spLocks noGrp="1"/>
          </p:cNvSpPr>
          <p:nvPr>
            <p:ph type="ftr" sz="quarter" idx="11"/>
          </p:nvPr>
        </p:nvSpPr>
        <p:spPr/>
        <p:txBody>
          <a:bodyPr/>
          <a:lstStyle/>
          <a:p>
            <a:r>
              <a:rPr lang="fr-BE"/>
              <a:t>FNO-E1-M04-Indemnisation du JF et du samedi-2014.07.29</a:t>
            </a:r>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27E57135-584B-4095-9AA7-9EC90772AB03}" type="datetime1">
              <a:rPr lang="fr-FR" smtClean="0"/>
              <a:t>17/12/2023</a:t>
            </a:fld>
            <a:endParaRPr lang="fr-FR"/>
          </a:p>
        </p:txBody>
      </p:sp>
      <p:sp>
        <p:nvSpPr>
          <p:cNvPr id="4" name="Espace réservé du pied de page 3"/>
          <p:cNvSpPr>
            <a:spLocks noGrp="1"/>
          </p:cNvSpPr>
          <p:nvPr>
            <p:ph type="ftr" sz="quarter" idx="11"/>
          </p:nvPr>
        </p:nvSpPr>
        <p:spPr/>
        <p:txBody>
          <a:bodyPr/>
          <a:lstStyle/>
          <a:p>
            <a:r>
              <a:rPr lang="fr-BE"/>
              <a:t>FNO-E1-M04-Indemnisation du JF et du samedi-2014.07.29</a:t>
            </a:r>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814EAD9-53F1-4E74-94C6-4CD215DE6977}" type="datetime1">
              <a:rPr lang="fr-FR" smtClean="0"/>
              <a:t>17/12/2023</a:t>
            </a:fld>
            <a:endParaRPr lang="fr-FR"/>
          </a:p>
        </p:txBody>
      </p:sp>
      <p:sp>
        <p:nvSpPr>
          <p:cNvPr id="3" name="Espace réservé du pied de page 2"/>
          <p:cNvSpPr>
            <a:spLocks noGrp="1"/>
          </p:cNvSpPr>
          <p:nvPr>
            <p:ph type="ftr" sz="quarter" idx="11"/>
          </p:nvPr>
        </p:nvSpPr>
        <p:spPr/>
        <p:txBody>
          <a:bodyPr/>
          <a:lstStyle/>
          <a:p>
            <a:r>
              <a:rPr lang="fr-BE"/>
              <a:t>FNO-E1-M04-Indemnisation du JF et du samedi-2014.07.29</a:t>
            </a:r>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1AEE8A3-4F2B-4778-9E6A-6F17CCF64A9C}" type="datetime1">
              <a:rPr lang="fr-FR" smtClean="0"/>
              <a:t>17/12/2023</a:t>
            </a:fld>
            <a:endParaRPr lang="fr-FR"/>
          </a:p>
        </p:txBody>
      </p:sp>
      <p:sp>
        <p:nvSpPr>
          <p:cNvPr id="6" name="Espace réservé du pied de page 5"/>
          <p:cNvSpPr>
            <a:spLocks noGrp="1"/>
          </p:cNvSpPr>
          <p:nvPr>
            <p:ph type="ftr" sz="quarter" idx="11"/>
          </p:nvPr>
        </p:nvSpPr>
        <p:spPr/>
        <p:txBody>
          <a:bodyPr/>
          <a:lstStyle/>
          <a:p>
            <a:r>
              <a:rPr lang="fr-BE"/>
              <a:t>FNO-E1-M04-Indemnisation du JF et du samedi-2014.07.29</a:t>
            </a:r>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9C0AF96C-BEF8-4CD5-B86C-529E0F349B86}" type="datetime1">
              <a:rPr lang="fr-FR" smtClean="0"/>
              <a:t>17/12/2023</a:t>
            </a:fld>
            <a:endParaRPr lang="fr-FR"/>
          </a:p>
        </p:txBody>
      </p:sp>
      <p:sp>
        <p:nvSpPr>
          <p:cNvPr id="6" name="Espace réservé du pied de page 5"/>
          <p:cNvSpPr>
            <a:spLocks noGrp="1"/>
          </p:cNvSpPr>
          <p:nvPr>
            <p:ph type="ftr" sz="quarter" idx="11"/>
          </p:nvPr>
        </p:nvSpPr>
        <p:spPr/>
        <p:txBody>
          <a:bodyPr/>
          <a:lstStyle/>
          <a:p>
            <a:r>
              <a:rPr lang="fr-BE"/>
              <a:t>FNO-E1-M04-Indemnisation du JF et du samedi-2014.07.29</a:t>
            </a:r>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56D2F91-99B0-44FE-988A-193DF16CA50A}" type="datetime1">
              <a:rPr lang="fr-FR" smtClean="0"/>
              <a:t>17/12/2023</a:t>
            </a:fld>
            <a:endParaRPr lang="fr-FR"/>
          </a:p>
        </p:txBody>
      </p:sp>
      <p:sp>
        <p:nvSpPr>
          <p:cNvPr id="5" name="Espace réservé du pied de page 4"/>
          <p:cNvSpPr>
            <a:spLocks noGrp="1"/>
          </p:cNvSpPr>
          <p:nvPr>
            <p:ph type="ftr" sz="quarter" idx="11"/>
          </p:nvPr>
        </p:nvSpPr>
        <p:spPr/>
        <p:txBody>
          <a:bodyPr/>
          <a:lstStyle/>
          <a:p>
            <a:r>
              <a:rPr lang="fr-BE"/>
              <a:t>FNO-E1-M04-Indemnisation du JF et du samedi-2014.07.29</a:t>
            </a:r>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E6609B7-767C-4597-A4EF-6F5ECADC9A1B}" type="datetime1">
              <a:rPr lang="fr-FR" smtClean="0"/>
              <a:t>17/12/2023</a:t>
            </a:fld>
            <a:endParaRPr lang="fr-FR"/>
          </a:p>
        </p:txBody>
      </p:sp>
      <p:sp>
        <p:nvSpPr>
          <p:cNvPr id="5" name="Espace réservé du pied de page 4"/>
          <p:cNvSpPr>
            <a:spLocks noGrp="1"/>
          </p:cNvSpPr>
          <p:nvPr>
            <p:ph type="ftr" sz="quarter" idx="11"/>
          </p:nvPr>
        </p:nvSpPr>
        <p:spPr/>
        <p:txBody>
          <a:bodyPr/>
          <a:lstStyle/>
          <a:p>
            <a:r>
              <a:rPr lang="fr-BE"/>
              <a:t>FNO-E1-M04-Indemnisation du JF et du samedi-2014.07.29</a:t>
            </a:r>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17460E-2CEC-470C-ACDE-B20429BF193F}" type="datetime1">
              <a:rPr lang="fr-FR" smtClean="0"/>
              <a:t>17/12/2023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BE"/>
              <a:t>FNO-E1-M04-Indemnisation du JF et du samedi-2014.07.29</a:t>
            </a: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467544" y="1988840"/>
            <a:ext cx="7990656" cy="2664296"/>
          </a:xfrm>
        </p:spPr>
        <p:txBody>
          <a:bodyPr>
            <a:normAutofit fontScale="90000"/>
          </a:bodyPr>
          <a:lstStyle/>
          <a:p>
            <a:r>
              <a:rPr lang="fr-BE" sz="5300" b="1" i="1" dirty="0"/>
              <a:t>L’indemnisation du jour férié </a:t>
            </a:r>
            <a:br>
              <a:rPr lang="fr-BE" sz="5300" b="1" i="1" dirty="0"/>
            </a:br>
            <a:r>
              <a:rPr lang="fr-BE" sz="5300" b="1" i="1" dirty="0"/>
              <a:t>&amp; du samedi</a:t>
            </a:r>
            <a:br>
              <a:rPr lang="fr-BE" sz="4800" b="1" i="1" dirty="0"/>
            </a:br>
            <a:br>
              <a:rPr lang="fr-BE" sz="4800" b="1" i="1" dirty="0"/>
            </a:br>
            <a:endParaRPr lang="fr-FR" sz="4000" b="1" i="1" dirty="0"/>
          </a:p>
        </p:txBody>
      </p:sp>
      <p:sp>
        <p:nvSpPr>
          <p:cNvPr id="2" name="Rectangle 1">
            <a:extLst>
              <a:ext uri="{FF2B5EF4-FFF2-40B4-BE49-F238E27FC236}">
                <a16:creationId xmlns:a16="http://schemas.microsoft.com/office/drawing/2014/main" id="{362F8D53-17E4-4CDF-B6D6-95A307AB42AB}"/>
              </a:ext>
            </a:extLst>
          </p:cNvPr>
          <p:cNvSpPr/>
          <p:nvPr/>
        </p:nvSpPr>
        <p:spPr>
          <a:xfrm>
            <a:off x="251520" y="5949280"/>
            <a:ext cx="2304256" cy="4880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Version 18/07/2023</a:t>
            </a:r>
          </a:p>
        </p:txBody>
      </p:sp>
      <p:sp>
        <p:nvSpPr>
          <p:cNvPr id="3" name="Espace réservé du numéro de diapositive 2">
            <a:extLst>
              <a:ext uri="{FF2B5EF4-FFF2-40B4-BE49-F238E27FC236}">
                <a16:creationId xmlns:a16="http://schemas.microsoft.com/office/drawing/2014/main" id="{42D0D556-1530-4826-9C33-0AC90B6E2867}"/>
              </a:ext>
            </a:extLst>
          </p:cNvPr>
          <p:cNvSpPr>
            <a:spLocks noGrp="1"/>
          </p:cNvSpPr>
          <p:nvPr>
            <p:ph type="sldNum" sz="quarter" idx="12"/>
          </p:nvPr>
        </p:nvSpPr>
        <p:spPr/>
        <p:txBody>
          <a:bodyPr/>
          <a:lstStyle/>
          <a:p>
            <a:fld id="{55E9056B-6A30-4F99-BDE9-C450E66AE125}" type="slidenum">
              <a:rPr lang="fr-FR" smtClean="0"/>
              <a:pPr/>
              <a:t>1</a:t>
            </a:fld>
            <a:endParaRPr lang="fr-FR"/>
          </a:p>
        </p:txBody>
      </p:sp>
      <p:sp>
        <p:nvSpPr>
          <p:cNvPr id="4" name="ZoneTexte 3">
            <a:extLst>
              <a:ext uri="{FF2B5EF4-FFF2-40B4-BE49-F238E27FC236}">
                <a16:creationId xmlns:a16="http://schemas.microsoft.com/office/drawing/2014/main" id="{E67E4840-4E36-49AA-BD3D-E29B68D78349}"/>
              </a:ext>
            </a:extLst>
          </p:cNvPr>
          <p:cNvSpPr txBox="1"/>
          <p:nvPr/>
        </p:nvSpPr>
        <p:spPr>
          <a:xfrm>
            <a:off x="1475656" y="4005064"/>
            <a:ext cx="6264696" cy="1846659"/>
          </a:xfrm>
          <a:prstGeom prst="rect">
            <a:avLst/>
          </a:prstGeom>
          <a:noFill/>
        </p:spPr>
        <p:txBody>
          <a:bodyPr wrap="square" rtlCol="0">
            <a:spAutoFit/>
          </a:bodyPr>
          <a:lstStyle/>
          <a:p>
            <a:r>
              <a:rPr lang="fr-BE" sz="3800" b="1" i="1" dirty="0">
                <a:solidFill>
                  <a:srgbClr val="C00000"/>
                </a:solidFill>
                <a:ea typeface="+mj-ea"/>
                <a:cs typeface="+mj-cs"/>
              </a:rPr>
              <a:t>Art. 46 </a:t>
            </a:r>
            <a:r>
              <a:rPr lang="fr-BE" sz="3800" b="1" i="1" dirty="0">
                <a:solidFill>
                  <a:prstClr val="black"/>
                </a:solidFill>
                <a:ea typeface="+mj-ea"/>
                <a:cs typeface="+mj-cs"/>
              </a:rPr>
              <a:t>de l’</a:t>
            </a:r>
            <a:r>
              <a:rPr lang="fr-BE" sz="3800" b="1" i="1" dirty="0">
                <a:solidFill>
                  <a:srgbClr val="C00000"/>
                </a:solidFill>
                <a:ea typeface="+mj-ea"/>
                <a:cs typeface="+mj-cs"/>
              </a:rPr>
              <a:t>AR</a:t>
            </a:r>
            <a:r>
              <a:rPr lang="fr-BE" sz="3800" b="1" i="1" dirty="0">
                <a:solidFill>
                  <a:prstClr val="black"/>
                </a:solidFill>
                <a:ea typeface="+mj-ea"/>
                <a:cs typeface="+mj-cs"/>
              </a:rPr>
              <a:t> du 25.11.1991</a:t>
            </a:r>
            <a:br>
              <a:rPr lang="fr-BE" sz="3800" b="1" i="1" dirty="0">
                <a:solidFill>
                  <a:prstClr val="black"/>
                </a:solidFill>
                <a:ea typeface="+mj-ea"/>
                <a:cs typeface="+mj-cs"/>
              </a:rPr>
            </a:br>
            <a:r>
              <a:rPr lang="fr-BE" sz="3800" b="1" i="1" dirty="0">
                <a:solidFill>
                  <a:srgbClr val="C00000"/>
                </a:solidFill>
                <a:ea typeface="+mj-ea"/>
                <a:cs typeface="+mj-cs"/>
              </a:rPr>
              <a:t>Art. 55 </a:t>
            </a:r>
            <a:r>
              <a:rPr lang="fr-BE" sz="3800" b="1" i="1" dirty="0">
                <a:solidFill>
                  <a:prstClr val="black"/>
                </a:solidFill>
                <a:ea typeface="+mj-ea"/>
                <a:cs typeface="+mj-cs"/>
              </a:rPr>
              <a:t>de l’</a:t>
            </a:r>
            <a:r>
              <a:rPr lang="fr-BE" sz="3800" b="1" i="1" dirty="0">
                <a:solidFill>
                  <a:srgbClr val="C00000"/>
                </a:solidFill>
                <a:ea typeface="+mj-ea"/>
                <a:cs typeface="+mj-cs"/>
              </a:rPr>
              <a:t>AR </a:t>
            </a:r>
            <a:r>
              <a:rPr lang="fr-BE" sz="3800" b="1" i="1" dirty="0">
                <a:solidFill>
                  <a:prstClr val="black"/>
                </a:solidFill>
                <a:ea typeface="+mj-ea"/>
                <a:cs typeface="+mj-cs"/>
              </a:rPr>
              <a:t>du 25.11.1991</a:t>
            </a:r>
            <a:br>
              <a:rPr lang="fr-BE" sz="3800" b="1" i="1" dirty="0">
                <a:solidFill>
                  <a:prstClr val="black"/>
                </a:solidFill>
                <a:ea typeface="+mj-ea"/>
                <a:cs typeface="+mj-cs"/>
              </a:rPr>
            </a:br>
            <a:r>
              <a:rPr lang="fr-BE" sz="3800" b="1" i="1" dirty="0">
                <a:solidFill>
                  <a:srgbClr val="C00000"/>
                </a:solidFill>
                <a:ea typeface="+mj-ea"/>
                <a:cs typeface="+mj-cs"/>
              </a:rPr>
              <a:t>Art. 21 </a:t>
            </a:r>
            <a:r>
              <a:rPr lang="fr-BE" sz="3800" b="1" i="1" dirty="0">
                <a:solidFill>
                  <a:prstClr val="black"/>
                </a:solidFill>
                <a:ea typeface="+mj-ea"/>
                <a:cs typeface="+mj-cs"/>
              </a:rPr>
              <a:t>de l’</a:t>
            </a:r>
            <a:r>
              <a:rPr lang="fr-BE" sz="3800" b="1" i="1" dirty="0">
                <a:solidFill>
                  <a:srgbClr val="C00000"/>
                </a:solidFill>
                <a:ea typeface="+mj-ea"/>
                <a:cs typeface="+mj-cs"/>
              </a:rPr>
              <a:t>AM</a:t>
            </a:r>
            <a:r>
              <a:rPr lang="fr-BE" sz="3800" b="1" i="1" dirty="0">
                <a:solidFill>
                  <a:prstClr val="black"/>
                </a:solidFill>
                <a:ea typeface="+mj-ea"/>
                <a:cs typeface="+mj-cs"/>
              </a:rPr>
              <a:t> du 26.11.1991</a:t>
            </a:r>
            <a:endParaRPr lang="fr-BE" sz="3800" dirty="0"/>
          </a:p>
        </p:txBody>
      </p:sp>
    </p:spTree>
    <p:extLst>
      <p:ext uri="{BB962C8B-B14F-4D97-AF65-F5344CB8AC3E}">
        <p14:creationId xmlns:p14="http://schemas.microsoft.com/office/powerpoint/2010/main" val="35679749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a:xfrm>
            <a:off x="457200" y="0"/>
            <a:ext cx="8229600" cy="908720"/>
          </a:xfrm>
        </p:spPr>
        <p:txBody>
          <a:bodyPr/>
          <a:lstStyle/>
          <a:p>
            <a:r>
              <a:rPr lang="fr-BE" b="1" i="1" dirty="0">
                <a:solidFill>
                  <a:srgbClr val="C00000"/>
                </a:solidFill>
              </a:rPr>
              <a:t>Table des matières</a:t>
            </a:r>
            <a:endParaRPr lang="fr-FR" b="1" i="1" dirty="0">
              <a:solidFill>
                <a:srgbClr val="C00000"/>
              </a:solidFill>
            </a:endParaRPr>
          </a:p>
        </p:txBody>
      </p:sp>
      <p:sp>
        <p:nvSpPr>
          <p:cNvPr id="15" name="Espace réservé du contenu 14"/>
          <p:cNvSpPr>
            <a:spLocks noGrp="1"/>
          </p:cNvSpPr>
          <p:nvPr>
            <p:ph idx="1"/>
          </p:nvPr>
        </p:nvSpPr>
        <p:spPr>
          <a:xfrm>
            <a:off x="467544" y="908720"/>
            <a:ext cx="8424936" cy="5502807"/>
          </a:xfrm>
        </p:spPr>
        <p:txBody>
          <a:bodyPr>
            <a:noAutofit/>
          </a:bodyPr>
          <a:lstStyle/>
          <a:p>
            <a:pPr marL="0" indent="0" algn="just">
              <a:buNone/>
            </a:pPr>
            <a:r>
              <a:rPr lang="fr-BE" sz="2000" b="1" i="1" dirty="0"/>
              <a:t>1. Jours fériés</a:t>
            </a:r>
            <a:r>
              <a:rPr lang="fr-BE" sz="2000" b="1" dirty="0"/>
              <a:t>     </a:t>
            </a:r>
          </a:p>
          <a:p>
            <a:pPr algn="just">
              <a:buFont typeface="Wingdings" panose="05000000000000000000" pitchFamily="2" charset="2"/>
              <a:buChar char="Ø"/>
            </a:pPr>
            <a:r>
              <a:rPr lang="fr-BE" sz="2000" dirty="0"/>
              <a:t>Préambule							pg.4</a:t>
            </a:r>
          </a:p>
          <a:p>
            <a:pPr algn="just">
              <a:buFont typeface="Wingdings" panose="05000000000000000000" pitchFamily="2" charset="2"/>
              <a:buChar char="Ø"/>
            </a:pPr>
            <a:r>
              <a:rPr lang="fr-BE" sz="2000" dirty="0"/>
              <a:t>Obligation de l’employeur en cas de rupture de contrat</a:t>
            </a:r>
            <a:r>
              <a:rPr lang="fr-BE" sz="2000" b="1" dirty="0"/>
              <a:t>                       </a:t>
            </a:r>
            <a:r>
              <a:rPr lang="fr-BE" sz="2000" dirty="0"/>
              <a:t>pg.5</a:t>
            </a:r>
          </a:p>
          <a:p>
            <a:pPr algn="just">
              <a:buFont typeface="Wingdings" panose="05000000000000000000" pitchFamily="2" charset="2"/>
              <a:buChar char="Ø"/>
            </a:pPr>
            <a:r>
              <a:rPr lang="fr-BE" sz="2000" dirty="0"/>
              <a:t>Perte de l’obligation de rémunération du JF		 	pg.6</a:t>
            </a:r>
          </a:p>
          <a:p>
            <a:pPr algn="just">
              <a:buFont typeface="Wingdings" panose="05000000000000000000" pitchFamily="2" charset="2"/>
              <a:buChar char="Ø"/>
            </a:pPr>
            <a:r>
              <a:rPr lang="fr-BE" sz="2000" dirty="0"/>
              <a:t>Notion « d’occupation ininterrompue »				pg.7 </a:t>
            </a:r>
          </a:p>
          <a:p>
            <a:pPr algn="just">
              <a:buFont typeface="Wingdings" panose="05000000000000000000" pitchFamily="2" charset="2"/>
              <a:buChar char="Ø"/>
            </a:pPr>
            <a:r>
              <a:rPr lang="fr-BE" sz="2000" dirty="0"/>
              <a:t>Régime spécifique pour les travailleurs intérimaire                               pg.9</a:t>
            </a:r>
          </a:p>
          <a:p>
            <a:pPr algn="just">
              <a:buFont typeface="Wingdings" panose="05000000000000000000" pitchFamily="2" charset="2"/>
              <a:buChar char="Ø"/>
            </a:pPr>
            <a:r>
              <a:rPr lang="fr-BE" sz="2000" dirty="0"/>
              <a:t>Jour férié &amp; chômage temporaire				pg.12</a:t>
            </a:r>
          </a:p>
          <a:p>
            <a:pPr algn="just">
              <a:buFont typeface="Wingdings" panose="05000000000000000000" pitchFamily="2" charset="2"/>
              <a:buChar char="Ø"/>
            </a:pPr>
            <a:r>
              <a:rPr lang="fr-BE" sz="2000" dirty="0"/>
              <a:t>Jour Férié et autres cas de suspension du contrat			pg.13</a:t>
            </a:r>
          </a:p>
          <a:p>
            <a:pPr marL="0" indent="0" algn="just">
              <a:buNone/>
            </a:pPr>
            <a:r>
              <a:rPr lang="en-US" sz="2000" b="1" i="1" dirty="0"/>
              <a:t>2. Indemnisation du Samedi                                                                             </a:t>
            </a:r>
            <a:r>
              <a:rPr lang="en-US" sz="2000" dirty="0"/>
              <a:t>pg.14</a:t>
            </a:r>
            <a:endParaRPr lang="fr-BE" sz="2000" dirty="0"/>
          </a:p>
          <a:p>
            <a:pPr algn="just">
              <a:buFont typeface="Wingdings" panose="05000000000000000000" pitchFamily="2" charset="2"/>
              <a:buChar char="Ø"/>
            </a:pPr>
            <a:r>
              <a:rPr lang="en-US" sz="2000" dirty="0"/>
              <a:t>Samedi non indemnisable                                        			pg.16</a:t>
            </a:r>
          </a:p>
          <a:p>
            <a:pPr algn="just">
              <a:buFont typeface="Wingdings" panose="05000000000000000000" pitchFamily="2" charset="2"/>
              <a:buChar char="Ø"/>
            </a:pPr>
            <a:r>
              <a:rPr lang="en-US" sz="2000" dirty="0"/>
              <a:t>Indemnisation ½ Samedi	                                  		pg.17</a:t>
            </a:r>
          </a:p>
          <a:p>
            <a:pPr algn="just">
              <a:buFont typeface="Wingdings" panose="05000000000000000000" pitchFamily="2" charset="2"/>
              <a:buChar char="Ø"/>
            </a:pPr>
            <a:r>
              <a:rPr lang="en-US" sz="2000" dirty="0"/>
              <a:t>Indemnisation du Samedi			           		pg.18</a:t>
            </a:r>
          </a:p>
          <a:p>
            <a:pPr algn="just">
              <a:buFont typeface="Wingdings" panose="05000000000000000000" pitchFamily="2" charset="2"/>
              <a:buChar char="Ø"/>
            </a:pPr>
            <a:r>
              <a:rPr lang="en-US" sz="2000" dirty="0"/>
              <a:t>Particularités                                                               			pg.19</a:t>
            </a:r>
          </a:p>
          <a:p>
            <a:pPr algn="just">
              <a:buFont typeface="Wingdings" panose="05000000000000000000" pitchFamily="2" charset="2"/>
              <a:buChar char="Ø"/>
            </a:pPr>
            <a:r>
              <a:rPr lang="en-US" sz="2000" dirty="0"/>
              <a:t>Samedi &amp; DA en chômage complet                         			pg.24</a:t>
            </a:r>
          </a:p>
          <a:p>
            <a:pPr algn="just">
              <a:buNone/>
            </a:pPr>
            <a:endParaRPr lang="fr-BE" sz="1800" dirty="0"/>
          </a:p>
        </p:txBody>
      </p:sp>
      <p:sp>
        <p:nvSpPr>
          <p:cNvPr id="8" name="Espace réservé du numéro de diapositive 7"/>
          <p:cNvSpPr>
            <a:spLocks noGrp="1"/>
          </p:cNvSpPr>
          <p:nvPr>
            <p:ph type="sldNum" sz="quarter" idx="12"/>
          </p:nvPr>
        </p:nvSpPr>
        <p:spPr>
          <a:xfrm>
            <a:off x="6516216" y="6411527"/>
            <a:ext cx="2133600" cy="365125"/>
          </a:xfrm>
        </p:spPr>
        <p:txBody>
          <a:bodyPr/>
          <a:lstStyle/>
          <a:p>
            <a:endParaRPr lang="fr-BE" dirty="0"/>
          </a:p>
          <a:p>
            <a:endParaRPr lang="fr-FR" dirty="0"/>
          </a:p>
        </p:txBody>
      </p:sp>
    </p:spTree>
    <p:extLst>
      <p:ext uri="{BB962C8B-B14F-4D97-AF65-F5344CB8AC3E}">
        <p14:creationId xmlns:p14="http://schemas.microsoft.com/office/powerpoint/2010/main" val="2146890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1736" y="2636912"/>
            <a:ext cx="8229600" cy="1143000"/>
          </a:xfrm>
        </p:spPr>
        <p:txBody>
          <a:bodyPr>
            <a:normAutofit/>
          </a:bodyPr>
          <a:lstStyle/>
          <a:p>
            <a:r>
              <a:rPr lang="fr-BE" sz="5400" b="1" i="1" dirty="0"/>
              <a:t>1. Les jours fériés</a:t>
            </a:r>
            <a:endParaRPr lang="en-US" sz="5400" b="1" i="1" dirty="0"/>
          </a:p>
        </p:txBody>
      </p:sp>
      <p:sp>
        <p:nvSpPr>
          <p:cNvPr id="4" name="Espace réservé du numéro de diapositive 3">
            <a:extLst>
              <a:ext uri="{FF2B5EF4-FFF2-40B4-BE49-F238E27FC236}">
                <a16:creationId xmlns:a16="http://schemas.microsoft.com/office/drawing/2014/main" id="{6F3762C4-53C9-4116-AF40-4BEB137018EC}"/>
              </a:ext>
            </a:extLst>
          </p:cNvPr>
          <p:cNvSpPr>
            <a:spLocks noGrp="1"/>
          </p:cNvSpPr>
          <p:nvPr>
            <p:ph type="sldNum" sz="quarter" idx="12"/>
          </p:nvPr>
        </p:nvSpPr>
        <p:spPr/>
        <p:txBody>
          <a:bodyPr/>
          <a:lstStyle/>
          <a:p>
            <a:fld id="{55E9056B-6A30-4F99-BDE9-C450E66AE125}" type="slidenum">
              <a:rPr lang="fr-FR" smtClean="0"/>
              <a:pPr/>
              <a:t>3</a:t>
            </a:fld>
            <a:endParaRPr lang="fr-FR"/>
          </a:p>
        </p:txBody>
      </p:sp>
    </p:spTree>
    <p:extLst>
      <p:ext uri="{BB962C8B-B14F-4D97-AF65-F5344CB8AC3E}">
        <p14:creationId xmlns:p14="http://schemas.microsoft.com/office/powerpoint/2010/main" val="4232596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22114"/>
          </a:xfrm>
        </p:spPr>
        <p:txBody>
          <a:bodyPr>
            <a:normAutofit/>
          </a:bodyPr>
          <a:lstStyle/>
          <a:p>
            <a:pPr algn="r"/>
            <a:r>
              <a:rPr lang="fr-BE" b="1" i="1" dirty="0"/>
              <a:t>Préambule </a:t>
            </a:r>
            <a:endParaRPr lang="fr-FR" dirty="0"/>
          </a:p>
        </p:txBody>
      </p:sp>
      <p:sp>
        <p:nvSpPr>
          <p:cNvPr id="3" name="Espace réservé du contenu 2"/>
          <p:cNvSpPr>
            <a:spLocks noGrp="1"/>
          </p:cNvSpPr>
          <p:nvPr>
            <p:ph idx="1"/>
          </p:nvPr>
        </p:nvSpPr>
        <p:spPr>
          <a:xfrm>
            <a:off x="179512" y="1281112"/>
            <a:ext cx="8784976" cy="5257800"/>
          </a:xfrm>
        </p:spPr>
        <p:txBody>
          <a:bodyPr>
            <a:noAutofit/>
          </a:bodyPr>
          <a:lstStyle/>
          <a:p>
            <a:pPr marL="0" indent="0">
              <a:spcBef>
                <a:spcPts val="0"/>
              </a:spcBef>
              <a:buNone/>
            </a:pPr>
            <a:r>
              <a:rPr lang="fr-BE" sz="2800" dirty="0"/>
              <a:t>Pour </a:t>
            </a:r>
            <a:r>
              <a:rPr lang="fr-BE" sz="2800" b="1" i="1" dirty="0"/>
              <a:t>pouvoir</a:t>
            </a:r>
            <a:r>
              <a:rPr lang="fr-BE" sz="2800" i="1" dirty="0"/>
              <a:t> </a:t>
            </a:r>
            <a:r>
              <a:rPr lang="fr-BE" sz="2800" b="1" i="1" dirty="0"/>
              <a:t>bénéficier d’allocations</a:t>
            </a:r>
            <a:r>
              <a:rPr lang="fr-BE" sz="2800" i="1" dirty="0"/>
              <a:t>, </a:t>
            </a:r>
            <a:r>
              <a:rPr lang="fr-BE" sz="2800" b="1" i="1" dirty="0"/>
              <a:t>le chômeur doit être privé de travail </a:t>
            </a:r>
            <a:r>
              <a:rPr lang="fr-BE" sz="2800" b="1" i="1" dirty="0">
                <a:solidFill>
                  <a:srgbClr val="C00000"/>
                </a:solidFill>
              </a:rPr>
              <a:t>et de rémunération</a:t>
            </a:r>
            <a:r>
              <a:rPr lang="fr-BE" sz="2800" i="1" dirty="0">
                <a:solidFill>
                  <a:srgbClr val="C00000"/>
                </a:solidFill>
              </a:rPr>
              <a:t> </a:t>
            </a:r>
            <a:r>
              <a:rPr lang="fr-BE" sz="2800" dirty="0"/>
              <a:t>par suite de circonstances indépendantes de sa volonté (AR 44).</a:t>
            </a:r>
          </a:p>
          <a:p>
            <a:pPr marL="0" indent="0">
              <a:spcBef>
                <a:spcPts val="0"/>
              </a:spcBef>
              <a:buNone/>
            </a:pPr>
            <a:endParaRPr lang="fr-BE" sz="2800" dirty="0"/>
          </a:p>
          <a:p>
            <a:pPr marL="0" indent="0">
              <a:spcBef>
                <a:spcPts val="0"/>
              </a:spcBef>
              <a:buNone/>
            </a:pPr>
            <a:r>
              <a:rPr lang="fr-BE" sz="2800" dirty="0">
                <a:sym typeface="Wingdings" pitchFamily="2" charset="2"/>
              </a:rPr>
              <a:t> L</a:t>
            </a:r>
            <a:r>
              <a:rPr lang="fr-BE" sz="2800" dirty="0"/>
              <a:t>e droit aux allocations est refusé au chômeur :</a:t>
            </a:r>
          </a:p>
          <a:p>
            <a:pPr marL="612775" lvl="1">
              <a:spcBef>
                <a:spcPts val="0"/>
              </a:spcBef>
              <a:buFont typeface="Wingdings" pitchFamily="2" charset="2"/>
              <a:buChar char="§"/>
            </a:pPr>
            <a:r>
              <a:rPr lang="fr-BE" dirty="0"/>
              <a:t>Qui effectue un travail (au sens de l'article 45) ;</a:t>
            </a:r>
          </a:p>
          <a:p>
            <a:pPr marL="612775" lvl="1">
              <a:spcBef>
                <a:spcPts val="0"/>
              </a:spcBef>
              <a:buFont typeface="Wingdings" pitchFamily="2" charset="2"/>
              <a:buChar char="§"/>
            </a:pPr>
            <a:r>
              <a:rPr lang="fr-BE" dirty="0"/>
              <a:t>Qui a droit à une rémunération (au sens de l'article 46).</a:t>
            </a:r>
          </a:p>
          <a:p>
            <a:pPr marL="612775" lvl="1">
              <a:spcBef>
                <a:spcPts val="0"/>
              </a:spcBef>
              <a:buFont typeface="Wingdings" pitchFamily="2" charset="2"/>
              <a:buChar char="§"/>
            </a:pPr>
            <a:endParaRPr lang="fr-BE" dirty="0"/>
          </a:p>
          <a:p>
            <a:pPr marL="0" indent="0">
              <a:spcBef>
                <a:spcPts val="0"/>
              </a:spcBef>
              <a:buNone/>
            </a:pPr>
            <a:r>
              <a:rPr lang="fr-BE" sz="2800" dirty="0"/>
              <a:t>Est notamment considéré comme un revenu au sens de l’AR 44, le </a:t>
            </a:r>
            <a:r>
              <a:rPr lang="fr-BE" sz="2800" b="1" dirty="0"/>
              <a:t>salaire afférent</a:t>
            </a:r>
            <a:r>
              <a:rPr lang="fr-BE" sz="2800" dirty="0"/>
              <a:t> :</a:t>
            </a:r>
          </a:p>
          <a:p>
            <a:pPr>
              <a:spcBef>
                <a:spcPts val="0"/>
              </a:spcBef>
              <a:buFont typeface="Wingdings" pitchFamily="2" charset="2"/>
              <a:buChar char="§"/>
            </a:pPr>
            <a:r>
              <a:rPr lang="fr-BE" sz="2800" dirty="0"/>
              <a:t>Aux </a:t>
            </a:r>
            <a:r>
              <a:rPr lang="fr-BE" sz="2800" b="1" dirty="0">
                <a:solidFill>
                  <a:srgbClr val="C00000"/>
                </a:solidFill>
              </a:rPr>
              <a:t>jours fériés </a:t>
            </a:r>
            <a:r>
              <a:rPr lang="fr-BE" sz="2800" dirty="0"/>
              <a:t>ou </a:t>
            </a:r>
            <a:r>
              <a:rPr lang="fr-BE" sz="2800" b="1" dirty="0">
                <a:solidFill>
                  <a:srgbClr val="C00000"/>
                </a:solidFill>
              </a:rPr>
              <a:t>jours de remplacement </a:t>
            </a:r>
            <a:r>
              <a:rPr lang="fr-BE" sz="2800" dirty="0"/>
              <a:t>d’un jour férié.</a:t>
            </a:r>
          </a:p>
        </p:txBody>
      </p:sp>
      <p:sp>
        <p:nvSpPr>
          <p:cNvPr id="5" name="Espace réservé du numéro de diapositive 4">
            <a:extLst>
              <a:ext uri="{FF2B5EF4-FFF2-40B4-BE49-F238E27FC236}">
                <a16:creationId xmlns:a16="http://schemas.microsoft.com/office/drawing/2014/main" id="{91F0975B-D6B1-44DB-82D1-FB51D0248BFF}"/>
              </a:ext>
            </a:extLst>
          </p:cNvPr>
          <p:cNvSpPr>
            <a:spLocks noGrp="1"/>
          </p:cNvSpPr>
          <p:nvPr>
            <p:ph type="sldNum" sz="quarter" idx="12"/>
          </p:nvPr>
        </p:nvSpPr>
        <p:spPr/>
        <p:txBody>
          <a:bodyPr/>
          <a:lstStyle/>
          <a:p>
            <a:fld id="{55E9056B-6A30-4F99-BDE9-C450E66AE125}" type="slidenum">
              <a:rPr lang="fr-FR" smtClean="0"/>
              <a:pPr/>
              <a:t>4</a:t>
            </a:fld>
            <a:endParaRPr lang="fr-FR"/>
          </a:p>
        </p:txBody>
      </p:sp>
    </p:spTree>
    <p:extLst>
      <p:ext uri="{BB962C8B-B14F-4D97-AF65-F5344CB8AC3E}">
        <p14:creationId xmlns:p14="http://schemas.microsoft.com/office/powerpoint/2010/main" val="3233173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49C5FA-EDF7-481D-AD26-6E6A0831C06C}"/>
              </a:ext>
            </a:extLst>
          </p:cNvPr>
          <p:cNvSpPr>
            <a:spLocks noGrp="1"/>
          </p:cNvSpPr>
          <p:nvPr>
            <p:ph type="title"/>
          </p:nvPr>
        </p:nvSpPr>
        <p:spPr/>
        <p:txBody>
          <a:bodyPr/>
          <a:lstStyle/>
          <a:p>
            <a:pPr algn="r"/>
            <a:r>
              <a:rPr lang="fr-BE" b="1" i="1" dirty="0"/>
              <a:t>JF et rupture de contrat </a:t>
            </a:r>
          </a:p>
        </p:txBody>
      </p:sp>
      <p:graphicFrame>
        <p:nvGraphicFramePr>
          <p:cNvPr id="5" name="Tableau 5">
            <a:extLst>
              <a:ext uri="{FF2B5EF4-FFF2-40B4-BE49-F238E27FC236}">
                <a16:creationId xmlns:a16="http://schemas.microsoft.com/office/drawing/2014/main" id="{62B232FE-97C9-43E0-8471-8F9302EBF713}"/>
              </a:ext>
            </a:extLst>
          </p:cNvPr>
          <p:cNvGraphicFramePr>
            <a:graphicFrameLocks noGrp="1"/>
          </p:cNvGraphicFramePr>
          <p:nvPr>
            <p:ph idx="1"/>
            <p:extLst>
              <p:ext uri="{D42A27DB-BD31-4B8C-83A1-F6EECF244321}">
                <p14:modId xmlns:p14="http://schemas.microsoft.com/office/powerpoint/2010/main" val="789809294"/>
              </p:ext>
            </p:extLst>
          </p:nvPr>
        </p:nvGraphicFramePr>
        <p:xfrm>
          <a:off x="251520" y="1326674"/>
          <a:ext cx="8640960" cy="5029675"/>
        </p:xfrm>
        <a:graphic>
          <a:graphicData uri="http://schemas.openxmlformats.org/drawingml/2006/table">
            <a:tbl>
              <a:tblPr firstRow="1" bandRow="1">
                <a:tableStyleId>{F5AB1C69-6EDB-4FF4-983F-18BD219EF322}</a:tableStyleId>
              </a:tblPr>
              <a:tblGrid>
                <a:gridCol w="4320480">
                  <a:extLst>
                    <a:ext uri="{9D8B030D-6E8A-4147-A177-3AD203B41FA5}">
                      <a16:colId xmlns:a16="http://schemas.microsoft.com/office/drawing/2014/main" val="730702558"/>
                    </a:ext>
                  </a:extLst>
                </a:gridCol>
                <a:gridCol w="4320480">
                  <a:extLst>
                    <a:ext uri="{9D8B030D-6E8A-4147-A177-3AD203B41FA5}">
                      <a16:colId xmlns:a16="http://schemas.microsoft.com/office/drawing/2014/main" val="2021222300"/>
                    </a:ext>
                  </a:extLst>
                </a:gridCol>
              </a:tblGrid>
              <a:tr h="881826">
                <a:tc>
                  <a:txBody>
                    <a:bodyPr/>
                    <a:lstStyle/>
                    <a:p>
                      <a:pPr algn="ctr"/>
                      <a:r>
                        <a:rPr lang="fr-BE" sz="2400" dirty="0"/>
                        <a:t>Durée de la dernière occupation ininterrompue</a:t>
                      </a:r>
                    </a:p>
                  </a:txBody>
                  <a:tcPr/>
                </a:tc>
                <a:tc>
                  <a:txBody>
                    <a:bodyPr/>
                    <a:lstStyle/>
                    <a:p>
                      <a:pPr algn="ctr"/>
                      <a:r>
                        <a:rPr lang="fr-BE" sz="2400" dirty="0"/>
                        <a:t>Rémunération du jour férié à charge de l’employeur </a:t>
                      </a:r>
                    </a:p>
                  </a:txBody>
                  <a:tcPr/>
                </a:tc>
                <a:extLst>
                  <a:ext uri="{0D108BD9-81ED-4DB2-BD59-A6C34878D82A}">
                    <a16:rowId xmlns:a16="http://schemas.microsoft.com/office/drawing/2014/main" val="2937265495"/>
                  </a:ext>
                </a:extLst>
              </a:tr>
              <a:tr h="816506">
                <a:tc>
                  <a:txBody>
                    <a:bodyPr/>
                    <a:lstStyle/>
                    <a:p>
                      <a:pPr algn="ctr">
                        <a:lnSpc>
                          <a:spcPct val="150000"/>
                        </a:lnSpc>
                      </a:pPr>
                      <a:r>
                        <a:rPr lang="fr-BE" sz="2200" b="1" dirty="0"/>
                        <a:t>&lt; 15 jours calendrier</a:t>
                      </a:r>
                    </a:p>
                  </a:txBody>
                  <a:tcPr/>
                </a:tc>
                <a:tc>
                  <a:txBody>
                    <a:bodyPr/>
                    <a:lstStyle/>
                    <a:p>
                      <a:r>
                        <a:rPr lang="fr-BE" sz="2200" b="1" dirty="0">
                          <a:solidFill>
                            <a:srgbClr val="C00000"/>
                          </a:solidFill>
                        </a:rPr>
                        <a:t>Aucune</a:t>
                      </a:r>
                      <a:r>
                        <a:rPr lang="fr-BE" sz="2200" dirty="0"/>
                        <a:t> obligation de payer la rémunération</a:t>
                      </a:r>
                    </a:p>
                  </a:txBody>
                  <a:tcPr/>
                </a:tc>
                <a:extLst>
                  <a:ext uri="{0D108BD9-81ED-4DB2-BD59-A6C34878D82A}">
                    <a16:rowId xmlns:a16="http://schemas.microsoft.com/office/drawing/2014/main" val="3595074952"/>
                  </a:ext>
                </a:extLst>
              </a:tr>
              <a:tr h="1175768">
                <a:tc>
                  <a:txBody>
                    <a:bodyPr/>
                    <a:lstStyle/>
                    <a:p>
                      <a:pPr algn="ctr">
                        <a:lnSpc>
                          <a:spcPct val="250000"/>
                        </a:lnSpc>
                      </a:pPr>
                      <a:r>
                        <a:rPr lang="fr-BE" sz="2200" b="1" dirty="0"/>
                        <a:t>De 15 jours à 1 mois calendrier</a:t>
                      </a:r>
                    </a:p>
                  </a:txBody>
                  <a:tcPr/>
                </a:tc>
                <a:tc>
                  <a:txBody>
                    <a:bodyPr/>
                    <a:lstStyle/>
                    <a:p>
                      <a:r>
                        <a:rPr lang="fr-BE" sz="2200" dirty="0"/>
                        <a:t>Obligation pour max. </a:t>
                      </a:r>
                      <a:r>
                        <a:rPr lang="fr-BE" sz="2200" b="1" dirty="0">
                          <a:solidFill>
                            <a:srgbClr val="C00000"/>
                          </a:solidFill>
                        </a:rPr>
                        <a:t>1 JF </a:t>
                      </a:r>
                      <a:r>
                        <a:rPr lang="fr-BE" sz="2200" dirty="0"/>
                        <a:t>situé </a:t>
                      </a:r>
                      <a:r>
                        <a:rPr lang="fr-BE" sz="2200" b="1" dirty="0">
                          <a:solidFill>
                            <a:srgbClr val="C00000"/>
                          </a:solidFill>
                        </a:rPr>
                        <a:t>dans les 14 jours calendriers </a:t>
                      </a:r>
                      <a:r>
                        <a:rPr lang="fr-BE" sz="2200" dirty="0"/>
                        <a:t>qui suivent la fin de l’occupation</a:t>
                      </a:r>
                    </a:p>
                  </a:txBody>
                  <a:tcPr/>
                </a:tc>
                <a:extLst>
                  <a:ext uri="{0D108BD9-81ED-4DB2-BD59-A6C34878D82A}">
                    <a16:rowId xmlns:a16="http://schemas.microsoft.com/office/drawing/2014/main" val="417774946"/>
                  </a:ext>
                </a:extLst>
              </a:tr>
              <a:tr h="2155575">
                <a:tc>
                  <a:txBody>
                    <a:bodyPr/>
                    <a:lstStyle/>
                    <a:p>
                      <a:pPr algn="ctr">
                        <a:lnSpc>
                          <a:spcPct val="300000"/>
                        </a:lnSpc>
                        <a:spcAft>
                          <a:spcPts val="3600"/>
                        </a:spcAft>
                      </a:pPr>
                      <a:r>
                        <a:rPr lang="fr-BE" sz="2200" b="1" dirty="0"/>
                        <a:t>&gt; 1 mois</a:t>
                      </a:r>
                    </a:p>
                  </a:txBody>
                  <a:tcPr/>
                </a:tc>
                <a:tc>
                  <a:txBody>
                    <a:bodyPr/>
                    <a:lstStyle/>
                    <a:p>
                      <a:r>
                        <a:rPr lang="fr-BE" sz="2200" dirty="0"/>
                        <a:t>Obligation pour </a:t>
                      </a:r>
                      <a:r>
                        <a:rPr lang="fr-BE" sz="2200" b="1" dirty="0">
                          <a:solidFill>
                            <a:srgbClr val="C00000"/>
                          </a:solidFill>
                        </a:rPr>
                        <a:t>tous les JF </a:t>
                      </a:r>
                      <a:r>
                        <a:rPr lang="fr-BE" sz="2200" dirty="0"/>
                        <a:t>situés </a:t>
                      </a:r>
                      <a:r>
                        <a:rPr lang="fr-BE" sz="2200" b="1" dirty="0">
                          <a:solidFill>
                            <a:srgbClr val="C00000"/>
                          </a:solidFill>
                        </a:rPr>
                        <a:t>dans les 30 jours calendriers </a:t>
                      </a:r>
                      <a:r>
                        <a:rPr lang="fr-BE" sz="2200" dirty="0"/>
                        <a:t>qui suivent la fin de l’occupation</a:t>
                      </a:r>
                    </a:p>
                    <a:p>
                      <a:r>
                        <a:rPr lang="fr-BE" sz="2000" b="1" i="1" dirty="0"/>
                        <a:t>et dans le secteur de la construction également pour Noël et Nouvel An situés dans les 60 jours calendriers</a:t>
                      </a:r>
                    </a:p>
                  </a:txBody>
                  <a:tcPr/>
                </a:tc>
                <a:extLst>
                  <a:ext uri="{0D108BD9-81ED-4DB2-BD59-A6C34878D82A}">
                    <a16:rowId xmlns:a16="http://schemas.microsoft.com/office/drawing/2014/main" val="3907415562"/>
                  </a:ext>
                </a:extLst>
              </a:tr>
            </a:tbl>
          </a:graphicData>
        </a:graphic>
      </p:graphicFrame>
      <p:sp>
        <p:nvSpPr>
          <p:cNvPr id="4" name="Espace réservé du numéro de diapositive 3">
            <a:extLst>
              <a:ext uri="{FF2B5EF4-FFF2-40B4-BE49-F238E27FC236}">
                <a16:creationId xmlns:a16="http://schemas.microsoft.com/office/drawing/2014/main" id="{24288635-2AFB-4C7C-911C-723DE967F6AD}"/>
              </a:ext>
            </a:extLst>
          </p:cNvPr>
          <p:cNvSpPr>
            <a:spLocks noGrp="1"/>
          </p:cNvSpPr>
          <p:nvPr>
            <p:ph type="sldNum" sz="quarter" idx="12"/>
          </p:nvPr>
        </p:nvSpPr>
        <p:spPr/>
        <p:txBody>
          <a:bodyPr/>
          <a:lstStyle/>
          <a:p>
            <a:fld id="{55E9056B-6A30-4F99-BDE9-C450E66AE125}" type="slidenum">
              <a:rPr lang="fr-FR" smtClean="0"/>
              <a:pPr/>
              <a:t>5</a:t>
            </a:fld>
            <a:endParaRPr lang="fr-FR"/>
          </a:p>
        </p:txBody>
      </p:sp>
    </p:spTree>
    <p:extLst>
      <p:ext uri="{BB962C8B-B14F-4D97-AF65-F5344CB8AC3E}">
        <p14:creationId xmlns:p14="http://schemas.microsoft.com/office/powerpoint/2010/main" val="2689627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61985D-C586-4474-BE90-1FAEE5DE0CCA}"/>
              </a:ext>
            </a:extLst>
          </p:cNvPr>
          <p:cNvSpPr>
            <a:spLocks noGrp="1"/>
          </p:cNvSpPr>
          <p:nvPr>
            <p:ph type="title"/>
          </p:nvPr>
        </p:nvSpPr>
        <p:spPr>
          <a:xfrm>
            <a:off x="457200" y="274638"/>
            <a:ext cx="8229600" cy="922114"/>
          </a:xfrm>
        </p:spPr>
        <p:txBody>
          <a:bodyPr/>
          <a:lstStyle/>
          <a:p>
            <a:pPr algn="r"/>
            <a:r>
              <a:rPr lang="fr-BE" b="1" i="1" dirty="0"/>
              <a:t>Exemples</a:t>
            </a:r>
          </a:p>
        </p:txBody>
      </p:sp>
      <p:sp>
        <p:nvSpPr>
          <p:cNvPr id="3" name="Espace réservé du contenu 2">
            <a:extLst>
              <a:ext uri="{FF2B5EF4-FFF2-40B4-BE49-F238E27FC236}">
                <a16:creationId xmlns:a16="http://schemas.microsoft.com/office/drawing/2014/main" id="{B854C72A-2AEB-48AD-B344-960997362579}"/>
              </a:ext>
            </a:extLst>
          </p:cNvPr>
          <p:cNvSpPr>
            <a:spLocks noGrp="1"/>
          </p:cNvSpPr>
          <p:nvPr>
            <p:ph idx="1"/>
          </p:nvPr>
        </p:nvSpPr>
        <p:spPr>
          <a:xfrm>
            <a:off x="457200" y="1340768"/>
            <a:ext cx="8229600" cy="5015582"/>
          </a:xfrm>
        </p:spPr>
        <p:txBody>
          <a:bodyPr>
            <a:normAutofit/>
          </a:bodyPr>
          <a:lstStyle/>
          <a:p>
            <a:pPr marL="0" indent="0">
              <a:buNone/>
            </a:pPr>
            <a:r>
              <a:rPr lang="fr-BE" sz="2800" b="1" dirty="0">
                <a:solidFill>
                  <a:schemeClr val="accent2">
                    <a:lumMod val="75000"/>
                  </a:schemeClr>
                </a:solidFill>
              </a:rPr>
              <a:t>Quid des JF du 01/11 et du 11/11/2023 ?</a:t>
            </a:r>
          </a:p>
          <a:p>
            <a:pPr>
              <a:buFont typeface="Wingdings" panose="05000000000000000000" pitchFamily="2" charset="2"/>
              <a:buChar char="§"/>
            </a:pPr>
            <a:r>
              <a:rPr lang="fr-BE" sz="2800" b="1" dirty="0"/>
              <a:t>Contrat de travail du 27.09.23 au 23.10.23 et indemnité de congé du 24.10.23 au 30.10.23</a:t>
            </a:r>
          </a:p>
          <a:p>
            <a:pPr>
              <a:buFont typeface="Wingdings" panose="05000000000000000000" pitchFamily="2" charset="2"/>
              <a:buChar char="§"/>
            </a:pPr>
            <a:endParaRPr lang="fr-BE" sz="2800" b="1" dirty="0"/>
          </a:p>
          <a:p>
            <a:pPr marL="0" indent="0">
              <a:buNone/>
            </a:pPr>
            <a:endParaRPr lang="fr-BE" sz="2800" b="1" dirty="0"/>
          </a:p>
          <a:p>
            <a:pPr marL="0" indent="0">
              <a:buNone/>
            </a:pPr>
            <a:endParaRPr lang="fr-BE" sz="2800" b="1" dirty="0"/>
          </a:p>
          <a:p>
            <a:pPr>
              <a:buFont typeface="Wingdings" panose="05000000000000000000" pitchFamily="2" charset="2"/>
              <a:buChar char="§"/>
            </a:pPr>
            <a:r>
              <a:rPr lang="fr-BE" sz="2800" b="1" dirty="0"/>
              <a:t>Contrat de travail du 27.09.23 au 23.10.23 et préavis presté du 24.10.23 au 30.10.23</a:t>
            </a:r>
          </a:p>
          <a:p>
            <a:pPr lvl="1">
              <a:buFont typeface="Wingdings" panose="05000000000000000000" pitchFamily="2" charset="2"/>
              <a:buChar char="Ø"/>
            </a:pPr>
            <a:endParaRPr lang="fr-BE" b="1" dirty="0"/>
          </a:p>
          <a:p>
            <a:pPr marL="457200" lvl="1" indent="0">
              <a:buNone/>
            </a:pPr>
            <a:endParaRPr lang="fr-BE" sz="2400" dirty="0"/>
          </a:p>
        </p:txBody>
      </p:sp>
      <p:sp>
        <p:nvSpPr>
          <p:cNvPr id="4" name="Espace réservé du numéro de diapositive 3">
            <a:extLst>
              <a:ext uri="{FF2B5EF4-FFF2-40B4-BE49-F238E27FC236}">
                <a16:creationId xmlns:a16="http://schemas.microsoft.com/office/drawing/2014/main" id="{30923B80-8D92-47D5-8304-0542D1776472}"/>
              </a:ext>
            </a:extLst>
          </p:cNvPr>
          <p:cNvSpPr>
            <a:spLocks noGrp="1"/>
          </p:cNvSpPr>
          <p:nvPr>
            <p:ph type="sldNum" sz="quarter" idx="12"/>
          </p:nvPr>
        </p:nvSpPr>
        <p:spPr/>
        <p:txBody>
          <a:bodyPr/>
          <a:lstStyle/>
          <a:p>
            <a:fld id="{55E9056B-6A30-4F99-BDE9-C450E66AE125}" type="slidenum">
              <a:rPr lang="fr-FR" smtClean="0"/>
              <a:pPr/>
              <a:t>6</a:t>
            </a:fld>
            <a:endParaRPr lang="fr-FR"/>
          </a:p>
        </p:txBody>
      </p:sp>
    </p:spTree>
    <p:extLst>
      <p:ext uri="{BB962C8B-B14F-4D97-AF65-F5344CB8AC3E}">
        <p14:creationId xmlns:p14="http://schemas.microsoft.com/office/powerpoint/2010/main" val="17467899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FAB807-A373-428D-B932-0FFB04AAEB11}"/>
              </a:ext>
            </a:extLst>
          </p:cNvPr>
          <p:cNvSpPr>
            <a:spLocks noGrp="1"/>
          </p:cNvSpPr>
          <p:nvPr>
            <p:ph type="title"/>
          </p:nvPr>
        </p:nvSpPr>
        <p:spPr/>
        <p:txBody>
          <a:bodyPr>
            <a:normAutofit fontScale="90000"/>
          </a:bodyPr>
          <a:lstStyle/>
          <a:p>
            <a:pPr algn="r"/>
            <a:r>
              <a:rPr lang="fr-BE" b="1" i="1" dirty="0"/>
              <a:t>Notion d’un mois calendrier: exemples</a:t>
            </a:r>
          </a:p>
        </p:txBody>
      </p:sp>
      <p:sp>
        <p:nvSpPr>
          <p:cNvPr id="3" name="Espace réservé du contenu 2">
            <a:extLst>
              <a:ext uri="{FF2B5EF4-FFF2-40B4-BE49-F238E27FC236}">
                <a16:creationId xmlns:a16="http://schemas.microsoft.com/office/drawing/2014/main" id="{9449588A-835E-40E6-9771-44DE45F7427A}"/>
              </a:ext>
            </a:extLst>
          </p:cNvPr>
          <p:cNvSpPr>
            <a:spLocks noGrp="1"/>
          </p:cNvSpPr>
          <p:nvPr>
            <p:ph idx="1"/>
          </p:nvPr>
        </p:nvSpPr>
        <p:spPr/>
        <p:txBody>
          <a:bodyPr/>
          <a:lstStyle/>
          <a:p>
            <a:r>
              <a:rPr lang="fr-BE" b="1" dirty="0"/>
              <a:t>Occupation du 01.02 au 28.02 ?</a:t>
            </a:r>
          </a:p>
          <a:p>
            <a:pPr marL="457200" lvl="1" indent="0">
              <a:buNone/>
            </a:pPr>
            <a:endParaRPr lang="fr-BE" dirty="0"/>
          </a:p>
          <a:p>
            <a:r>
              <a:rPr lang="fr-BE" b="1" dirty="0"/>
              <a:t>Occupation du 01.08 au 01.09 ?</a:t>
            </a:r>
          </a:p>
          <a:p>
            <a:pPr marL="0" indent="0">
              <a:buNone/>
            </a:pPr>
            <a:endParaRPr lang="fr-BE" b="1" dirty="0"/>
          </a:p>
          <a:p>
            <a:r>
              <a:rPr lang="fr-BE" b="1" dirty="0"/>
              <a:t>Occupation du 01.07 au 30.07 ?</a:t>
            </a:r>
          </a:p>
          <a:p>
            <a:pPr marL="457200" lvl="1" indent="0">
              <a:buNone/>
            </a:pPr>
            <a:endParaRPr lang="fr-BE" dirty="0"/>
          </a:p>
          <a:p>
            <a:r>
              <a:rPr lang="fr-BE" b="1" dirty="0"/>
              <a:t>Occupation du 01.02 au 01.03?</a:t>
            </a:r>
          </a:p>
        </p:txBody>
      </p:sp>
      <p:sp>
        <p:nvSpPr>
          <p:cNvPr id="4" name="Espace réservé du numéro de diapositive 3">
            <a:extLst>
              <a:ext uri="{FF2B5EF4-FFF2-40B4-BE49-F238E27FC236}">
                <a16:creationId xmlns:a16="http://schemas.microsoft.com/office/drawing/2014/main" id="{BD7791CA-CE0F-42E1-9BE3-00CD3F309C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86857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Perte de l’obligation de la rémunération du JF par l’employeur </a:t>
            </a:r>
            <a:endParaRPr lang="fr-FR" dirty="0"/>
          </a:p>
        </p:txBody>
      </p:sp>
      <p:sp>
        <p:nvSpPr>
          <p:cNvPr id="3" name="Espace réservé du contenu 2"/>
          <p:cNvSpPr>
            <a:spLocks noGrp="1"/>
          </p:cNvSpPr>
          <p:nvPr>
            <p:ph idx="1"/>
          </p:nvPr>
        </p:nvSpPr>
        <p:spPr>
          <a:xfrm>
            <a:off x="457200" y="1628800"/>
            <a:ext cx="8229600" cy="4497363"/>
          </a:xfrm>
        </p:spPr>
        <p:txBody>
          <a:bodyPr>
            <a:normAutofit/>
          </a:bodyPr>
          <a:lstStyle/>
          <a:p>
            <a:pPr>
              <a:lnSpc>
                <a:spcPct val="90000"/>
              </a:lnSpc>
              <a:buClr>
                <a:schemeClr val="tx1"/>
              </a:buClr>
              <a:buSzPct val="80000"/>
              <a:buFont typeface="Wingdings" pitchFamily="2" charset="2"/>
              <a:buChar char="§"/>
            </a:pPr>
            <a:r>
              <a:rPr lang="fr-BE" sz="2800" dirty="0">
                <a:cs typeface="Times New Roman" pitchFamily="18" charset="0"/>
              </a:rPr>
              <a:t>Si le travailleur est en service auprès d’un </a:t>
            </a:r>
            <a:r>
              <a:rPr lang="fr-BE" sz="2800" u="sng" dirty="0">
                <a:cs typeface="Times New Roman" pitchFamily="18" charset="0"/>
              </a:rPr>
              <a:t>nouvel </a:t>
            </a:r>
            <a:r>
              <a:rPr lang="fr-BE" sz="2800" dirty="0">
                <a:cs typeface="Times New Roman" pitchFamily="18" charset="0"/>
              </a:rPr>
              <a:t>employeur</a:t>
            </a:r>
          </a:p>
          <a:p>
            <a:pPr>
              <a:lnSpc>
                <a:spcPct val="90000"/>
              </a:lnSpc>
              <a:buClr>
                <a:schemeClr val="tx1"/>
              </a:buClr>
              <a:buSzPct val="80000"/>
              <a:buFont typeface="Wingdings" pitchFamily="2" charset="2"/>
              <a:buChar char="§"/>
            </a:pPr>
            <a:r>
              <a:rPr lang="fr-BE" sz="2800" dirty="0">
                <a:cs typeface="Times New Roman" pitchFamily="18" charset="0"/>
              </a:rPr>
              <a:t>Si le JF a été remplacé et le jour fixe de remplacement est situé dans le passé ou en dehors de la période d’obligation de rémunération ;</a:t>
            </a:r>
          </a:p>
          <a:p>
            <a:pPr>
              <a:lnSpc>
                <a:spcPct val="90000"/>
              </a:lnSpc>
              <a:buClr>
                <a:schemeClr val="tx1"/>
              </a:buClr>
              <a:buSzPct val="80000"/>
              <a:buFont typeface="Wingdings" pitchFamily="2" charset="2"/>
              <a:buChar char="§"/>
            </a:pPr>
            <a:r>
              <a:rPr lang="fr-BE" sz="2800" dirty="0">
                <a:cs typeface="Times New Roman" pitchFamily="18" charset="0"/>
              </a:rPr>
              <a:t>Si le travailleur a rompu le contrat sans motif grave;</a:t>
            </a:r>
          </a:p>
          <a:p>
            <a:pPr>
              <a:lnSpc>
                <a:spcPct val="90000"/>
              </a:lnSpc>
              <a:buClr>
                <a:schemeClr val="tx1"/>
              </a:buClr>
              <a:buSzPct val="80000"/>
              <a:buFont typeface="Wingdings" pitchFamily="2" charset="2"/>
              <a:buChar char="§"/>
            </a:pPr>
            <a:r>
              <a:rPr lang="fr-BE" sz="2800" dirty="0">
                <a:cs typeface="Times New Roman" pitchFamily="18" charset="0"/>
              </a:rPr>
              <a:t>Si le travailleur est licencié pour motif grave ;</a:t>
            </a:r>
          </a:p>
          <a:p>
            <a:pPr>
              <a:lnSpc>
                <a:spcPct val="90000"/>
              </a:lnSpc>
              <a:buClr>
                <a:schemeClr val="tx1"/>
              </a:buClr>
              <a:buSzPct val="80000"/>
              <a:buFont typeface="Wingdings" pitchFamily="2" charset="2"/>
              <a:buChar char="§"/>
            </a:pPr>
            <a:r>
              <a:rPr lang="fr-BE" sz="2800" dirty="0">
                <a:cs typeface="Times New Roman" pitchFamily="18" charset="0"/>
              </a:rPr>
              <a:t>Pour un employeur du service public ;</a:t>
            </a:r>
          </a:p>
          <a:p>
            <a:pPr>
              <a:lnSpc>
                <a:spcPct val="90000"/>
              </a:lnSpc>
              <a:buClr>
                <a:schemeClr val="tx1"/>
              </a:buClr>
              <a:buSzPct val="80000"/>
              <a:buFont typeface="Wingdings" pitchFamily="2" charset="2"/>
              <a:buChar char="§"/>
            </a:pPr>
            <a:r>
              <a:rPr lang="fr-BE" sz="2800" dirty="0">
                <a:cs typeface="Times New Roman" pitchFamily="18" charset="0"/>
              </a:rPr>
              <a:t>Pour une occupation à l’étranger ;</a:t>
            </a:r>
          </a:p>
          <a:p>
            <a:pPr>
              <a:lnSpc>
                <a:spcPct val="90000"/>
              </a:lnSpc>
              <a:buClr>
                <a:schemeClr val="tx1"/>
              </a:buClr>
              <a:buSzPct val="80000"/>
              <a:buFont typeface="Wingdings" pitchFamily="2" charset="2"/>
              <a:buChar char="§"/>
            </a:pPr>
            <a:r>
              <a:rPr lang="fr-BE" sz="2800" dirty="0">
                <a:cs typeface="Times New Roman" pitchFamily="18" charset="0"/>
              </a:rPr>
              <a:t>Pour un travailleur à temps partiel.</a:t>
            </a:r>
          </a:p>
          <a:p>
            <a:pPr marL="0" indent="0">
              <a:lnSpc>
                <a:spcPct val="90000"/>
              </a:lnSpc>
              <a:buClr>
                <a:schemeClr val="tx1"/>
              </a:buClr>
              <a:buSzPct val="80000"/>
              <a:buNone/>
            </a:pPr>
            <a:endParaRPr lang="fr-FR" sz="2800" dirty="0"/>
          </a:p>
        </p:txBody>
      </p:sp>
      <p:sp>
        <p:nvSpPr>
          <p:cNvPr id="4" name="Espace réservé du numéro de diapositive 3">
            <a:extLst>
              <a:ext uri="{FF2B5EF4-FFF2-40B4-BE49-F238E27FC236}">
                <a16:creationId xmlns:a16="http://schemas.microsoft.com/office/drawing/2014/main" id="{1A945960-8FD6-4809-9061-332C6021A7BD}"/>
              </a:ext>
            </a:extLst>
          </p:cNvPr>
          <p:cNvSpPr>
            <a:spLocks noGrp="1"/>
          </p:cNvSpPr>
          <p:nvPr>
            <p:ph type="sldNum" sz="quarter" idx="12"/>
          </p:nvPr>
        </p:nvSpPr>
        <p:spPr/>
        <p:txBody>
          <a:bodyPr/>
          <a:lstStyle/>
          <a:p>
            <a:fld id="{55E9056B-6A30-4F99-BDE9-C450E66AE125}" type="slidenum">
              <a:rPr lang="fr-FR" smtClean="0"/>
              <a:pPr/>
              <a:t>8</a:t>
            </a:fld>
            <a:endParaRPr lang="fr-FR"/>
          </a:p>
        </p:txBody>
      </p:sp>
    </p:spTree>
    <p:extLst>
      <p:ext uri="{BB962C8B-B14F-4D97-AF65-F5344CB8AC3E}">
        <p14:creationId xmlns:p14="http://schemas.microsoft.com/office/powerpoint/2010/main" val="13485661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sz="3600" b="1" i="1" dirty="0"/>
              <a:t>Notion « d’occupation ininterrompue »</a:t>
            </a:r>
            <a:endParaRPr lang="fr-FR" sz="3600" dirty="0"/>
          </a:p>
        </p:txBody>
      </p:sp>
      <p:sp>
        <p:nvSpPr>
          <p:cNvPr id="3" name="Espace réservé du contenu 2"/>
          <p:cNvSpPr>
            <a:spLocks noGrp="1"/>
          </p:cNvSpPr>
          <p:nvPr>
            <p:ph idx="1"/>
          </p:nvPr>
        </p:nvSpPr>
        <p:spPr>
          <a:xfrm>
            <a:off x="457200" y="1600200"/>
            <a:ext cx="8229600" cy="4756150"/>
          </a:xfrm>
        </p:spPr>
        <p:txBody>
          <a:bodyPr>
            <a:normAutofit/>
          </a:bodyPr>
          <a:lstStyle/>
          <a:p>
            <a:pPr>
              <a:lnSpc>
                <a:spcPct val="90000"/>
              </a:lnSpc>
              <a:buClr>
                <a:schemeClr val="tx1"/>
              </a:buClr>
              <a:buFont typeface="Wingdings" pitchFamily="2" charset="2"/>
              <a:buChar char="§"/>
            </a:pPr>
            <a:r>
              <a:rPr lang="fr-BE" dirty="0">
                <a:cs typeface="Times New Roman" pitchFamily="18" charset="0"/>
              </a:rPr>
              <a:t>Les ‘’week-ends’’ et ‘’jours d’inactivité’’ pendant l’occupation ne sont pas considérés comme une interruption </a:t>
            </a:r>
            <a:r>
              <a:rPr lang="fr-BE" dirty="0">
                <a:cs typeface="Times New Roman" pitchFamily="18" charset="0"/>
                <a:sym typeface="Wingdings" pitchFamily="2" charset="2"/>
              </a:rPr>
              <a:t> Ces jours sont </a:t>
            </a:r>
            <a:r>
              <a:rPr lang="fr-BE" b="1" dirty="0">
                <a:solidFill>
                  <a:srgbClr val="C00000"/>
                </a:solidFill>
                <a:cs typeface="Times New Roman" pitchFamily="18" charset="0"/>
                <a:sym typeface="Wingdings" pitchFamily="2" charset="2"/>
              </a:rPr>
              <a:t>comptabilisés</a:t>
            </a:r>
            <a:r>
              <a:rPr lang="fr-BE" dirty="0">
                <a:cs typeface="Times New Roman" pitchFamily="18" charset="0"/>
                <a:sym typeface="Wingdings" pitchFamily="2" charset="2"/>
              </a:rPr>
              <a:t> </a:t>
            </a:r>
            <a:r>
              <a:rPr lang="fr-BE" dirty="0">
                <a:cs typeface="Times New Roman" pitchFamily="18" charset="0"/>
              </a:rPr>
              <a:t>pour déterminer la durée de l’occupation</a:t>
            </a:r>
            <a:r>
              <a:rPr lang="fr-BE" sz="3000" dirty="0">
                <a:cs typeface="Times New Roman" pitchFamily="18" charset="0"/>
              </a:rPr>
              <a:t>.</a:t>
            </a:r>
          </a:p>
          <a:p>
            <a:pPr marL="0" indent="0">
              <a:lnSpc>
                <a:spcPct val="90000"/>
              </a:lnSpc>
              <a:buClr>
                <a:schemeClr val="tx1"/>
              </a:buClr>
              <a:buNone/>
            </a:pPr>
            <a:endParaRPr lang="fr-BE" sz="3000" dirty="0">
              <a:cs typeface="Times New Roman" pitchFamily="18" charset="0"/>
            </a:endParaRPr>
          </a:p>
          <a:p>
            <a:pPr>
              <a:lnSpc>
                <a:spcPct val="90000"/>
              </a:lnSpc>
              <a:buClr>
                <a:schemeClr val="tx1"/>
              </a:buClr>
              <a:buFont typeface="Wingdings" pitchFamily="2" charset="2"/>
              <a:buChar char="§"/>
            </a:pPr>
            <a:r>
              <a:rPr lang="fr-BE" dirty="0">
                <a:cs typeface="Times New Roman" pitchFamily="18" charset="0"/>
              </a:rPr>
              <a:t>Cependant les absences injustifiées, les congés sans solde et les grèves constituent une interruption de l’occupation.</a:t>
            </a:r>
          </a:p>
          <a:p>
            <a:pPr marL="0" indent="0">
              <a:lnSpc>
                <a:spcPct val="90000"/>
              </a:lnSpc>
              <a:buClr>
                <a:schemeClr val="tx1"/>
              </a:buClr>
              <a:buNone/>
            </a:pPr>
            <a:endParaRPr lang="fr-BE" sz="3000" dirty="0">
              <a:cs typeface="Times New Roman" pitchFamily="18" charset="0"/>
            </a:endParaRPr>
          </a:p>
          <a:p>
            <a:pPr marL="609600" indent="-609600">
              <a:buNone/>
            </a:pPr>
            <a:endParaRPr lang="fr-FR" dirty="0"/>
          </a:p>
        </p:txBody>
      </p:sp>
      <p:sp>
        <p:nvSpPr>
          <p:cNvPr id="4" name="Espace réservé du numéro de diapositive 3">
            <a:extLst>
              <a:ext uri="{FF2B5EF4-FFF2-40B4-BE49-F238E27FC236}">
                <a16:creationId xmlns:a16="http://schemas.microsoft.com/office/drawing/2014/main" id="{F36D317E-989D-4D94-B765-3AF00B3242C9}"/>
              </a:ext>
            </a:extLst>
          </p:cNvPr>
          <p:cNvSpPr>
            <a:spLocks noGrp="1"/>
          </p:cNvSpPr>
          <p:nvPr>
            <p:ph type="sldNum" sz="quarter" idx="12"/>
          </p:nvPr>
        </p:nvSpPr>
        <p:spPr/>
        <p:txBody>
          <a:bodyPr/>
          <a:lstStyle/>
          <a:p>
            <a:fld id="{55E9056B-6A30-4F99-BDE9-C450E66AE125}" type="slidenum">
              <a:rPr lang="fr-FR" smtClean="0"/>
              <a:pPr/>
              <a:t>9</a:t>
            </a:fld>
            <a:endParaRPr lang="fr-FR"/>
          </a:p>
        </p:txBody>
      </p:sp>
    </p:spTree>
    <p:extLst>
      <p:ext uri="{BB962C8B-B14F-4D97-AF65-F5344CB8AC3E}">
        <p14:creationId xmlns:p14="http://schemas.microsoft.com/office/powerpoint/2010/main" val="1904265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5614EA-9172-4EB7-AA18-D2B49482B0D2}"/>
              </a:ext>
            </a:extLst>
          </p:cNvPr>
          <p:cNvSpPr>
            <a:spLocks noGrp="1"/>
          </p:cNvSpPr>
          <p:nvPr>
            <p:ph type="title"/>
          </p:nvPr>
        </p:nvSpPr>
        <p:spPr/>
        <p:txBody>
          <a:bodyPr/>
          <a:lstStyle/>
          <a:p>
            <a:pPr algn="r"/>
            <a:r>
              <a:rPr lang="fr-BE" b="1" i="1" dirty="0"/>
              <a:t>Exemple</a:t>
            </a:r>
          </a:p>
        </p:txBody>
      </p:sp>
      <p:sp>
        <p:nvSpPr>
          <p:cNvPr id="3" name="Espace réservé du contenu 2">
            <a:extLst>
              <a:ext uri="{FF2B5EF4-FFF2-40B4-BE49-F238E27FC236}">
                <a16:creationId xmlns:a16="http://schemas.microsoft.com/office/drawing/2014/main" id="{9178CBB9-DD7C-444A-A31D-9F2290373AA0}"/>
              </a:ext>
            </a:extLst>
          </p:cNvPr>
          <p:cNvSpPr>
            <a:spLocks noGrp="1"/>
          </p:cNvSpPr>
          <p:nvPr>
            <p:ph idx="1"/>
          </p:nvPr>
        </p:nvSpPr>
        <p:spPr>
          <a:xfrm>
            <a:off x="457200" y="1417638"/>
            <a:ext cx="8229600" cy="5165724"/>
          </a:xfrm>
        </p:spPr>
        <p:txBody>
          <a:bodyPr>
            <a:normAutofit/>
          </a:bodyPr>
          <a:lstStyle/>
          <a:p>
            <a:pPr marL="0" indent="0">
              <a:buNone/>
            </a:pPr>
            <a:r>
              <a:rPr lang="fr-BE" sz="3000" dirty="0"/>
              <a:t>Contrat du lundi 2 au vendredi 6 chez l’employeur A suivi d’un nouveau contrat chez le même employeur du lundi 9 au vendredi 13.</a:t>
            </a:r>
          </a:p>
          <a:p>
            <a:pPr lvl="1">
              <a:buFont typeface="Wingdings" panose="05000000000000000000" pitchFamily="2" charset="2"/>
              <a:buChar char="Ø"/>
            </a:pPr>
            <a:r>
              <a:rPr lang="fr-BE" sz="3000" dirty="0"/>
              <a:t>Durée de l’occupation ? </a:t>
            </a:r>
          </a:p>
          <a:p>
            <a:pPr marL="457200" lvl="1" indent="0">
              <a:buNone/>
            </a:pPr>
            <a:endParaRPr lang="fr-BE" sz="3500" dirty="0"/>
          </a:p>
          <a:p>
            <a:pPr lvl="1">
              <a:buFont typeface="Wingdings" panose="05000000000000000000" pitchFamily="2" charset="2"/>
              <a:buChar char="Ø"/>
            </a:pPr>
            <a:endParaRPr lang="fr-BE" dirty="0"/>
          </a:p>
          <a:p>
            <a:pPr lvl="1">
              <a:buFont typeface="Wingdings" panose="05000000000000000000" pitchFamily="2" charset="2"/>
              <a:buChar char="Ø"/>
            </a:pPr>
            <a:endParaRPr lang="fr-BE" dirty="0"/>
          </a:p>
        </p:txBody>
      </p:sp>
      <p:sp>
        <p:nvSpPr>
          <p:cNvPr id="4" name="Espace réservé du numéro de diapositive 3">
            <a:extLst>
              <a:ext uri="{FF2B5EF4-FFF2-40B4-BE49-F238E27FC236}">
                <a16:creationId xmlns:a16="http://schemas.microsoft.com/office/drawing/2014/main" id="{F7A95A6B-A61D-424C-85F5-6D70F93CAC5E}"/>
              </a:ext>
            </a:extLst>
          </p:cNvPr>
          <p:cNvSpPr>
            <a:spLocks noGrp="1"/>
          </p:cNvSpPr>
          <p:nvPr>
            <p:ph type="sldNum" sz="quarter" idx="12"/>
          </p:nvPr>
        </p:nvSpPr>
        <p:spPr/>
        <p:txBody>
          <a:bodyPr/>
          <a:lstStyle/>
          <a:p>
            <a:fld id="{55E9056B-6A30-4F99-BDE9-C450E66AE125}" type="slidenum">
              <a:rPr lang="fr-FR" smtClean="0"/>
              <a:pPr/>
              <a:t>10</a:t>
            </a:fld>
            <a:endParaRPr lang="fr-FR"/>
          </a:p>
        </p:txBody>
      </p:sp>
      <p:pic>
        <p:nvPicPr>
          <p:cNvPr id="5" name="Image 4">
            <a:extLst>
              <a:ext uri="{FF2B5EF4-FFF2-40B4-BE49-F238E27FC236}">
                <a16:creationId xmlns:a16="http://schemas.microsoft.com/office/drawing/2014/main" id="{A5F7CC42-1161-4CDE-8E8D-D42BA83C09A6}"/>
              </a:ext>
            </a:extLst>
          </p:cNvPr>
          <p:cNvPicPr>
            <a:picLocks noChangeAspect="1"/>
          </p:cNvPicPr>
          <p:nvPr/>
        </p:nvPicPr>
        <p:blipFill>
          <a:blip r:embed="rId2"/>
          <a:stretch>
            <a:fillRect/>
          </a:stretch>
        </p:blipFill>
        <p:spPr>
          <a:xfrm>
            <a:off x="457200" y="3386404"/>
            <a:ext cx="8389161" cy="936104"/>
          </a:xfrm>
          <a:prstGeom prst="rect">
            <a:avLst/>
          </a:prstGeom>
        </p:spPr>
      </p:pic>
    </p:spTree>
    <p:extLst>
      <p:ext uri="{BB962C8B-B14F-4D97-AF65-F5344CB8AC3E}">
        <p14:creationId xmlns:p14="http://schemas.microsoft.com/office/powerpoint/2010/main" val="3115657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Régime spécifique pour les travailleurs intérimaires</a:t>
            </a:r>
            <a:endParaRPr lang="fr-FR" dirty="0"/>
          </a:p>
        </p:txBody>
      </p:sp>
      <p:sp>
        <p:nvSpPr>
          <p:cNvPr id="3" name="Espace réservé du contenu 2"/>
          <p:cNvSpPr>
            <a:spLocks noGrp="1"/>
          </p:cNvSpPr>
          <p:nvPr>
            <p:ph idx="1"/>
          </p:nvPr>
        </p:nvSpPr>
        <p:spPr/>
        <p:txBody>
          <a:bodyPr>
            <a:normAutofit/>
          </a:bodyPr>
          <a:lstStyle/>
          <a:p>
            <a:pPr>
              <a:lnSpc>
                <a:spcPct val="90000"/>
              </a:lnSpc>
              <a:buClr>
                <a:schemeClr val="tx1"/>
              </a:buClr>
              <a:buSzPct val="80000"/>
              <a:buFont typeface="Wingdings" pitchFamily="2" charset="2"/>
              <a:buChar char="§"/>
            </a:pPr>
            <a:r>
              <a:rPr lang="fr-BE" sz="3000" dirty="0">
                <a:cs typeface="Times New Roman" pitchFamily="18" charset="0"/>
              </a:rPr>
              <a:t>L’activité est présumée ne pas être interrompue s’il y a </a:t>
            </a:r>
            <a:r>
              <a:rPr lang="fr-BE" sz="3000" b="1" dirty="0">
                <a:solidFill>
                  <a:srgbClr val="C00000"/>
                </a:solidFill>
                <a:cs typeface="Times New Roman" pitchFamily="18" charset="0"/>
              </a:rPr>
              <a:t>maximum 7 jours d’inactivité </a:t>
            </a:r>
            <a:r>
              <a:rPr lang="fr-BE" sz="3000" dirty="0">
                <a:cs typeface="Times New Roman" pitchFamily="18" charset="0"/>
              </a:rPr>
              <a:t>entre 2 occupations pour le même bureau d’intérim ;</a:t>
            </a:r>
          </a:p>
          <a:p>
            <a:pPr>
              <a:lnSpc>
                <a:spcPct val="90000"/>
              </a:lnSpc>
              <a:buClr>
                <a:schemeClr val="tx1"/>
              </a:buClr>
              <a:buSzPct val="80000"/>
              <a:buNone/>
            </a:pPr>
            <a:r>
              <a:rPr lang="fr-BE" sz="3000" dirty="0">
                <a:cs typeface="Times New Roman" pitchFamily="18" charset="0"/>
              </a:rPr>
              <a:t>	Toutefois, pour le calcul de la durée d’occupation cette période n’est pas prise en compte.</a:t>
            </a:r>
          </a:p>
          <a:p>
            <a:pPr>
              <a:lnSpc>
                <a:spcPct val="90000"/>
              </a:lnSpc>
              <a:buClr>
                <a:schemeClr val="tx1"/>
              </a:buClr>
              <a:buSzPct val="80000"/>
              <a:buNone/>
            </a:pPr>
            <a:endParaRPr lang="fr-BE" sz="2800" dirty="0">
              <a:cs typeface="Times New Roman" pitchFamily="18" charset="0"/>
            </a:endParaRPr>
          </a:p>
          <a:p>
            <a:pPr>
              <a:lnSpc>
                <a:spcPct val="90000"/>
              </a:lnSpc>
              <a:buClr>
                <a:schemeClr val="tx1"/>
              </a:buClr>
              <a:buSzPct val="80000"/>
              <a:buFont typeface="Wingdings" pitchFamily="2" charset="2"/>
              <a:buChar char="§"/>
            </a:pPr>
            <a:r>
              <a:rPr lang="fr-BE" sz="3000" dirty="0">
                <a:cs typeface="Times New Roman" pitchFamily="18" charset="0"/>
              </a:rPr>
              <a:t>Un jour férié situé entre 2 jours de travail est présumé faire partie de la même occupation (et est donc non indemnisable en chômage complet), sauf preuves contraire.</a:t>
            </a:r>
          </a:p>
        </p:txBody>
      </p:sp>
      <p:sp>
        <p:nvSpPr>
          <p:cNvPr id="4" name="Espace réservé du numéro de diapositive 3">
            <a:extLst>
              <a:ext uri="{FF2B5EF4-FFF2-40B4-BE49-F238E27FC236}">
                <a16:creationId xmlns:a16="http://schemas.microsoft.com/office/drawing/2014/main" id="{DE0E5BFA-DD35-4506-A974-F6F474EE7536}"/>
              </a:ext>
            </a:extLst>
          </p:cNvPr>
          <p:cNvSpPr>
            <a:spLocks noGrp="1"/>
          </p:cNvSpPr>
          <p:nvPr>
            <p:ph type="sldNum" sz="quarter" idx="12"/>
          </p:nvPr>
        </p:nvSpPr>
        <p:spPr/>
        <p:txBody>
          <a:bodyPr/>
          <a:lstStyle/>
          <a:p>
            <a:fld id="{55E9056B-6A30-4F99-BDE9-C450E66AE125}" type="slidenum">
              <a:rPr lang="fr-FR" smtClean="0"/>
              <a:pPr/>
              <a:t>11</a:t>
            </a:fld>
            <a:endParaRPr lang="fr-FR"/>
          </a:p>
        </p:txBody>
      </p:sp>
    </p:spTree>
    <p:extLst>
      <p:ext uri="{BB962C8B-B14F-4D97-AF65-F5344CB8AC3E}">
        <p14:creationId xmlns:p14="http://schemas.microsoft.com/office/powerpoint/2010/main" val="30654271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5614EA-9172-4EB7-AA18-D2B49482B0D2}"/>
              </a:ext>
            </a:extLst>
          </p:cNvPr>
          <p:cNvSpPr>
            <a:spLocks noGrp="1"/>
          </p:cNvSpPr>
          <p:nvPr>
            <p:ph type="title"/>
          </p:nvPr>
        </p:nvSpPr>
        <p:spPr/>
        <p:txBody>
          <a:bodyPr/>
          <a:lstStyle/>
          <a:p>
            <a:pPr algn="r"/>
            <a:r>
              <a:rPr lang="fr-BE" b="1" i="1" dirty="0"/>
              <a:t>Exemple</a:t>
            </a:r>
          </a:p>
        </p:txBody>
      </p:sp>
      <p:sp>
        <p:nvSpPr>
          <p:cNvPr id="3" name="Espace réservé du contenu 2">
            <a:extLst>
              <a:ext uri="{FF2B5EF4-FFF2-40B4-BE49-F238E27FC236}">
                <a16:creationId xmlns:a16="http://schemas.microsoft.com/office/drawing/2014/main" id="{9178CBB9-DD7C-444A-A31D-9F2290373AA0}"/>
              </a:ext>
            </a:extLst>
          </p:cNvPr>
          <p:cNvSpPr>
            <a:spLocks noGrp="1"/>
          </p:cNvSpPr>
          <p:nvPr>
            <p:ph idx="1"/>
          </p:nvPr>
        </p:nvSpPr>
        <p:spPr>
          <a:xfrm>
            <a:off x="457200" y="1417638"/>
            <a:ext cx="8229600" cy="5165724"/>
          </a:xfrm>
        </p:spPr>
        <p:txBody>
          <a:bodyPr>
            <a:normAutofit/>
          </a:bodyPr>
          <a:lstStyle/>
          <a:p>
            <a:pPr marL="0" indent="0">
              <a:buNone/>
            </a:pPr>
            <a:r>
              <a:rPr lang="fr-BE" sz="3000" dirty="0"/>
              <a:t>Contrat intérim du lundi 2 au lundi 9 suivi de 5 jours de CC et reprise d’un contrat dans la même agence du lundi 16 au vendredi 20</a:t>
            </a:r>
          </a:p>
          <a:p>
            <a:pPr lvl="1">
              <a:buFont typeface="Wingdings" panose="05000000000000000000" pitchFamily="2" charset="2"/>
              <a:buChar char="Ø"/>
            </a:pPr>
            <a:r>
              <a:rPr lang="fr-BE" sz="3000" dirty="0"/>
              <a:t>Durée de l’occupation ? </a:t>
            </a:r>
          </a:p>
          <a:p>
            <a:pPr marL="457200" lvl="1" indent="0">
              <a:buNone/>
            </a:pPr>
            <a:endParaRPr lang="fr-BE" sz="3500" dirty="0"/>
          </a:p>
          <a:p>
            <a:pPr lvl="1">
              <a:buFont typeface="Wingdings" panose="05000000000000000000" pitchFamily="2" charset="2"/>
              <a:buChar char="Ø"/>
            </a:pPr>
            <a:endParaRPr lang="fr-BE" dirty="0"/>
          </a:p>
          <a:p>
            <a:pPr lvl="1">
              <a:buFont typeface="Wingdings" panose="05000000000000000000" pitchFamily="2" charset="2"/>
              <a:buChar char="Ø"/>
            </a:pPr>
            <a:endParaRPr lang="fr-BE" dirty="0"/>
          </a:p>
        </p:txBody>
      </p:sp>
      <p:sp>
        <p:nvSpPr>
          <p:cNvPr id="4" name="Espace réservé du numéro de diapositive 3">
            <a:extLst>
              <a:ext uri="{FF2B5EF4-FFF2-40B4-BE49-F238E27FC236}">
                <a16:creationId xmlns:a16="http://schemas.microsoft.com/office/drawing/2014/main" id="{F7A95A6B-A61D-424C-85F5-6D70F93CAC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Image 5">
            <a:extLst>
              <a:ext uri="{FF2B5EF4-FFF2-40B4-BE49-F238E27FC236}">
                <a16:creationId xmlns:a16="http://schemas.microsoft.com/office/drawing/2014/main" id="{16141A29-C9CB-4110-9A93-D367E8412CC1}"/>
              </a:ext>
            </a:extLst>
          </p:cNvPr>
          <p:cNvPicPr>
            <a:picLocks noChangeAspect="1"/>
          </p:cNvPicPr>
          <p:nvPr/>
        </p:nvPicPr>
        <p:blipFill>
          <a:blip r:embed="rId2"/>
          <a:stretch>
            <a:fillRect/>
          </a:stretch>
        </p:blipFill>
        <p:spPr>
          <a:xfrm>
            <a:off x="457200" y="3354268"/>
            <a:ext cx="8229600" cy="646232"/>
          </a:xfrm>
          <a:prstGeom prst="rect">
            <a:avLst/>
          </a:prstGeom>
        </p:spPr>
      </p:pic>
    </p:spTree>
    <p:extLst>
      <p:ext uri="{BB962C8B-B14F-4D97-AF65-F5344CB8AC3E}">
        <p14:creationId xmlns:p14="http://schemas.microsoft.com/office/powerpoint/2010/main" val="8188865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charset="0"/>
              </a:rPr>
              <a:t>				</a:t>
            </a:r>
            <a:r>
              <a:rPr lang="fr-BE" b="1" i="1" dirty="0"/>
              <a:t>Méthode de travail </a:t>
            </a:r>
            <a:endParaRPr lang="fr-FR" b="1" dirty="0"/>
          </a:p>
        </p:txBody>
      </p:sp>
      <p:sp>
        <p:nvSpPr>
          <p:cNvPr id="3" name="Espace réservé du contenu 2"/>
          <p:cNvSpPr>
            <a:spLocks noGrp="1"/>
          </p:cNvSpPr>
          <p:nvPr>
            <p:ph idx="1"/>
          </p:nvPr>
        </p:nvSpPr>
        <p:spPr/>
        <p:txBody>
          <a:bodyPr>
            <a:normAutofit/>
          </a:bodyPr>
          <a:lstStyle/>
          <a:p>
            <a:pPr>
              <a:buClr>
                <a:schemeClr val="tx1"/>
              </a:buClr>
              <a:buSzPct val="80000"/>
              <a:buFont typeface="Wingdings" pitchFamily="2" charset="2"/>
              <a:buChar char="§"/>
            </a:pPr>
            <a:r>
              <a:rPr lang="fr-BE" dirty="0">
                <a:cs typeface="Times New Roman" pitchFamily="18" charset="0"/>
              </a:rPr>
              <a:t>Le calcul de la durée d’occupation pour les intérims est limité au mois en cours plus 2 mois ;</a:t>
            </a:r>
          </a:p>
          <a:p>
            <a:pPr>
              <a:buClr>
                <a:schemeClr val="tx1"/>
              </a:buClr>
              <a:buFont typeface="Wingdings" pitchFamily="2" charset="2"/>
              <a:buChar char="§"/>
            </a:pPr>
            <a:r>
              <a:rPr lang="fr-BE" dirty="0">
                <a:cs typeface="Times New Roman" pitchFamily="18" charset="0"/>
              </a:rPr>
              <a:t>Si le bureau d’intérim ne paie pas le JF, ce dernier n’est pas nécessairement à charge du chômage : il faut examiner la situation et si nécessaire interpeller la centrale ou le PPI.</a:t>
            </a:r>
            <a:endParaRPr lang="fr-FR" sz="2400" dirty="0"/>
          </a:p>
        </p:txBody>
      </p:sp>
      <p:sp>
        <p:nvSpPr>
          <p:cNvPr id="4" name="Espace réservé du numéro de diapositive 3">
            <a:extLst>
              <a:ext uri="{FF2B5EF4-FFF2-40B4-BE49-F238E27FC236}">
                <a16:creationId xmlns:a16="http://schemas.microsoft.com/office/drawing/2014/main" id="{407400DC-E40E-4D87-BCCA-E6E44C92CCDF}"/>
              </a:ext>
            </a:extLst>
          </p:cNvPr>
          <p:cNvSpPr>
            <a:spLocks noGrp="1"/>
          </p:cNvSpPr>
          <p:nvPr>
            <p:ph type="sldNum" sz="quarter" idx="12"/>
          </p:nvPr>
        </p:nvSpPr>
        <p:spPr/>
        <p:txBody>
          <a:bodyPr/>
          <a:lstStyle/>
          <a:p>
            <a:fld id="{55E9056B-6A30-4F99-BDE9-C450E66AE125}" type="slidenum">
              <a:rPr lang="fr-FR" smtClean="0"/>
              <a:pPr/>
              <a:t>13</a:t>
            </a:fld>
            <a:endParaRPr lang="fr-FR"/>
          </a:p>
        </p:txBody>
      </p:sp>
    </p:spTree>
    <p:extLst>
      <p:ext uri="{BB962C8B-B14F-4D97-AF65-F5344CB8AC3E}">
        <p14:creationId xmlns:p14="http://schemas.microsoft.com/office/powerpoint/2010/main" val="497309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cs typeface="Times New Roman" pitchFamily="18" charset="0"/>
              </a:rPr>
              <a:t>JF &amp; chômage temporaire</a:t>
            </a:r>
          </a:p>
        </p:txBody>
      </p:sp>
      <p:sp>
        <p:nvSpPr>
          <p:cNvPr id="3" name="Espace réservé du contenu 2"/>
          <p:cNvSpPr>
            <a:spLocks noGrp="1"/>
          </p:cNvSpPr>
          <p:nvPr>
            <p:ph idx="1"/>
          </p:nvPr>
        </p:nvSpPr>
        <p:spPr>
          <a:xfrm>
            <a:off x="457200" y="1417638"/>
            <a:ext cx="8229600" cy="4938712"/>
          </a:xfrm>
        </p:spPr>
        <p:txBody>
          <a:bodyPr>
            <a:normAutofit fontScale="92500" lnSpcReduction="20000"/>
          </a:bodyPr>
          <a:lstStyle/>
          <a:p>
            <a:pPr>
              <a:buFont typeface="Wingdings" pitchFamily="2" charset="2"/>
              <a:buChar char="§"/>
            </a:pPr>
            <a:r>
              <a:rPr lang="fr-BE" sz="2700" dirty="0">
                <a:cs typeface="Times New Roman" pitchFamily="18" charset="0"/>
                <a:sym typeface="Wingdings" pitchFamily="2" charset="2"/>
              </a:rPr>
              <a:t>L’employeur est tenu au paiement de la rémunération normale pour chaque JF coïncidant avec un jour de chômage temporaire ;</a:t>
            </a:r>
          </a:p>
          <a:p>
            <a:pPr>
              <a:buFont typeface="Wingdings" pitchFamily="2" charset="2"/>
              <a:buChar char="§"/>
            </a:pPr>
            <a:r>
              <a:rPr lang="fr-FR" sz="2700" dirty="0">
                <a:cs typeface="Times New Roman" pitchFamily="18" charset="0"/>
                <a:sym typeface="Wingdings" pitchFamily="2" charset="2"/>
              </a:rPr>
              <a:t>Un jour férié situé un samedi ou dimanche est automatiquement reporté au </a:t>
            </a:r>
            <a:r>
              <a:rPr lang="fr-FR" sz="2700" b="1" dirty="0">
                <a:solidFill>
                  <a:srgbClr val="C00000"/>
                </a:solidFill>
                <a:cs typeface="Times New Roman" pitchFamily="18" charset="0"/>
                <a:sym typeface="Wingdings" pitchFamily="2" charset="2"/>
              </a:rPr>
              <a:t>lundi qui suit </a:t>
            </a:r>
            <a:r>
              <a:rPr lang="fr-FR" sz="2700" dirty="0">
                <a:cs typeface="Times New Roman" pitchFamily="18" charset="0"/>
                <a:sym typeface="Wingdings" pitchFamily="2" charset="2"/>
              </a:rPr>
              <a:t>;</a:t>
            </a:r>
            <a:endParaRPr lang="fr-BE" sz="2700" dirty="0">
              <a:cs typeface="Times New Roman" pitchFamily="18" charset="0"/>
              <a:sym typeface="Wingdings" pitchFamily="2" charset="2"/>
            </a:endParaRPr>
          </a:p>
          <a:p>
            <a:pPr lvl="1">
              <a:buFont typeface="Wingdings" panose="05000000000000000000" pitchFamily="2" charset="2"/>
              <a:buChar char="Ø"/>
            </a:pPr>
            <a:r>
              <a:rPr lang="fr-BE" sz="2500" dirty="0">
                <a:cs typeface="Times New Roman" pitchFamily="18" charset="0"/>
              </a:rPr>
              <a:t>L’employeur est tenu d’indiquer le jour férié de remplacement dans le cas où du CT est déclaré le lundi</a:t>
            </a:r>
          </a:p>
          <a:p>
            <a:pPr lvl="1">
              <a:buFont typeface="Wingdings" panose="05000000000000000000" pitchFamily="2" charset="2"/>
              <a:buChar char="Ø"/>
            </a:pPr>
            <a:r>
              <a:rPr lang="fr-BE" sz="2500" b="1" dirty="0">
                <a:cs typeface="Times New Roman" pitchFamily="18" charset="0"/>
              </a:rPr>
              <a:t>3 possibilités</a:t>
            </a:r>
            <a:r>
              <a:rPr lang="fr-BE" sz="2500" dirty="0">
                <a:cs typeface="Times New Roman" pitchFamily="18" charset="0"/>
              </a:rPr>
              <a:t>:</a:t>
            </a:r>
          </a:p>
          <a:p>
            <a:pPr lvl="2">
              <a:buFont typeface="Wingdings" panose="05000000000000000000" pitchFamily="2" charset="2"/>
              <a:buChar char="v"/>
            </a:pPr>
            <a:r>
              <a:rPr lang="fr-BE" sz="2000" dirty="0">
                <a:cs typeface="Times New Roman" pitchFamily="18" charset="0"/>
              </a:rPr>
              <a:t> </a:t>
            </a:r>
            <a:r>
              <a:rPr lang="fr-BE" dirty="0">
                <a:solidFill>
                  <a:srgbClr val="000000"/>
                </a:solidFill>
              </a:rPr>
              <a:t>soit le jour de remplacement effectif,</a:t>
            </a:r>
          </a:p>
          <a:p>
            <a:pPr lvl="2">
              <a:buFont typeface="Wingdings" panose="05000000000000000000" pitchFamily="2" charset="2"/>
              <a:buChar char="v"/>
            </a:pPr>
            <a:r>
              <a:rPr lang="fr-BE" dirty="0">
                <a:solidFill>
                  <a:srgbClr val="000000"/>
                </a:solidFill>
              </a:rPr>
              <a:t>soit que le jour férié tombant dans le weekend n’est pas remplacé parce qu’il s’agissait d’un jour normal d’activité (l’employeur indique dans ce cas comme jour de remplacement la date du jour férié), </a:t>
            </a:r>
          </a:p>
          <a:p>
            <a:pPr lvl="2">
              <a:buFont typeface="Wingdings" panose="05000000000000000000" pitchFamily="2" charset="2"/>
              <a:buChar char="v"/>
            </a:pPr>
            <a:r>
              <a:rPr lang="fr-BE" dirty="0">
                <a:solidFill>
                  <a:srgbClr val="000000"/>
                </a:solidFill>
              </a:rPr>
              <a:t>soit que le jour de remplacement peut être choisi librement. Dans ce cas l’employeur introduit la date fictive 31.12.9999.</a:t>
            </a:r>
            <a:endParaRPr lang="fr-BE" dirty="0">
              <a:cs typeface="Times New Roman" pitchFamily="18" charset="0"/>
            </a:endParaRPr>
          </a:p>
        </p:txBody>
      </p:sp>
      <p:sp>
        <p:nvSpPr>
          <p:cNvPr id="4" name="Espace réservé du numéro de diapositive 3">
            <a:extLst>
              <a:ext uri="{FF2B5EF4-FFF2-40B4-BE49-F238E27FC236}">
                <a16:creationId xmlns:a16="http://schemas.microsoft.com/office/drawing/2014/main" id="{6D33D46D-C135-4595-BDAC-C91B65F67D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468188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10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1B33FF-6F98-448E-9ABF-A9B198F1BC09}"/>
              </a:ext>
            </a:extLst>
          </p:cNvPr>
          <p:cNvSpPr>
            <a:spLocks noGrp="1"/>
          </p:cNvSpPr>
          <p:nvPr>
            <p:ph type="title"/>
          </p:nvPr>
        </p:nvSpPr>
        <p:spPr/>
        <p:txBody>
          <a:bodyPr/>
          <a:lstStyle/>
          <a:p>
            <a:pPr algn="r"/>
            <a:r>
              <a:rPr lang="fr-BE" b="1" i="1" dirty="0"/>
              <a:t>Exemple</a:t>
            </a:r>
          </a:p>
        </p:txBody>
      </p:sp>
      <p:sp>
        <p:nvSpPr>
          <p:cNvPr id="3" name="Espace réservé du contenu 2">
            <a:extLst>
              <a:ext uri="{FF2B5EF4-FFF2-40B4-BE49-F238E27FC236}">
                <a16:creationId xmlns:a16="http://schemas.microsoft.com/office/drawing/2014/main" id="{E7CD7349-EE58-41C9-A33A-526D35230F36}"/>
              </a:ext>
            </a:extLst>
          </p:cNvPr>
          <p:cNvSpPr>
            <a:spLocks noGrp="1"/>
          </p:cNvSpPr>
          <p:nvPr>
            <p:ph idx="1"/>
          </p:nvPr>
        </p:nvSpPr>
        <p:spPr>
          <a:xfrm>
            <a:off x="457200" y="1417638"/>
            <a:ext cx="8229600" cy="4708525"/>
          </a:xfrm>
        </p:spPr>
        <p:txBody>
          <a:bodyPr>
            <a:normAutofit/>
          </a:bodyPr>
          <a:lstStyle/>
          <a:p>
            <a:pPr>
              <a:buFont typeface="Wingdings" panose="05000000000000000000" pitchFamily="2" charset="2"/>
              <a:buChar char="§"/>
            </a:pPr>
            <a:r>
              <a:rPr lang="fr-BE" sz="2800" dirty="0"/>
              <a:t>Contrat 38h/semaine du lundi au vendredi </a:t>
            </a:r>
          </a:p>
          <a:p>
            <a:pPr marL="0" indent="0">
              <a:buNone/>
            </a:pPr>
            <a:r>
              <a:rPr lang="fr-BE" sz="2800" dirty="0"/>
              <a:t>Au mois de 08/23, l’employeur renseigne du CE du 14.08.2023 au 18.08.2023</a:t>
            </a:r>
          </a:p>
          <a:p>
            <a:pPr>
              <a:buFont typeface="Wingdings" panose="05000000000000000000" pitchFamily="2" charset="2"/>
              <a:buChar char="Ø"/>
            </a:pPr>
            <a:r>
              <a:rPr lang="fr-BE" sz="2800" dirty="0"/>
              <a:t>Peut-on payer les 38h de CE ?</a:t>
            </a:r>
          </a:p>
          <a:p>
            <a:pPr marL="0" indent="0">
              <a:buNone/>
            </a:pPr>
            <a:endParaRPr lang="fr-BE" sz="2800" dirty="0"/>
          </a:p>
          <a:p>
            <a:pPr>
              <a:buFont typeface="Wingdings" panose="05000000000000000000" pitchFamily="2" charset="2"/>
              <a:buChar char="Ø"/>
            </a:pPr>
            <a:endParaRPr lang="fr-BE" sz="2800" dirty="0"/>
          </a:p>
          <a:p>
            <a:pPr marL="0" indent="0">
              <a:buNone/>
            </a:pPr>
            <a:endParaRPr lang="fr-BE" sz="2800" dirty="0"/>
          </a:p>
        </p:txBody>
      </p:sp>
      <p:sp>
        <p:nvSpPr>
          <p:cNvPr id="4" name="Espace réservé du numéro de diapositive 3">
            <a:extLst>
              <a:ext uri="{FF2B5EF4-FFF2-40B4-BE49-F238E27FC236}">
                <a16:creationId xmlns:a16="http://schemas.microsoft.com/office/drawing/2014/main" id="{7468B06A-0D68-4505-A89E-162F9B98AA2E}"/>
              </a:ext>
            </a:extLst>
          </p:cNvPr>
          <p:cNvSpPr>
            <a:spLocks noGrp="1"/>
          </p:cNvSpPr>
          <p:nvPr>
            <p:ph type="sldNum" sz="quarter" idx="12"/>
          </p:nvPr>
        </p:nvSpPr>
        <p:spPr/>
        <p:txBody>
          <a:bodyPr/>
          <a:lstStyle/>
          <a:p>
            <a:fld id="{55E9056B-6A30-4F99-BDE9-C450E66AE125}" type="slidenum">
              <a:rPr lang="fr-FR" smtClean="0"/>
              <a:pPr/>
              <a:t>15</a:t>
            </a:fld>
            <a:endParaRPr lang="fr-FR"/>
          </a:p>
        </p:txBody>
      </p:sp>
      <p:graphicFrame>
        <p:nvGraphicFramePr>
          <p:cNvPr id="5" name="Tableau 5">
            <a:extLst>
              <a:ext uri="{FF2B5EF4-FFF2-40B4-BE49-F238E27FC236}">
                <a16:creationId xmlns:a16="http://schemas.microsoft.com/office/drawing/2014/main" id="{E14E73FA-2108-4216-AAA0-7C56CB223EBD}"/>
              </a:ext>
            </a:extLst>
          </p:cNvPr>
          <p:cNvGraphicFramePr>
            <a:graphicFrameLocks noGrp="1"/>
          </p:cNvGraphicFramePr>
          <p:nvPr>
            <p:extLst>
              <p:ext uri="{D42A27DB-BD31-4B8C-83A1-F6EECF244321}">
                <p14:modId xmlns:p14="http://schemas.microsoft.com/office/powerpoint/2010/main" val="3282670866"/>
              </p:ext>
            </p:extLst>
          </p:nvPr>
        </p:nvGraphicFramePr>
        <p:xfrm>
          <a:off x="251520" y="3443507"/>
          <a:ext cx="8640961" cy="1010920"/>
        </p:xfrm>
        <a:graphic>
          <a:graphicData uri="http://schemas.openxmlformats.org/drawingml/2006/table">
            <a:tbl>
              <a:tblPr firstRow="1" bandRow="1">
                <a:tableStyleId>{F5AB1C69-6EDB-4FF4-983F-18BD219EF322}</a:tableStyleId>
              </a:tblPr>
              <a:tblGrid>
                <a:gridCol w="1234423">
                  <a:extLst>
                    <a:ext uri="{9D8B030D-6E8A-4147-A177-3AD203B41FA5}">
                      <a16:colId xmlns:a16="http://schemas.microsoft.com/office/drawing/2014/main" val="2907748335"/>
                    </a:ext>
                  </a:extLst>
                </a:gridCol>
                <a:gridCol w="1234423">
                  <a:extLst>
                    <a:ext uri="{9D8B030D-6E8A-4147-A177-3AD203B41FA5}">
                      <a16:colId xmlns:a16="http://schemas.microsoft.com/office/drawing/2014/main" val="624564211"/>
                    </a:ext>
                  </a:extLst>
                </a:gridCol>
                <a:gridCol w="1234423">
                  <a:extLst>
                    <a:ext uri="{9D8B030D-6E8A-4147-A177-3AD203B41FA5}">
                      <a16:colId xmlns:a16="http://schemas.microsoft.com/office/drawing/2014/main" val="2384922631"/>
                    </a:ext>
                  </a:extLst>
                </a:gridCol>
                <a:gridCol w="1234423">
                  <a:extLst>
                    <a:ext uri="{9D8B030D-6E8A-4147-A177-3AD203B41FA5}">
                      <a16:colId xmlns:a16="http://schemas.microsoft.com/office/drawing/2014/main" val="2858584383"/>
                    </a:ext>
                  </a:extLst>
                </a:gridCol>
                <a:gridCol w="1234423">
                  <a:extLst>
                    <a:ext uri="{9D8B030D-6E8A-4147-A177-3AD203B41FA5}">
                      <a16:colId xmlns:a16="http://schemas.microsoft.com/office/drawing/2014/main" val="2910754570"/>
                    </a:ext>
                  </a:extLst>
                </a:gridCol>
                <a:gridCol w="1234423">
                  <a:extLst>
                    <a:ext uri="{9D8B030D-6E8A-4147-A177-3AD203B41FA5}">
                      <a16:colId xmlns:a16="http://schemas.microsoft.com/office/drawing/2014/main" val="3985642938"/>
                    </a:ext>
                  </a:extLst>
                </a:gridCol>
                <a:gridCol w="1234423">
                  <a:extLst>
                    <a:ext uri="{9D8B030D-6E8A-4147-A177-3AD203B41FA5}">
                      <a16:colId xmlns:a16="http://schemas.microsoft.com/office/drawing/2014/main" val="137586619"/>
                    </a:ext>
                  </a:extLst>
                </a:gridCol>
              </a:tblGrid>
              <a:tr h="370840">
                <a:tc>
                  <a:txBody>
                    <a:bodyPr/>
                    <a:lstStyle/>
                    <a:p>
                      <a:pPr algn="ctr"/>
                      <a:r>
                        <a:rPr lang="fr-BE" dirty="0"/>
                        <a:t>Lundi 14/08</a:t>
                      </a:r>
                    </a:p>
                  </a:txBody>
                  <a:tcPr/>
                </a:tc>
                <a:tc>
                  <a:txBody>
                    <a:bodyPr/>
                    <a:lstStyle/>
                    <a:p>
                      <a:pPr algn="ctr"/>
                      <a:r>
                        <a:rPr lang="fr-BE" dirty="0"/>
                        <a:t>Mardi 15/08</a:t>
                      </a:r>
                    </a:p>
                  </a:txBody>
                  <a:tcPr/>
                </a:tc>
                <a:tc>
                  <a:txBody>
                    <a:bodyPr/>
                    <a:lstStyle/>
                    <a:p>
                      <a:pPr algn="ctr"/>
                      <a:r>
                        <a:rPr lang="fr-BE" dirty="0"/>
                        <a:t>Mercredi 16/08</a:t>
                      </a:r>
                    </a:p>
                  </a:txBody>
                  <a:tcPr/>
                </a:tc>
                <a:tc>
                  <a:txBody>
                    <a:bodyPr/>
                    <a:lstStyle/>
                    <a:p>
                      <a:pPr algn="ctr"/>
                      <a:r>
                        <a:rPr lang="fr-BE" dirty="0"/>
                        <a:t> Jeudi 17/08</a:t>
                      </a:r>
                    </a:p>
                  </a:txBody>
                  <a:tcPr/>
                </a:tc>
                <a:tc>
                  <a:txBody>
                    <a:bodyPr/>
                    <a:lstStyle/>
                    <a:p>
                      <a:pPr algn="ctr"/>
                      <a:r>
                        <a:rPr lang="fr-BE" dirty="0"/>
                        <a:t>Vendredi 19/08</a:t>
                      </a:r>
                    </a:p>
                  </a:txBody>
                  <a:tcPr/>
                </a:tc>
                <a:tc>
                  <a:txBody>
                    <a:bodyPr/>
                    <a:lstStyle/>
                    <a:p>
                      <a:pPr algn="ctr"/>
                      <a:r>
                        <a:rPr lang="fr-BE" dirty="0"/>
                        <a:t>Samedi 20/08</a:t>
                      </a:r>
                    </a:p>
                  </a:txBody>
                  <a:tcPr/>
                </a:tc>
                <a:tc>
                  <a:txBody>
                    <a:bodyPr/>
                    <a:lstStyle/>
                    <a:p>
                      <a:pPr algn="ctr"/>
                      <a:r>
                        <a:rPr lang="fr-BE" dirty="0"/>
                        <a:t>Dimanche 21/08</a:t>
                      </a:r>
                    </a:p>
                  </a:txBody>
                  <a:tcPr/>
                </a:tc>
                <a:extLst>
                  <a:ext uri="{0D108BD9-81ED-4DB2-BD59-A6C34878D82A}">
                    <a16:rowId xmlns:a16="http://schemas.microsoft.com/office/drawing/2014/main" val="916519767"/>
                  </a:ext>
                </a:extLst>
              </a:tr>
              <a:tr h="370840">
                <a:tc>
                  <a:txBody>
                    <a:bodyPr/>
                    <a:lstStyle/>
                    <a:p>
                      <a:pPr algn="ctr"/>
                      <a:r>
                        <a:rPr lang="fr-BE" b="1" dirty="0"/>
                        <a:t>8</a:t>
                      </a:r>
                    </a:p>
                  </a:txBody>
                  <a:tcPr/>
                </a:tc>
                <a:tc>
                  <a:txBody>
                    <a:bodyPr/>
                    <a:lstStyle/>
                    <a:p>
                      <a:pPr algn="ctr"/>
                      <a:r>
                        <a:rPr lang="fr-BE" b="1" dirty="0"/>
                        <a:t>8</a:t>
                      </a:r>
                    </a:p>
                  </a:txBody>
                  <a:tcPr/>
                </a:tc>
                <a:tc>
                  <a:txBody>
                    <a:bodyPr/>
                    <a:lstStyle/>
                    <a:p>
                      <a:pPr algn="ctr"/>
                      <a:r>
                        <a:rPr lang="fr-BE" b="1" dirty="0"/>
                        <a:t>8</a:t>
                      </a:r>
                    </a:p>
                  </a:txBody>
                  <a:tcPr/>
                </a:tc>
                <a:tc>
                  <a:txBody>
                    <a:bodyPr/>
                    <a:lstStyle/>
                    <a:p>
                      <a:pPr algn="ctr"/>
                      <a:r>
                        <a:rPr lang="fr-BE" b="1" dirty="0"/>
                        <a:t>8</a:t>
                      </a:r>
                    </a:p>
                  </a:txBody>
                  <a:tcPr/>
                </a:tc>
                <a:tc>
                  <a:txBody>
                    <a:bodyPr/>
                    <a:lstStyle/>
                    <a:p>
                      <a:pPr algn="ctr"/>
                      <a:r>
                        <a:rPr lang="fr-BE" b="1" dirty="0"/>
                        <a:t>6 </a:t>
                      </a:r>
                    </a:p>
                  </a:txBody>
                  <a:tcPr/>
                </a:tc>
                <a:tc>
                  <a:txBody>
                    <a:bodyPr/>
                    <a:lstStyle/>
                    <a:p>
                      <a:endParaRPr lang="fr-BE" dirty="0"/>
                    </a:p>
                  </a:txBody>
                  <a:tcPr/>
                </a:tc>
                <a:tc>
                  <a:txBody>
                    <a:bodyPr/>
                    <a:lstStyle/>
                    <a:p>
                      <a:endParaRPr lang="fr-BE" dirty="0"/>
                    </a:p>
                  </a:txBody>
                  <a:tcPr/>
                </a:tc>
                <a:extLst>
                  <a:ext uri="{0D108BD9-81ED-4DB2-BD59-A6C34878D82A}">
                    <a16:rowId xmlns:a16="http://schemas.microsoft.com/office/drawing/2014/main" val="4181119526"/>
                  </a:ext>
                </a:extLst>
              </a:tr>
            </a:tbl>
          </a:graphicData>
        </a:graphic>
      </p:graphicFrame>
    </p:spTree>
    <p:extLst>
      <p:ext uri="{BB962C8B-B14F-4D97-AF65-F5344CB8AC3E}">
        <p14:creationId xmlns:p14="http://schemas.microsoft.com/office/powerpoint/2010/main" val="3374238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DF5FDC-CCB1-4080-AFEB-63E52156614B}"/>
              </a:ext>
            </a:extLst>
          </p:cNvPr>
          <p:cNvSpPr>
            <a:spLocks noGrp="1"/>
          </p:cNvSpPr>
          <p:nvPr>
            <p:ph type="title"/>
          </p:nvPr>
        </p:nvSpPr>
        <p:spPr/>
        <p:txBody>
          <a:bodyPr/>
          <a:lstStyle/>
          <a:p>
            <a:pPr algn="r"/>
            <a:r>
              <a:rPr lang="fr-BE" b="1" i="1" dirty="0"/>
              <a:t>Exemple</a:t>
            </a:r>
          </a:p>
        </p:txBody>
      </p:sp>
      <p:sp>
        <p:nvSpPr>
          <p:cNvPr id="3" name="Espace réservé du contenu 2">
            <a:extLst>
              <a:ext uri="{FF2B5EF4-FFF2-40B4-BE49-F238E27FC236}">
                <a16:creationId xmlns:a16="http://schemas.microsoft.com/office/drawing/2014/main" id="{1CA7754F-E980-444F-B90F-2596EE39CB74}"/>
              </a:ext>
            </a:extLst>
          </p:cNvPr>
          <p:cNvSpPr>
            <a:spLocks noGrp="1"/>
          </p:cNvSpPr>
          <p:nvPr>
            <p:ph idx="1"/>
          </p:nvPr>
        </p:nvSpPr>
        <p:spPr>
          <a:xfrm>
            <a:off x="457200" y="1417638"/>
            <a:ext cx="8229600" cy="4708525"/>
          </a:xfrm>
        </p:spPr>
        <p:txBody>
          <a:bodyPr>
            <a:normAutofit/>
          </a:bodyPr>
          <a:lstStyle/>
          <a:p>
            <a:r>
              <a:rPr lang="fr-BE" sz="2800" dirty="0"/>
              <a:t>Contrat 40h/semaine du lundi au vendredi</a:t>
            </a:r>
          </a:p>
          <a:p>
            <a:pPr marL="0" indent="0">
              <a:buNone/>
            </a:pPr>
            <a:r>
              <a:rPr lang="fr-BE" sz="2800" dirty="0"/>
              <a:t>Au mois de 11/2023, l’employeur renseigne du CE du 13.11.2023 au 15.11.2023</a:t>
            </a:r>
          </a:p>
          <a:p>
            <a:pPr>
              <a:buFont typeface="Wingdings" panose="05000000000000000000" pitchFamily="2" charset="2"/>
              <a:buChar char="Ø"/>
            </a:pPr>
            <a:r>
              <a:rPr lang="fr-BE" sz="2800" dirty="0"/>
              <a:t>Peut-on payer les 24h de CE ?</a:t>
            </a:r>
          </a:p>
          <a:p>
            <a:pPr>
              <a:buFont typeface="Wingdings" panose="05000000000000000000" pitchFamily="2" charset="2"/>
              <a:buChar char="Ø"/>
            </a:pPr>
            <a:endParaRPr lang="fr-BE" sz="2800" dirty="0"/>
          </a:p>
          <a:p>
            <a:pPr>
              <a:buFont typeface="Wingdings" panose="05000000000000000000" pitchFamily="2" charset="2"/>
              <a:buChar char="Ø"/>
            </a:pPr>
            <a:endParaRPr lang="fr-BE" sz="2800" dirty="0"/>
          </a:p>
          <a:p>
            <a:pPr marL="0" indent="0">
              <a:buNone/>
            </a:pPr>
            <a:endParaRPr lang="fr-BE" sz="2800" dirty="0"/>
          </a:p>
        </p:txBody>
      </p:sp>
      <p:sp>
        <p:nvSpPr>
          <p:cNvPr id="4" name="Espace réservé du numéro de diapositive 3">
            <a:extLst>
              <a:ext uri="{FF2B5EF4-FFF2-40B4-BE49-F238E27FC236}">
                <a16:creationId xmlns:a16="http://schemas.microsoft.com/office/drawing/2014/main" id="{F7690097-0BCA-4E5C-A6F7-A8824A294EFE}"/>
              </a:ext>
            </a:extLst>
          </p:cNvPr>
          <p:cNvSpPr>
            <a:spLocks noGrp="1"/>
          </p:cNvSpPr>
          <p:nvPr>
            <p:ph type="sldNum" sz="quarter" idx="12"/>
          </p:nvPr>
        </p:nvSpPr>
        <p:spPr/>
        <p:txBody>
          <a:bodyPr/>
          <a:lstStyle/>
          <a:p>
            <a:fld id="{55E9056B-6A30-4F99-BDE9-C450E66AE125}" type="slidenum">
              <a:rPr lang="fr-FR" smtClean="0"/>
              <a:pPr/>
              <a:t>16</a:t>
            </a:fld>
            <a:endParaRPr lang="fr-FR"/>
          </a:p>
        </p:txBody>
      </p:sp>
      <p:graphicFrame>
        <p:nvGraphicFramePr>
          <p:cNvPr id="5" name="Tableau 5">
            <a:extLst>
              <a:ext uri="{FF2B5EF4-FFF2-40B4-BE49-F238E27FC236}">
                <a16:creationId xmlns:a16="http://schemas.microsoft.com/office/drawing/2014/main" id="{4218720A-EC75-4788-BFFD-56B83F74549C}"/>
              </a:ext>
            </a:extLst>
          </p:cNvPr>
          <p:cNvGraphicFramePr>
            <a:graphicFrameLocks noGrp="1"/>
          </p:cNvGraphicFramePr>
          <p:nvPr>
            <p:extLst>
              <p:ext uri="{D42A27DB-BD31-4B8C-83A1-F6EECF244321}">
                <p14:modId xmlns:p14="http://schemas.microsoft.com/office/powerpoint/2010/main" val="3166468901"/>
              </p:ext>
            </p:extLst>
          </p:nvPr>
        </p:nvGraphicFramePr>
        <p:xfrm>
          <a:off x="457200" y="3432681"/>
          <a:ext cx="8435280" cy="1010920"/>
        </p:xfrm>
        <a:graphic>
          <a:graphicData uri="http://schemas.openxmlformats.org/drawingml/2006/table">
            <a:tbl>
              <a:tblPr firstRow="1" bandRow="1">
                <a:tableStyleId>{F5AB1C69-6EDB-4FF4-983F-18BD219EF322}</a:tableStyleId>
              </a:tblPr>
              <a:tblGrid>
                <a:gridCol w="1205040">
                  <a:extLst>
                    <a:ext uri="{9D8B030D-6E8A-4147-A177-3AD203B41FA5}">
                      <a16:colId xmlns:a16="http://schemas.microsoft.com/office/drawing/2014/main" val="4028565861"/>
                    </a:ext>
                  </a:extLst>
                </a:gridCol>
                <a:gridCol w="1205040">
                  <a:extLst>
                    <a:ext uri="{9D8B030D-6E8A-4147-A177-3AD203B41FA5}">
                      <a16:colId xmlns:a16="http://schemas.microsoft.com/office/drawing/2014/main" val="2249326621"/>
                    </a:ext>
                  </a:extLst>
                </a:gridCol>
                <a:gridCol w="1205040">
                  <a:extLst>
                    <a:ext uri="{9D8B030D-6E8A-4147-A177-3AD203B41FA5}">
                      <a16:colId xmlns:a16="http://schemas.microsoft.com/office/drawing/2014/main" val="2158518746"/>
                    </a:ext>
                  </a:extLst>
                </a:gridCol>
                <a:gridCol w="1205040">
                  <a:extLst>
                    <a:ext uri="{9D8B030D-6E8A-4147-A177-3AD203B41FA5}">
                      <a16:colId xmlns:a16="http://schemas.microsoft.com/office/drawing/2014/main" val="3016708655"/>
                    </a:ext>
                  </a:extLst>
                </a:gridCol>
                <a:gridCol w="1205040">
                  <a:extLst>
                    <a:ext uri="{9D8B030D-6E8A-4147-A177-3AD203B41FA5}">
                      <a16:colId xmlns:a16="http://schemas.microsoft.com/office/drawing/2014/main" val="2739217551"/>
                    </a:ext>
                  </a:extLst>
                </a:gridCol>
                <a:gridCol w="1205040">
                  <a:extLst>
                    <a:ext uri="{9D8B030D-6E8A-4147-A177-3AD203B41FA5}">
                      <a16:colId xmlns:a16="http://schemas.microsoft.com/office/drawing/2014/main" val="2878215040"/>
                    </a:ext>
                  </a:extLst>
                </a:gridCol>
                <a:gridCol w="1205040">
                  <a:extLst>
                    <a:ext uri="{9D8B030D-6E8A-4147-A177-3AD203B41FA5}">
                      <a16:colId xmlns:a16="http://schemas.microsoft.com/office/drawing/2014/main" val="321883461"/>
                    </a:ext>
                  </a:extLst>
                </a:gridCol>
              </a:tblGrid>
              <a:tr h="370840">
                <a:tc>
                  <a:txBody>
                    <a:bodyPr/>
                    <a:lstStyle/>
                    <a:p>
                      <a:pPr algn="ctr"/>
                      <a:r>
                        <a:rPr lang="fr-BE" dirty="0"/>
                        <a:t>Samedi 11/11</a:t>
                      </a:r>
                    </a:p>
                  </a:txBody>
                  <a:tcPr/>
                </a:tc>
                <a:tc>
                  <a:txBody>
                    <a:bodyPr/>
                    <a:lstStyle/>
                    <a:p>
                      <a:pPr algn="ctr"/>
                      <a:r>
                        <a:rPr lang="fr-BE" dirty="0"/>
                        <a:t>Dimanche 12/11</a:t>
                      </a:r>
                    </a:p>
                  </a:txBody>
                  <a:tcPr/>
                </a:tc>
                <a:tc>
                  <a:txBody>
                    <a:bodyPr/>
                    <a:lstStyle/>
                    <a:p>
                      <a:pPr algn="ctr"/>
                      <a:r>
                        <a:rPr lang="fr-BE" dirty="0"/>
                        <a:t>Lundi 13/11</a:t>
                      </a:r>
                    </a:p>
                  </a:txBody>
                  <a:tcPr/>
                </a:tc>
                <a:tc>
                  <a:txBody>
                    <a:bodyPr/>
                    <a:lstStyle/>
                    <a:p>
                      <a:pPr algn="ctr"/>
                      <a:r>
                        <a:rPr lang="fr-BE" dirty="0"/>
                        <a:t>Mardi 14/11</a:t>
                      </a:r>
                    </a:p>
                  </a:txBody>
                  <a:tcPr/>
                </a:tc>
                <a:tc>
                  <a:txBody>
                    <a:bodyPr/>
                    <a:lstStyle/>
                    <a:p>
                      <a:pPr algn="ctr"/>
                      <a:r>
                        <a:rPr lang="fr-BE" dirty="0"/>
                        <a:t>Mercredi 15/11 </a:t>
                      </a:r>
                    </a:p>
                  </a:txBody>
                  <a:tcPr/>
                </a:tc>
                <a:tc>
                  <a:txBody>
                    <a:bodyPr/>
                    <a:lstStyle/>
                    <a:p>
                      <a:pPr algn="ctr"/>
                      <a:r>
                        <a:rPr lang="fr-BE" dirty="0"/>
                        <a:t>Jeudi 16/11</a:t>
                      </a:r>
                    </a:p>
                  </a:txBody>
                  <a:tcPr/>
                </a:tc>
                <a:tc>
                  <a:txBody>
                    <a:bodyPr/>
                    <a:lstStyle/>
                    <a:p>
                      <a:pPr algn="ctr"/>
                      <a:r>
                        <a:rPr lang="fr-BE" dirty="0"/>
                        <a:t>Vendredi 17/11</a:t>
                      </a:r>
                    </a:p>
                  </a:txBody>
                  <a:tcPr/>
                </a:tc>
                <a:extLst>
                  <a:ext uri="{0D108BD9-81ED-4DB2-BD59-A6C34878D82A}">
                    <a16:rowId xmlns:a16="http://schemas.microsoft.com/office/drawing/2014/main" val="3407417359"/>
                  </a:ext>
                </a:extLst>
              </a:tr>
              <a:tr h="370840">
                <a:tc>
                  <a:txBody>
                    <a:bodyPr/>
                    <a:lstStyle/>
                    <a:p>
                      <a:endParaRPr lang="fr-BE" dirty="0"/>
                    </a:p>
                  </a:txBody>
                  <a:tcPr/>
                </a:tc>
                <a:tc>
                  <a:txBody>
                    <a:bodyPr/>
                    <a:lstStyle/>
                    <a:p>
                      <a:pPr algn="ctr"/>
                      <a:endParaRPr lang="fr-BE" b="1" dirty="0"/>
                    </a:p>
                  </a:txBody>
                  <a:tcPr/>
                </a:tc>
                <a:tc>
                  <a:txBody>
                    <a:bodyPr/>
                    <a:lstStyle/>
                    <a:p>
                      <a:pPr algn="ctr"/>
                      <a:r>
                        <a:rPr lang="fr-BE" b="1" dirty="0"/>
                        <a:t>8</a:t>
                      </a:r>
                    </a:p>
                  </a:txBody>
                  <a:tcPr/>
                </a:tc>
                <a:tc>
                  <a:txBody>
                    <a:bodyPr/>
                    <a:lstStyle/>
                    <a:p>
                      <a:pPr algn="ctr"/>
                      <a:r>
                        <a:rPr lang="fr-BE" b="1" dirty="0"/>
                        <a:t>8</a:t>
                      </a:r>
                    </a:p>
                  </a:txBody>
                  <a:tcPr/>
                </a:tc>
                <a:tc>
                  <a:txBody>
                    <a:bodyPr/>
                    <a:lstStyle/>
                    <a:p>
                      <a:pPr algn="ctr"/>
                      <a:r>
                        <a:rPr lang="fr-BE" b="1" dirty="0"/>
                        <a:t>8</a:t>
                      </a:r>
                    </a:p>
                  </a:txBody>
                  <a:tcPr/>
                </a:tc>
                <a:tc>
                  <a:txBody>
                    <a:bodyPr/>
                    <a:lstStyle/>
                    <a:p>
                      <a:endParaRPr lang="fr-BE"/>
                    </a:p>
                  </a:txBody>
                  <a:tcPr/>
                </a:tc>
                <a:tc>
                  <a:txBody>
                    <a:bodyPr/>
                    <a:lstStyle/>
                    <a:p>
                      <a:endParaRPr lang="fr-BE" dirty="0"/>
                    </a:p>
                  </a:txBody>
                  <a:tcPr/>
                </a:tc>
                <a:extLst>
                  <a:ext uri="{0D108BD9-81ED-4DB2-BD59-A6C34878D82A}">
                    <a16:rowId xmlns:a16="http://schemas.microsoft.com/office/drawing/2014/main" val="987586542"/>
                  </a:ext>
                </a:extLst>
              </a:tr>
            </a:tbl>
          </a:graphicData>
        </a:graphic>
      </p:graphicFrame>
    </p:spTree>
    <p:extLst>
      <p:ext uri="{BB962C8B-B14F-4D97-AF65-F5344CB8AC3E}">
        <p14:creationId xmlns:p14="http://schemas.microsoft.com/office/powerpoint/2010/main" val="280725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33B476-929D-42C6-9A78-01DFF88935D7}"/>
              </a:ext>
            </a:extLst>
          </p:cNvPr>
          <p:cNvSpPr>
            <a:spLocks noGrp="1"/>
          </p:cNvSpPr>
          <p:nvPr>
            <p:ph type="title"/>
          </p:nvPr>
        </p:nvSpPr>
        <p:spPr/>
        <p:txBody>
          <a:bodyPr/>
          <a:lstStyle/>
          <a:p>
            <a:pPr algn="r"/>
            <a:r>
              <a:rPr lang="fr-BE" b="1" i="1" dirty="0"/>
              <a:t>JF et chômage temporaire</a:t>
            </a:r>
          </a:p>
        </p:txBody>
      </p:sp>
      <p:sp>
        <p:nvSpPr>
          <p:cNvPr id="3" name="Espace réservé du contenu 2">
            <a:extLst>
              <a:ext uri="{FF2B5EF4-FFF2-40B4-BE49-F238E27FC236}">
                <a16:creationId xmlns:a16="http://schemas.microsoft.com/office/drawing/2014/main" id="{80C892E6-356A-407C-9BAA-2DD03FA136A2}"/>
              </a:ext>
            </a:extLst>
          </p:cNvPr>
          <p:cNvSpPr>
            <a:spLocks noGrp="1"/>
          </p:cNvSpPr>
          <p:nvPr>
            <p:ph idx="1"/>
          </p:nvPr>
        </p:nvSpPr>
        <p:spPr/>
        <p:txBody>
          <a:bodyPr>
            <a:normAutofit lnSpcReduction="10000"/>
          </a:bodyPr>
          <a:lstStyle/>
          <a:p>
            <a:pPr marL="0" indent="0">
              <a:buNone/>
            </a:pPr>
            <a:r>
              <a:rPr lang="fr-BE" dirty="0"/>
              <a:t>Pour les travailleurs occupé dans une </a:t>
            </a:r>
            <a:r>
              <a:rPr lang="fr-BE" b="1" dirty="0">
                <a:solidFill>
                  <a:srgbClr val="C00000"/>
                </a:solidFill>
              </a:rPr>
              <a:t>équipe de relais week-end</a:t>
            </a:r>
            <a:r>
              <a:rPr lang="fr-BE" dirty="0"/>
              <a:t>, le jour férié est considéré comme un jour de travail ordinaire.</a:t>
            </a:r>
          </a:p>
          <a:p>
            <a:pPr marL="0" indent="0">
              <a:buNone/>
            </a:pPr>
            <a:r>
              <a:rPr lang="fr-BE" dirty="0"/>
              <a:t>Ces travailleurs peuvent être en chômage temporaire en ayant </a:t>
            </a:r>
            <a:r>
              <a:rPr lang="fr-BE" b="1" dirty="0">
                <a:solidFill>
                  <a:srgbClr val="C00000"/>
                </a:solidFill>
              </a:rPr>
              <a:t>droit à une allocation </a:t>
            </a:r>
            <a:r>
              <a:rPr lang="fr-BE" dirty="0"/>
              <a:t>parce que les jours normaux de travail de ces travailleurs se situent justement les samedis, dimanches, jours fériés et leurs jours de remplacement.</a:t>
            </a:r>
          </a:p>
        </p:txBody>
      </p:sp>
      <p:sp>
        <p:nvSpPr>
          <p:cNvPr id="4" name="Espace réservé du numéro de diapositive 3">
            <a:extLst>
              <a:ext uri="{FF2B5EF4-FFF2-40B4-BE49-F238E27FC236}">
                <a16:creationId xmlns:a16="http://schemas.microsoft.com/office/drawing/2014/main" id="{42B1676B-26C7-4BED-8D3A-FDC8BE1DA3DC}"/>
              </a:ext>
            </a:extLst>
          </p:cNvPr>
          <p:cNvSpPr>
            <a:spLocks noGrp="1"/>
          </p:cNvSpPr>
          <p:nvPr>
            <p:ph type="sldNum" sz="quarter" idx="12"/>
          </p:nvPr>
        </p:nvSpPr>
        <p:spPr/>
        <p:txBody>
          <a:bodyPr/>
          <a:lstStyle/>
          <a:p>
            <a:fld id="{55E9056B-6A30-4F99-BDE9-C450E66AE125}" type="slidenum">
              <a:rPr lang="fr-FR" smtClean="0"/>
              <a:pPr/>
              <a:t>17</a:t>
            </a:fld>
            <a:endParaRPr lang="fr-FR"/>
          </a:p>
        </p:txBody>
      </p:sp>
    </p:spTree>
    <p:extLst>
      <p:ext uri="{BB962C8B-B14F-4D97-AF65-F5344CB8AC3E}">
        <p14:creationId xmlns:p14="http://schemas.microsoft.com/office/powerpoint/2010/main" val="47362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cs typeface="Times New Roman" pitchFamily="18" charset="0"/>
              </a:rPr>
              <a:t>JF et autres cas de suspension du contrat</a:t>
            </a:r>
          </a:p>
        </p:txBody>
      </p:sp>
      <p:sp>
        <p:nvSpPr>
          <p:cNvPr id="3" name="Espace réservé du contenu 2"/>
          <p:cNvSpPr>
            <a:spLocks noGrp="1"/>
          </p:cNvSpPr>
          <p:nvPr>
            <p:ph idx="1"/>
          </p:nvPr>
        </p:nvSpPr>
        <p:spPr>
          <a:xfrm>
            <a:off x="457200" y="1600200"/>
            <a:ext cx="8229600" cy="4756150"/>
          </a:xfrm>
        </p:spPr>
        <p:txBody>
          <a:bodyPr>
            <a:normAutofit/>
          </a:bodyPr>
          <a:lstStyle/>
          <a:p>
            <a:pPr>
              <a:buSzPct val="80000"/>
              <a:buNone/>
            </a:pPr>
            <a:r>
              <a:rPr lang="fr-BE" sz="2800" dirty="0"/>
              <a:t>La rémunération </a:t>
            </a:r>
            <a:r>
              <a:rPr lang="fr-BE" sz="2800" dirty="0">
                <a:cs typeface="Times New Roman" pitchFamily="18" charset="0"/>
              </a:rPr>
              <a:t>du JF par l’employeur est maintenue :</a:t>
            </a:r>
          </a:p>
          <a:p>
            <a:pPr>
              <a:buSzPct val="80000"/>
              <a:buNone/>
            </a:pPr>
            <a:endParaRPr lang="fr-BE" sz="2800" dirty="0">
              <a:cs typeface="Times New Roman" pitchFamily="18" charset="0"/>
            </a:endParaRPr>
          </a:p>
          <a:p>
            <a:pPr>
              <a:buSzPct val="80000"/>
              <a:buFont typeface="Wingdings" pitchFamily="2" charset="2"/>
              <a:buChar char="§"/>
            </a:pPr>
            <a:r>
              <a:rPr lang="fr-BE" sz="3000" dirty="0">
                <a:cs typeface="Times New Roman" pitchFamily="18" charset="0"/>
              </a:rPr>
              <a:t>Pendant une période de suspension de contrat pour fermeture d’entreprise pour </a:t>
            </a:r>
            <a:r>
              <a:rPr lang="fr-BE" sz="3000" b="1" dirty="0">
                <a:cs typeface="Times New Roman" pitchFamily="18" charset="0"/>
              </a:rPr>
              <a:t>vacances annuelles </a:t>
            </a:r>
            <a:r>
              <a:rPr lang="fr-BE" sz="2800" b="1" dirty="0">
                <a:cs typeface="Times New Roman" pitchFamily="18" charset="0"/>
              </a:rPr>
              <a:t>;</a:t>
            </a:r>
          </a:p>
          <a:p>
            <a:pPr>
              <a:buSzPct val="80000"/>
              <a:buFont typeface="Wingdings" pitchFamily="2" charset="2"/>
              <a:buChar char="§"/>
            </a:pPr>
            <a:r>
              <a:rPr lang="fr-BE" sz="3000" dirty="0">
                <a:cs typeface="Times New Roman" pitchFamily="18" charset="0"/>
              </a:rPr>
              <a:t>Dans une période de </a:t>
            </a:r>
            <a:r>
              <a:rPr lang="fr-BE" sz="3000" dirty="0">
                <a:solidFill>
                  <a:srgbClr val="C00000"/>
                </a:solidFill>
                <a:cs typeface="Times New Roman" pitchFamily="18" charset="0"/>
              </a:rPr>
              <a:t>30 jours calendrier </a:t>
            </a:r>
            <a:r>
              <a:rPr lang="fr-BE" sz="3000" dirty="0">
                <a:cs typeface="Times New Roman" pitchFamily="18" charset="0"/>
              </a:rPr>
              <a:t>lors d’une suspension pour cause d’</a:t>
            </a:r>
            <a:r>
              <a:rPr lang="fr-BE" sz="3000" b="1" dirty="0">
                <a:cs typeface="Times New Roman" pitchFamily="18" charset="0"/>
              </a:rPr>
              <a:t>incapacité</a:t>
            </a:r>
            <a:r>
              <a:rPr lang="fr-BE" sz="3000" dirty="0">
                <a:cs typeface="Times New Roman" pitchFamily="18" charset="0"/>
              </a:rPr>
              <a:t> </a:t>
            </a:r>
            <a:r>
              <a:rPr lang="fr-BE" sz="2800" dirty="0">
                <a:cs typeface="Times New Roman" pitchFamily="18" charset="0"/>
              </a:rPr>
              <a:t>;</a:t>
            </a:r>
          </a:p>
          <a:p>
            <a:pPr>
              <a:buSzPct val="80000"/>
              <a:buFont typeface="Wingdings" pitchFamily="2" charset="2"/>
              <a:buChar char="§"/>
            </a:pPr>
            <a:r>
              <a:rPr lang="fr-BE" sz="3000" dirty="0">
                <a:cs typeface="Times New Roman" pitchFamily="18" charset="0"/>
              </a:rPr>
              <a:t>Pendant les </a:t>
            </a:r>
            <a:r>
              <a:rPr lang="fr-BE" sz="3000" dirty="0">
                <a:solidFill>
                  <a:srgbClr val="C00000"/>
                </a:solidFill>
                <a:cs typeface="Times New Roman" pitchFamily="18" charset="0"/>
              </a:rPr>
              <a:t>14 premiers jours calendrier </a:t>
            </a:r>
            <a:r>
              <a:rPr lang="fr-BE" sz="3000" dirty="0">
                <a:cs typeface="Times New Roman" pitchFamily="18" charset="0"/>
              </a:rPr>
              <a:t>de </a:t>
            </a:r>
            <a:r>
              <a:rPr lang="fr-BE" sz="3000" b="1" dirty="0">
                <a:cs typeface="Times New Roman" pitchFamily="18" charset="0"/>
              </a:rPr>
              <a:t>force majeure.</a:t>
            </a:r>
            <a:endParaRPr lang="fr-FR" sz="3000" b="1" dirty="0">
              <a:cs typeface="Times New Roman" pitchFamily="18" charset="0"/>
            </a:endParaRPr>
          </a:p>
        </p:txBody>
      </p:sp>
      <p:sp>
        <p:nvSpPr>
          <p:cNvPr id="4" name="Espace réservé du numéro de diapositive 3">
            <a:extLst>
              <a:ext uri="{FF2B5EF4-FFF2-40B4-BE49-F238E27FC236}">
                <a16:creationId xmlns:a16="http://schemas.microsoft.com/office/drawing/2014/main" id="{F4052634-B1BF-45DF-8245-43232A4BCACB}"/>
              </a:ext>
            </a:extLst>
          </p:cNvPr>
          <p:cNvSpPr>
            <a:spLocks noGrp="1"/>
          </p:cNvSpPr>
          <p:nvPr>
            <p:ph type="sldNum" sz="quarter" idx="12"/>
          </p:nvPr>
        </p:nvSpPr>
        <p:spPr/>
        <p:txBody>
          <a:bodyPr/>
          <a:lstStyle/>
          <a:p>
            <a:fld id="{55E9056B-6A30-4F99-BDE9-C450E66AE125}" type="slidenum">
              <a:rPr lang="fr-FR" smtClean="0"/>
              <a:pPr/>
              <a:t>18</a:t>
            </a:fld>
            <a:endParaRPr lang="fr-FR"/>
          </a:p>
        </p:txBody>
      </p:sp>
    </p:spTree>
    <p:extLst>
      <p:ext uri="{BB962C8B-B14F-4D97-AF65-F5344CB8AC3E}">
        <p14:creationId xmlns:p14="http://schemas.microsoft.com/office/powerpoint/2010/main" val="1822361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08920"/>
            <a:ext cx="8229600" cy="1143000"/>
          </a:xfrm>
        </p:spPr>
        <p:txBody>
          <a:bodyPr>
            <a:normAutofit/>
          </a:bodyPr>
          <a:lstStyle/>
          <a:p>
            <a:r>
              <a:rPr lang="fr-BE" b="1" i="1" dirty="0"/>
              <a:t>2. L’indemnisation du samedi</a:t>
            </a:r>
            <a:endParaRPr lang="en-US" b="1" i="1" dirty="0"/>
          </a:p>
        </p:txBody>
      </p:sp>
      <p:sp>
        <p:nvSpPr>
          <p:cNvPr id="4" name="Espace réservé du numéro de diapositive 3">
            <a:extLst>
              <a:ext uri="{FF2B5EF4-FFF2-40B4-BE49-F238E27FC236}">
                <a16:creationId xmlns:a16="http://schemas.microsoft.com/office/drawing/2014/main" id="{5EF38847-BE3C-4A8D-AE71-120F8A207C80}"/>
              </a:ext>
            </a:extLst>
          </p:cNvPr>
          <p:cNvSpPr>
            <a:spLocks noGrp="1"/>
          </p:cNvSpPr>
          <p:nvPr>
            <p:ph type="sldNum" sz="quarter" idx="12"/>
          </p:nvPr>
        </p:nvSpPr>
        <p:spPr/>
        <p:txBody>
          <a:bodyPr/>
          <a:lstStyle/>
          <a:p>
            <a:fld id="{55E9056B-6A30-4F99-BDE9-C450E66AE125}" type="slidenum">
              <a:rPr lang="fr-FR" smtClean="0"/>
              <a:pPr/>
              <a:t>19</a:t>
            </a:fld>
            <a:endParaRPr lang="fr-FR"/>
          </a:p>
        </p:txBody>
      </p:sp>
    </p:spTree>
    <p:extLst>
      <p:ext uri="{BB962C8B-B14F-4D97-AF65-F5344CB8AC3E}">
        <p14:creationId xmlns:p14="http://schemas.microsoft.com/office/powerpoint/2010/main" val="2726557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cs typeface="Times New Roman" pitchFamily="18" charset="0"/>
              </a:rPr>
              <a:t>L’indemnisation du samedi</a:t>
            </a:r>
            <a:br>
              <a:rPr lang="fr-FR" b="1" i="1" dirty="0">
                <a:cs typeface="Times New Roman" pitchFamily="18" charset="0"/>
              </a:rPr>
            </a:br>
            <a:r>
              <a:rPr lang="fr-FR" b="1" i="1" dirty="0">
                <a:cs typeface="Times New Roman" pitchFamily="18" charset="0"/>
              </a:rPr>
              <a:t>AR. 55 – AM 21</a:t>
            </a:r>
            <a:endParaRPr lang="fr-FR" b="1" dirty="0">
              <a:cs typeface="Times New Roman" pitchFamily="18" charset="0"/>
            </a:endParaRPr>
          </a:p>
        </p:txBody>
      </p:sp>
      <p:sp>
        <p:nvSpPr>
          <p:cNvPr id="3" name="Espace réservé du contenu 2"/>
          <p:cNvSpPr>
            <a:spLocks noGrp="1"/>
          </p:cNvSpPr>
          <p:nvPr>
            <p:ph idx="1"/>
          </p:nvPr>
        </p:nvSpPr>
        <p:spPr/>
        <p:txBody>
          <a:bodyPr>
            <a:normAutofit/>
          </a:bodyPr>
          <a:lstStyle/>
          <a:p>
            <a:pPr>
              <a:buSzPct val="80000"/>
              <a:buNone/>
            </a:pPr>
            <a:endParaRPr lang="fr-BE" sz="2400" dirty="0"/>
          </a:p>
          <a:p>
            <a:pPr>
              <a:buSzPct val="80000"/>
              <a:buNone/>
            </a:pPr>
            <a:r>
              <a:rPr lang="fr-BE" dirty="0">
                <a:cs typeface="Times New Roman" pitchFamily="18" charset="0"/>
              </a:rPr>
              <a:t>En chômage complet le samedi est soit :</a:t>
            </a:r>
          </a:p>
          <a:p>
            <a:pPr>
              <a:buSzPct val="80000"/>
              <a:buNone/>
            </a:pPr>
            <a:endParaRPr lang="fr-BE" dirty="0">
              <a:cs typeface="Times New Roman" pitchFamily="18" charset="0"/>
            </a:endParaRPr>
          </a:p>
          <a:p>
            <a:pPr marL="457200" lvl="0" indent="-457200">
              <a:buSzPct val="80000"/>
              <a:buFont typeface="Wingdings" pitchFamily="2" charset="2"/>
              <a:buChar char="§"/>
            </a:pPr>
            <a:r>
              <a:rPr lang="fr-BE" i="1" dirty="0">
                <a:solidFill>
                  <a:prstClr val="black"/>
                </a:solidFill>
                <a:cs typeface="Times New Roman" pitchFamily="18" charset="0"/>
              </a:rPr>
              <a:t>Non indemnisable</a:t>
            </a:r>
            <a:endParaRPr lang="fr-FR" i="1" dirty="0">
              <a:solidFill>
                <a:prstClr val="black"/>
              </a:solidFill>
              <a:cs typeface="Times New Roman" pitchFamily="18" charset="0"/>
            </a:endParaRPr>
          </a:p>
          <a:p>
            <a:pPr marL="457200" indent="-457200">
              <a:buSzPct val="80000"/>
              <a:buFont typeface="Wingdings" pitchFamily="2" charset="2"/>
              <a:buChar char="§"/>
            </a:pPr>
            <a:r>
              <a:rPr lang="fr-BE" i="1" dirty="0">
                <a:cs typeface="Times New Roman" pitchFamily="18" charset="0"/>
              </a:rPr>
              <a:t>Indemnisable à moitié</a:t>
            </a:r>
          </a:p>
          <a:p>
            <a:pPr marL="457200" indent="-457200">
              <a:buSzPct val="80000"/>
              <a:buFont typeface="Wingdings" pitchFamily="2" charset="2"/>
              <a:buChar char="§"/>
            </a:pPr>
            <a:r>
              <a:rPr lang="fr-BE" i="1" dirty="0">
                <a:cs typeface="Times New Roman" pitchFamily="18" charset="0"/>
              </a:rPr>
              <a:t>Indemnisable en totalité</a:t>
            </a:r>
          </a:p>
        </p:txBody>
      </p:sp>
      <p:sp>
        <p:nvSpPr>
          <p:cNvPr id="4" name="Espace réservé du numéro de diapositive 3">
            <a:extLst>
              <a:ext uri="{FF2B5EF4-FFF2-40B4-BE49-F238E27FC236}">
                <a16:creationId xmlns:a16="http://schemas.microsoft.com/office/drawing/2014/main" id="{D526AA19-611E-456C-8F67-E2B082EEE5A0}"/>
              </a:ext>
            </a:extLst>
          </p:cNvPr>
          <p:cNvSpPr>
            <a:spLocks noGrp="1"/>
          </p:cNvSpPr>
          <p:nvPr>
            <p:ph type="sldNum" sz="quarter" idx="12"/>
          </p:nvPr>
        </p:nvSpPr>
        <p:spPr/>
        <p:txBody>
          <a:bodyPr/>
          <a:lstStyle/>
          <a:p>
            <a:fld id="{55E9056B-6A30-4F99-BDE9-C450E66AE125}" type="slidenum">
              <a:rPr lang="fr-FR" smtClean="0"/>
              <a:pPr/>
              <a:t>20</a:t>
            </a:fld>
            <a:endParaRPr lang="fr-FR"/>
          </a:p>
        </p:txBody>
      </p:sp>
    </p:spTree>
    <p:extLst>
      <p:ext uri="{BB962C8B-B14F-4D97-AF65-F5344CB8AC3E}">
        <p14:creationId xmlns:p14="http://schemas.microsoft.com/office/powerpoint/2010/main" val="3110770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3200" b="1" i="1" dirty="0"/>
              <a:t>		</a:t>
            </a:r>
            <a:r>
              <a:rPr lang="fr-FR" sz="4000" b="1" i="1" dirty="0">
                <a:cs typeface="Times New Roman" pitchFamily="18" charset="0"/>
              </a:rPr>
              <a:t>Samedi non indemnisable</a:t>
            </a:r>
          </a:p>
        </p:txBody>
      </p:sp>
      <p:sp>
        <p:nvSpPr>
          <p:cNvPr id="3" name="Espace réservé du contenu 2"/>
          <p:cNvSpPr>
            <a:spLocks noGrp="1"/>
          </p:cNvSpPr>
          <p:nvPr>
            <p:ph idx="1"/>
          </p:nvPr>
        </p:nvSpPr>
        <p:spPr>
          <a:xfrm>
            <a:off x="251520" y="1417638"/>
            <a:ext cx="8535322" cy="5165724"/>
          </a:xfrm>
        </p:spPr>
        <p:txBody>
          <a:bodyPr>
            <a:noAutofit/>
          </a:bodyPr>
          <a:lstStyle/>
          <a:p>
            <a:pPr>
              <a:buSzPct val="80000"/>
              <a:buFont typeface="Wingdings" pitchFamily="2" charset="2"/>
              <a:buChar char="§"/>
            </a:pPr>
            <a:r>
              <a:rPr lang="fr-BE" sz="3000" dirty="0"/>
              <a:t>Si </a:t>
            </a:r>
            <a:r>
              <a:rPr lang="fr-BE" sz="3000" dirty="0">
                <a:cs typeface="Times New Roman" pitchFamily="18" charset="0"/>
              </a:rPr>
              <a:t>le chômeur a perçu, pour la semaine considérée, une rémunération correspondant à un régime temps plein ;</a:t>
            </a:r>
          </a:p>
          <a:p>
            <a:pPr>
              <a:buSzPct val="80000"/>
              <a:buFont typeface="Wingdings" pitchFamily="2" charset="2"/>
              <a:buChar char="§"/>
            </a:pPr>
            <a:r>
              <a:rPr lang="fr-BE" sz="3000" dirty="0">
                <a:cs typeface="Times New Roman" pitchFamily="18" charset="0"/>
              </a:rPr>
              <a:t>Le vendredi précédent et le lundi suivant ne sont pas indemnisables ;</a:t>
            </a:r>
          </a:p>
          <a:p>
            <a:pPr>
              <a:buSzPct val="80000"/>
              <a:buFont typeface="Wingdings" pitchFamily="2" charset="2"/>
              <a:buChar char="§"/>
            </a:pPr>
            <a:r>
              <a:rPr lang="fr-BE" sz="3000" dirty="0">
                <a:cs typeface="Times New Roman" pitchFamily="18" charset="0"/>
              </a:rPr>
              <a:t>Le samedi suit immédiatement 5 jours non indemnisables;</a:t>
            </a:r>
          </a:p>
          <a:p>
            <a:pPr>
              <a:buSzPct val="80000"/>
              <a:buFont typeface="Wingdings" pitchFamily="2" charset="2"/>
              <a:buChar char="§"/>
            </a:pPr>
            <a:r>
              <a:rPr lang="fr-BE" sz="3000" dirty="0">
                <a:cs typeface="Times New Roman" pitchFamily="18" charset="0"/>
              </a:rPr>
              <a:t>dans la semaine considérée, à compter à partir du dimanche, il y a au moins quatre jours pour lesquels le chômeur n'a pas droit aux allocations conformément à l'article 44</a:t>
            </a:r>
          </a:p>
        </p:txBody>
      </p:sp>
      <p:sp>
        <p:nvSpPr>
          <p:cNvPr id="4" name="Espace réservé du numéro de diapositive 3">
            <a:extLst>
              <a:ext uri="{FF2B5EF4-FFF2-40B4-BE49-F238E27FC236}">
                <a16:creationId xmlns:a16="http://schemas.microsoft.com/office/drawing/2014/main" id="{D1E28C25-416F-4C1F-B743-4605FA1710F0}"/>
              </a:ext>
            </a:extLst>
          </p:cNvPr>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793204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sz="4000" b="1" i="1" dirty="0">
                <a:cs typeface="Times New Roman" pitchFamily="18" charset="0"/>
              </a:rPr>
              <a:t>Indemnisation d’un ½ samedi</a:t>
            </a:r>
            <a:endParaRPr lang="fr-FR" sz="4000" b="1" i="1" dirty="0">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itchFamily="2" charset="2"/>
              <a:buNone/>
            </a:pPr>
            <a:endParaRPr lang="fr-BE" sz="3000" dirty="0">
              <a:cs typeface="Times New Roman" pitchFamily="18" charset="0"/>
            </a:endParaRPr>
          </a:p>
          <a:p>
            <a:pPr>
              <a:buFont typeface="Wingdings" pitchFamily="2" charset="2"/>
              <a:buNone/>
            </a:pPr>
            <a:r>
              <a:rPr lang="fr-BE" sz="3000" dirty="0">
                <a:cs typeface="Times New Roman" pitchFamily="18" charset="0"/>
              </a:rPr>
              <a:t>	</a:t>
            </a:r>
            <a:r>
              <a:rPr lang="fr-BE" dirty="0">
                <a:cs typeface="Times New Roman" pitchFamily="18" charset="0"/>
              </a:rPr>
              <a:t>Une </a:t>
            </a:r>
            <a:r>
              <a:rPr lang="fr-BE" b="1" dirty="0">
                <a:solidFill>
                  <a:srgbClr val="C00000"/>
                </a:solidFill>
                <a:cs typeface="Times New Roman" pitchFamily="18" charset="0"/>
              </a:rPr>
              <a:t>demi-allocation</a:t>
            </a:r>
            <a:r>
              <a:rPr lang="fr-BE" dirty="0">
                <a:cs typeface="Times New Roman" pitchFamily="18" charset="0"/>
              </a:rPr>
              <a:t> seulement peut être accordée au chômeur complet pour le samedi, s'il y a dans la semaine considérée, à compter à partir du dimanche, </a:t>
            </a:r>
            <a:r>
              <a:rPr lang="fr-BE" b="1" dirty="0">
                <a:solidFill>
                  <a:srgbClr val="C00000"/>
                </a:solidFill>
                <a:cs typeface="Times New Roman" pitchFamily="18" charset="0"/>
              </a:rPr>
              <a:t>deux ou trois jours </a:t>
            </a:r>
            <a:r>
              <a:rPr lang="fr-BE" dirty="0">
                <a:cs typeface="Times New Roman" pitchFamily="18" charset="0"/>
              </a:rPr>
              <a:t>pour lesquels le chômeur n'a pas droit aux allocations conformément à l'article 44</a:t>
            </a:r>
            <a:endParaRPr lang="fr-FR" dirty="0">
              <a:cs typeface="Times New Roman" pitchFamily="18" charset="0"/>
            </a:endParaRPr>
          </a:p>
        </p:txBody>
      </p:sp>
      <p:sp>
        <p:nvSpPr>
          <p:cNvPr id="4" name="Espace réservé du numéro de diapositive 3">
            <a:extLst>
              <a:ext uri="{FF2B5EF4-FFF2-40B4-BE49-F238E27FC236}">
                <a16:creationId xmlns:a16="http://schemas.microsoft.com/office/drawing/2014/main" id="{56037E04-FAA5-4B76-A99E-EDC2DDCE920D}"/>
              </a:ext>
            </a:extLst>
          </p:cNvPr>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843901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sz="4000" b="1" i="1" dirty="0">
                <a:cs typeface="Times New Roman" pitchFamily="18" charset="0"/>
              </a:rPr>
              <a:t>Indemnisation compète du samedi</a:t>
            </a:r>
            <a:endParaRPr lang="fr-FR" sz="4000" b="1" i="1" dirty="0">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itchFamily="2" charset="2"/>
              <a:buNone/>
            </a:pPr>
            <a:endParaRPr lang="fr-BE" sz="3000" dirty="0">
              <a:cs typeface="Times New Roman" pitchFamily="18" charset="0"/>
            </a:endParaRPr>
          </a:p>
          <a:p>
            <a:pPr>
              <a:buFont typeface="Wingdings" pitchFamily="2" charset="2"/>
              <a:buNone/>
            </a:pPr>
            <a:r>
              <a:rPr lang="fr-BE" sz="3000" dirty="0">
                <a:cs typeface="Times New Roman" pitchFamily="18" charset="0"/>
              </a:rPr>
              <a:t>	</a:t>
            </a:r>
            <a:r>
              <a:rPr lang="fr-BE" dirty="0">
                <a:cs typeface="Times New Roman" pitchFamily="18" charset="0"/>
              </a:rPr>
              <a:t>Une </a:t>
            </a:r>
            <a:r>
              <a:rPr lang="fr-BE" b="1" dirty="0">
                <a:solidFill>
                  <a:srgbClr val="C00000"/>
                </a:solidFill>
                <a:cs typeface="Times New Roman" pitchFamily="18" charset="0"/>
              </a:rPr>
              <a:t>allocation complète</a:t>
            </a:r>
            <a:r>
              <a:rPr lang="fr-BE" dirty="0">
                <a:cs typeface="Times New Roman" pitchFamily="18" charset="0"/>
              </a:rPr>
              <a:t> est accordée au chômeur complet pour le samedi, s'il y a dans la semaine considérée, à compter à partir du dimanche, </a:t>
            </a:r>
            <a:r>
              <a:rPr lang="fr-BE" b="1" dirty="0">
                <a:solidFill>
                  <a:srgbClr val="C00000"/>
                </a:solidFill>
                <a:cs typeface="Times New Roman" pitchFamily="18" charset="0"/>
              </a:rPr>
              <a:t>maximum un jour </a:t>
            </a:r>
            <a:r>
              <a:rPr lang="fr-BE" dirty="0">
                <a:cs typeface="Times New Roman" pitchFamily="18" charset="0"/>
              </a:rPr>
              <a:t>pour lequel le chômeur n'a pas droit aux allocations conformément à l'article 44</a:t>
            </a:r>
            <a:endParaRPr lang="fr-FR" dirty="0">
              <a:cs typeface="Times New Roman" pitchFamily="18" charset="0"/>
            </a:endParaRPr>
          </a:p>
        </p:txBody>
      </p:sp>
      <p:sp>
        <p:nvSpPr>
          <p:cNvPr id="4" name="Espace réservé du numéro de diapositive 3">
            <a:extLst>
              <a:ext uri="{FF2B5EF4-FFF2-40B4-BE49-F238E27FC236}">
                <a16:creationId xmlns:a16="http://schemas.microsoft.com/office/drawing/2014/main" id="{56037E04-FAA5-4B76-A99E-EDC2DDCE92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43060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i="1" dirty="0"/>
              <a:t>					</a:t>
            </a:r>
            <a:r>
              <a:rPr lang="fr-BE" sz="4000" b="1" i="1" dirty="0">
                <a:cs typeface="Times New Roman" pitchFamily="18" charset="0"/>
              </a:rPr>
              <a:t>Particularités</a:t>
            </a:r>
            <a:endParaRPr lang="fr-FR" sz="4000" b="1" i="1" dirty="0">
              <a:cs typeface="Times New Roman" pitchFamily="18" charset="0"/>
            </a:endParaRPr>
          </a:p>
        </p:txBody>
      </p:sp>
      <p:sp>
        <p:nvSpPr>
          <p:cNvPr id="3" name="Espace réservé du contenu 2"/>
          <p:cNvSpPr>
            <a:spLocks noGrp="1"/>
          </p:cNvSpPr>
          <p:nvPr>
            <p:ph idx="1"/>
          </p:nvPr>
        </p:nvSpPr>
        <p:spPr/>
        <p:txBody>
          <a:bodyPr>
            <a:noAutofit/>
          </a:bodyPr>
          <a:lstStyle/>
          <a:p>
            <a:pPr>
              <a:buFont typeface="Wingdings" pitchFamily="2" charset="2"/>
              <a:buChar char="§"/>
            </a:pPr>
            <a:r>
              <a:rPr lang="fr-FR" sz="3000" dirty="0">
                <a:cs typeface="Times New Roman" pitchFamily="18" charset="0"/>
              </a:rPr>
              <a:t>Un jour couvert par un </a:t>
            </a:r>
            <a:r>
              <a:rPr lang="fr-FR" sz="3000" b="1" dirty="0">
                <a:solidFill>
                  <a:srgbClr val="C00000"/>
                </a:solidFill>
                <a:cs typeface="Times New Roman" pitchFamily="18" charset="0"/>
              </a:rPr>
              <a:t>pécule de vacances</a:t>
            </a:r>
            <a:r>
              <a:rPr lang="fr-FR" sz="3000" dirty="0">
                <a:cs typeface="Times New Roman" pitchFamily="18" charset="0"/>
              </a:rPr>
              <a:t>, qui est situé dans une période de chômage complet, est </a:t>
            </a:r>
            <a:r>
              <a:rPr lang="fr-FR" sz="3000" b="1" dirty="0">
                <a:solidFill>
                  <a:srgbClr val="C00000"/>
                </a:solidFill>
                <a:cs typeface="Times New Roman" pitchFamily="18" charset="0"/>
              </a:rPr>
              <a:t>assimilé comme un jour indemnisable </a:t>
            </a:r>
            <a:r>
              <a:rPr lang="fr-FR" sz="3000" dirty="0">
                <a:cs typeface="Times New Roman" pitchFamily="18" charset="0"/>
              </a:rPr>
              <a:t>en chômage</a:t>
            </a:r>
            <a:r>
              <a:rPr lang="fr-FR" sz="3000" dirty="0"/>
              <a:t>;</a:t>
            </a:r>
          </a:p>
          <a:p>
            <a:pPr>
              <a:buFont typeface="Wingdings" pitchFamily="2" charset="2"/>
              <a:buChar char="§"/>
            </a:pPr>
            <a:r>
              <a:rPr lang="fr-FR" sz="3000" dirty="0">
                <a:cs typeface="Times New Roman" pitchFamily="18" charset="0"/>
              </a:rPr>
              <a:t>Un samedi précédé de 5 jours indemnisés en </a:t>
            </a:r>
            <a:r>
              <a:rPr lang="fr-FR" sz="3000" b="1" dirty="0">
                <a:solidFill>
                  <a:srgbClr val="C00000"/>
                </a:solidFill>
                <a:cs typeface="Times New Roman" pitchFamily="18" charset="0"/>
              </a:rPr>
              <a:t>mutuelle</a:t>
            </a:r>
            <a:r>
              <a:rPr lang="fr-FR" sz="3000" dirty="0">
                <a:cs typeface="Times New Roman" pitchFamily="18" charset="0"/>
              </a:rPr>
              <a:t> peut être indemnisé en CC dans son entièreté si un flux A052 a été introduit à l’ONEm </a:t>
            </a:r>
            <a:r>
              <a:rPr lang="fr-FR" sz="3000" u="sng" dirty="0">
                <a:cs typeface="Times New Roman" pitchFamily="18" charset="0"/>
              </a:rPr>
              <a:t>ou</a:t>
            </a:r>
            <a:r>
              <a:rPr lang="fr-FR" sz="3000" dirty="0">
                <a:cs typeface="Times New Roman" pitchFamily="18" charset="0"/>
              </a:rPr>
              <a:t> si le formulaire « L500 Communication incapacité de travail » est joint au paiement</a:t>
            </a:r>
          </a:p>
        </p:txBody>
      </p:sp>
      <p:sp>
        <p:nvSpPr>
          <p:cNvPr id="4" name="Espace réservé du numéro de diapositive 3">
            <a:extLst>
              <a:ext uri="{FF2B5EF4-FFF2-40B4-BE49-F238E27FC236}">
                <a16:creationId xmlns:a16="http://schemas.microsoft.com/office/drawing/2014/main" id="{46DE82E5-73C7-4A00-9FA2-174E74F3794C}"/>
              </a:ext>
            </a:extLst>
          </p:cNvPr>
          <p:cNvSpPr>
            <a:spLocks noGrp="1"/>
          </p:cNvSpPr>
          <p:nvPr>
            <p:ph type="sldNum" sz="quarter" idx="12"/>
          </p:nvPr>
        </p:nvSpPr>
        <p:spPr/>
        <p:txBody>
          <a:bodyPr/>
          <a:lstStyle/>
          <a:p>
            <a:fld id="{55E9056B-6A30-4F99-BDE9-C450E66AE125}" type="slidenum">
              <a:rPr lang="fr-FR" smtClean="0"/>
              <a:pPr/>
              <a:t>24</a:t>
            </a:fld>
            <a:endParaRPr lang="fr-FR"/>
          </a:p>
        </p:txBody>
      </p:sp>
    </p:spTree>
    <p:extLst>
      <p:ext uri="{BB962C8B-B14F-4D97-AF65-F5344CB8AC3E}">
        <p14:creationId xmlns:p14="http://schemas.microsoft.com/office/powerpoint/2010/main" val="2151431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i="1" dirty="0"/>
              <a:t>					</a:t>
            </a:r>
            <a:r>
              <a:rPr lang="fr-BE" sz="4000" b="1" i="1" dirty="0">
                <a:cs typeface="Times New Roman" pitchFamily="18" charset="0"/>
              </a:rPr>
              <a:t>Particularités</a:t>
            </a:r>
            <a:endParaRPr lang="fr-FR" sz="4000" b="1" i="1" dirty="0">
              <a:cs typeface="Times New Roman" pitchFamily="18" charset="0"/>
            </a:endParaRPr>
          </a:p>
        </p:txBody>
      </p:sp>
      <p:sp>
        <p:nvSpPr>
          <p:cNvPr id="3" name="Espace réservé du contenu 2"/>
          <p:cNvSpPr>
            <a:spLocks noGrp="1"/>
          </p:cNvSpPr>
          <p:nvPr>
            <p:ph idx="1"/>
          </p:nvPr>
        </p:nvSpPr>
        <p:spPr/>
        <p:txBody>
          <a:bodyPr>
            <a:normAutofit/>
          </a:bodyPr>
          <a:lstStyle/>
          <a:p>
            <a:pPr marL="0" indent="0">
              <a:spcBef>
                <a:spcPts val="0"/>
              </a:spcBef>
              <a:buSzPct val="100000"/>
              <a:buNone/>
            </a:pPr>
            <a:r>
              <a:rPr lang="fr-FR" dirty="0">
                <a:cs typeface="Times New Roman" pitchFamily="18" charset="0"/>
              </a:rPr>
              <a:t>Pour déterminer l’indemnisabilité du samedi, il n’est pas tenu compte des jours situés :</a:t>
            </a:r>
          </a:p>
          <a:p>
            <a:pPr marL="0" indent="0">
              <a:spcBef>
                <a:spcPts val="0"/>
              </a:spcBef>
              <a:buSzPct val="100000"/>
              <a:buNone/>
            </a:pPr>
            <a:endParaRPr lang="fr-FR" dirty="0">
              <a:cs typeface="Times New Roman" pitchFamily="18" charset="0"/>
            </a:endParaRPr>
          </a:p>
          <a:p>
            <a:pPr>
              <a:spcBef>
                <a:spcPts val="0"/>
              </a:spcBef>
              <a:buSzPct val="100000"/>
              <a:buFont typeface="Wingdings" pitchFamily="2" charset="2"/>
              <a:buChar char="§"/>
            </a:pPr>
            <a:r>
              <a:rPr lang="fr-FR" dirty="0">
                <a:cs typeface="Times New Roman" pitchFamily="18" charset="0"/>
              </a:rPr>
              <a:t>Pendant une période de TTPMD avec AGR ;</a:t>
            </a:r>
          </a:p>
          <a:p>
            <a:pPr marL="0" indent="0">
              <a:spcBef>
                <a:spcPts val="0"/>
              </a:spcBef>
              <a:buSzPct val="100000"/>
              <a:buNone/>
            </a:pPr>
            <a:endParaRPr lang="fr-FR" dirty="0">
              <a:cs typeface="Times New Roman" pitchFamily="18" charset="0"/>
            </a:endParaRPr>
          </a:p>
          <a:p>
            <a:pPr>
              <a:spcBef>
                <a:spcPts val="0"/>
              </a:spcBef>
              <a:buSzPct val="100000"/>
              <a:buFont typeface="Wingdings" pitchFamily="2" charset="2"/>
              <a:buChar char="§"/>
            </a:pPr>
            <a:r>
              <a:rPr lang="fr-FR" dirty="0">
                <a:cs typeface="Times New Roman" pitchFamily="18" charset="0"/>
              </a:rPr>
              <a:t>Avant le 1</a:t>
            </a:r>
            <a:r>
              <a:rPr lang="fr-FR" baseline="30000" dirty="0">
                <a:cs typeface="Times New Roman" pitchFamily="18" charset="0"/>
              </a:rPr>
              <a:t>er</a:t>
            </a:r>
            <a:r>
              <a:rPr lang="fr-FR" dirty="0">
                <a:cs typeface="Times New Roman" pitchFamily="18" charset="0"/>
              </a:rPr>
              <a:t> jour indemnisable du mois si aucune allocation n’a été payée pour le mois précédent.</a:t>
            </a:r>
          </a:p>
          <a:p>
            <a:pPr>
              <a:spcBef>
                <a:spcPts val="0"/>
              </a:spcBef>
              <a:buSzPct val="100000"/>
              <a:buFont typeface="Wingdings" pitchFamily="2" charset="2"/>
              <a:buChar char="§"/>
            </a:pPr>
            <a:endParaRPr lang="fr-FR" sz="3000" dirty="0">
              <a:cs typeface="Times New Roman" pitchFamily="18" charset="0"/>
            </a:endParaRPr>
          </a:p>
          <a:p>
            <a:pPr>
              <a:spcBef>
                <a:spcPts val="0"/>
              </a:spcBef>
              <a:buSzPct val="100000"/>
              <a:buFont typeface="Wingdings" pitchFamily="2" charset="2"/>
              <a:buChar char="§"/>
            </a:pPr>
            <a:endParaRPr lang="fr-FR" sz="3000" dirty="0">
              <a:cs typeface="Times New Roman" pitchFamily="18" charset="0"/>
            </a:endParaRPr>
          </a:p>
          <a:p>
            <a:pPr>
              <a:buNone/>
            </a:pPr>
            <a:endParaRPr lang="fr-FR" sz="2400" dirty="0"/>
          </a:p>
        </p:txBody>
      </p:sp>
      <p:sp>
        <p:nvSpPr>
          <p:cNvPr id="5" name="Espace réservé du numéro de diapositive 4">
            <a:extLst>
              <a:ext uri="{FF2B5EF4-FFF2-40B4-BE49-F238E27FC236}">
                <a16:creationId xmlns:a16="http://schemas.microsoft.com/office/drawing/2014/main" id="{AC9FA0D5-A924-4843-837B-7DA10F0C8743}"/>
              </a:ext>
            </a:extLst>
          </p:cNvPr>
          <p:cNvSpPr>
            <a:spLocks noGrp="1"/>
          </p:cNvSpPr>
          <p:nvPr>
            <p:ph type="sldNum" sz="quarter" idx="12"/>
          </p:nvPr>
        </p:nvSpPr>
        <p:spPr/>
        <p:txBody>
          <a:bodyPr/>
          <a:lstStyle/>
          <a:p>
            <a:fld id="{55E9056B-6A30-4F99-BDE9-C450E66AE125}" type="slidenum">
              <a:rPr lang="fr-FR" smtClean="0"/>
              <a:pPr/>
              <a:t>25</a:t>
            </a:fld>
            <a:endParaRPr lang="fr-FR"/>
          </a:p>
        </p:txBody>
      </p:sp>
    </p:spTree>
    <p:extLst>
      <p:ext uri="{BB962C8B-B14F-4D97-AF65-F5344CB8AC3E}">
        <p14:creationId xmlns:p14="http://schemas.microsoft.com/office/powerpoint/2010/main" val="4089928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9374B1-9E92-44AC-82A1-E028949D2E34}"/>
              </a:ext>
            </a:extLst>
          </p:cNvPr>
          <p:cNvSpPr>
            <a:spLocks noGrp="1"/>
          </p:cNvSpPr>
          <p:nvPr>
            <p:ph type="title"/>
          </p:nvPr>
        </p:nvSpPr>
        <p:spPr>
          <a:xfrm>
            <a:off x="457200" y="274638"/>
            <a:ext cx="8229600" cy="763935"/>
          </a:xfrm>
        </p:spPr>
        <p:txBody>
          <a:bodyPr/>
          <a:lstStyle/>
          <a:p>
            <a:pPr algn="r"/>
            <a:r>
              <a:rPr lang="fr-BE" b="1" i="1" dirty="0"/>
              <a:t>Particularités - exemple</a:t>
            </a:r>
          </a:p>
        </p:txBody>
      </p:sp>
      <p:sp>
        <p:nvSpPr>
          <p:cNvPr id="3" name="Espace réservé du contenu 2">
            <a:extLst>
              <a:ext uri="{FF2B5EF4-FFF2-40B4-BE49-F238E27FC236}">
                <a16:creationId xmlns:a16="http://schemas.microsoft.com/office/drawing/2014/main" id="{836E8A7A-0DD3-47EB-BF67-76D439A8B07B}"/>
              </a:ext>
            </a:extLst>
          </p:cNvPr>
          <p:cNvSpPr>
            <a:spLocks noGrp="1"/>
          </p:cNvSpPr>
          <p:nvPr>
            <p:ph idx="1"/>
          </p:nvPr>
        </p:nvSpPr>
        <p:spPr>
          <a:xfrm>
            <a:off x="457200" y="1038574"/>
            <a:ext cx="8363272" cy="5087590"/>
          </a:xfrm>
        </p:spPr>
        <p:txBody>
          <a:bodyPr/>
          <a:lstStyle/>
          <a:p>
            <a:r>
              <a:rPr lang="fr-BE" sz="2600" dirty="0"/>
              <a:t>DA au 06.10.23 suite contrat du 01.09.23 au 05.10.23</a:t>
            </a:r>
          </a:p>
          <a:p>
            <a:pPr lvl="1">
              <a:buFont typeface="Wingdings" panose="05000000000000000000" pitchFamily="2" charset="2"/>
              <a:buChar char="Ø"/>
            </a:pPr>
            <a:r>
              <a:rPr lang="fr-BE" sz="2500" b="1" dirty="0">
                <a:solidFill>
                  <a:srgbClr val="C00000"/>
                </a:solidFill>
              </a:rPr>
              <a:t>1</a:t>
            </a:r>
            <a:r>
              <a:rPr lang="fr-BE" sz="2500" b="1" dirty="0"/>
              <a:t> Allocation </a:t>
            </a:r>
            <a:r>
              <a:rPr lang="fr-BE" sz="2500" dirty="0"/>
              <a:t>complète pour le samedi 07.10.23 </a:t>
            </a:r>
            <a:r>
              <a:rPr lang="fr-BE" sz="2200" dirty="0"/>
              <a:t>(il n’est pas tenu compte des journées situées avant le 1er jour indemnisable du mois </a:t>
            </a:r>
            <a:r>
              <a:rPr lang="fr-BE" sz="2200" b="1" u="sng" dirty="0"/>
              <a:t>SI</a:t>
            </a:r>
            <a:r>
              <a:rPr lang="fr-BE" sz="2200" dirty="0"/>
              <a:t> aucune allocation n’a été payée pour le mois précédent)</a:t>
            </a:r>
          </a:p>
          <a:p>
            <a:pPr>
              <a:buFont typeface="Wingdings" panose="05000000000000000000" pitchFamily="2" charset="2"/>
              <a:buChar char="§"/>
            </a:pPr>
            <a:r>
              <a:rPr lang="fr-BE" sz="2600" dirty="0"/>
              <a:t>DA au 06.10.23 suite contrat du 02.09.23 au 05.10.23 avec DJI au 01.09.23</a:t>
            </a:r>
          </a:p>
          <a:p>
            <a:pPr lvl="1">
              <a:buFont typeface="Wingdings" panose="05000000000000000000" pitchFamily="2" charset="2"/>
              <a:buChar char="Ø"/>
            </a:pPr>
            <a:r>
              <a:rPr lang="fr-BE" sz="2200" dirty="0"/>
              <a:t> </a:t>
            </a:r>
            <a:r>
              <a:rPr lang="fr-BE" sz="2500" dirty="0"/>
              <a:t>Samedi 07.10.23 </a:t>
            </a:r>
            <a:r>
              <a:rPr lang="fr-BE" sz="2500" b="1" dirty="0">
                <a:solidFill>
                  <a:srgbClr val="C00000"/>
                </a:solidFill>
              </a:rPr>
              <a:t>NI</a:t>
            </a:r>
            <a:r>
              <a:rPr lang="fr-BE" sz="2500" dirty="0"/>
              <a:t> car allocation le mois précédent et samedi précédé de 4 jours NI (art.44)</a:t>
            </a:r>
          </a:p>
        </p:txBody>
      </p:sp>
      <p:sp>
        <p:nvSpPr>
          <p:cNvPr id="4" name="Espace réservé du numéro de diapositive 3">
            <a:extLst>
              <a:ext uri="{FF2B5EF4-FFF2-40B4-BE49-F238E27FC236}">
                <a16:creationId xmlns:a16="http://schemas.microsoft.com/office/drawing/2014/main" id="{F5B6B1CD-0716-4B7E-8EAE-65BBB2D7D7C1}"/>
              </a:ext>
            </a:extLst>
          </p:cNvPr>
          <p:cNvSpPr>
            <a:spLocks noGrp="1"/>
          </p:cNvSpPr>
          <p:nvPr>
            <p:ph type="sldNum" sz="quarter" idx="12"/>
          </p:nvPr>
        </p:nvSpPr>
        <p:spPr/>
        <p:txBody>
          <a:bodyPr/>
          <a:lstStyle/>
          <a:p>
            <a:fld id="{55E9056B-6A30-4F99-BDE9-C450E66AE125}" type="slidenum">
              <a:rPr lang="fr-FR" smtClean="0"/>
              <a:pPr/>
              <a:t>26</a:t>
            </a:fld>
            <a:endParaRPr lang="fr-FR"/>
          </a:p>
        </p:txBody>
      </p:sp>
      <p:pic>
        <p:nvPicPr>
          <p:cNvPr id="11" name="Image 10">
            <a:extLst>
              <a:ext uri="{FF2B5EF4-FFF2-40B4-BE49-F238E27FC236}">
                <a16:creationId xmlns:a16="http://schemas.microsoft.com/office/drawing/2014/main" id="{F985DE23-EE0E-6CE8-6C89-EF86E8F890E5}"/>
              </a:ext>
            </a:extLst>
          </p:cNvPr>
          <p:cNvPicPr>
            <a:picLocks noChangeAspect="1"/>
          </p:cNvPicPr>
          <p:nvPr/>
        </p:nvPicPr>
        <p:blipFill>
          <a:blip r:embed="rId2"/>
          <a:stretch>
            <a:fillRect/>
          </a:stretch>
        </p:blipFill>
        <p:spPr>
          <a:xfrm>
            <a:off x="2454645" y="4672245"/>
            <a:ext cx="2209524" cy="1866667"/>
          </a:xfrm>
          <a:prstGeom prst="rect">
            <a:avLst/>
          </a:prstGeom>
        </p:spPr>
      </p:pic>
      <p:pic>
        <p:nvPicPr>
          <p:cNvPr id="13" name="Image 12">
            <a:extLst>
              <a:ext uri="{FF2B5EF4-FFF2-40B4-BE49-F238E27FC236}">
                <a16:creationId xmlns:a16="http://schemas.microsoft.com/office/drawing/2014/main" id="{C884423C-5066-8294-14C7-7FE24A54E616}"/>
              </a:ext>
            </a:extLst>
          </p:cNvPr>
          <p:cNvPicPr>
            <a:picLocks noChangeAspect="1"/>
          </p:cNvPicPr>
          <p:nvPr/>
        </p:nvPicPr>
        <p:blipFill>
          <a:blip r:embed="rId3"/>
          <a:stretch>
            <a:fillRect/>
          </a:stretch>
        </p:blipFill>
        <p:spPr>
          <a:xfrm>
            <a:off x="4788024" y="4672245"/>
            <a:ext cx="2247619" cy="2038095"/>
          </a:xfrm>
          <a:prstGeom prst="rect">
            <a:avLst/>
          </a:prstGeom>
        </p:spPr>
      </p:pic>
    </p:spTree>
    <p:extLst>
      <p:ext uri="{BB962C8B-B14F-4D97-AF65-F5344CB8AC3E}">
        <p14:creationId xmlns:p14="http://schemas.microsoft.com/office/powerpoint/2010/main" val="1632780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1" y="3453734"/>
            <a:ext cx="8064897" cy="1775466"/>
          </a:xfrm>
        </p:spPr>
        <p:txBody>
          <a:bodyPr>
            <a:normAutofit fontScale="90000"/>
          </a:bodyPr>
          <a:lstStyle/>
          <a:p>
            <a:pPr algn="l"/>
            <a:r>
              <a:rPr lang="fr-BE" sz="3300" dirty="0"/>
              <a:t>Du mardi au vendredi,  4 jours de congés couverts par pécule</a:t>
            </a:r>
            <a:br>
              <a:rPr lang="fr-BE" sz="3300" dirty="0"/>
            </a:br>
            <a:r>
              <a:rPr lang="fr-BE" sz="3300" dirty="0"/>
              <a:t>Samedi indemnisable ?</a:t>
            </a:r>
            <a:br>
              <a:rPr lang="fr-BE" dirty="0"/>
            </a:br>
            <a:br>
              <a:rPr lang="fr-BE" dirty="0"/>
            </a:br>
            <a:endParaRPr lang="en-US" sz="3300"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824796570"/>
              </p:ext>
            </p:extLst>
          </p:nvPr>
        </p:nvGraphicFramePr>
        <p:xfrm>
          <a:off x="323528" y="1730693"/>
          <a:ext cx="8496943" cy="1032890"/>
        </p:xfrm>
        <a:graphic>
          <a:graphicData uri="http://schemas.openxmlformats.org/drawingml/2006/table">
            <a:tbl>
              <a:tblPr firstRow="1" bandRow="1">
                <a:tableStyleId>{F5AB1C69-6EDB-4FF4-983F-18BD219EF322}</a:tableStyleId>
              </a:tblPr>
              <a:tblGrid>
                <a:gridCol w="1213849">
                  <a:extLst>
                    <a:ext uri="{9D8B030D-6E8A-4147-A177-3AD203B41FA5}">
                      <a16:colId xmlns:a16="http://schemas.microsoft.com/office/drawing/2014/main" val="20000"/>
                    </a:ext>
                  </a:extLst>
                </a:gridCol>
                <a:gridCol w="1213849">
                  <a:extLst>
                    <a:ext uri="{9D8B030D-6E8A-4147-A177-3AD203B41FA5}">
                      <a16:colId xmlns:a16="http://schemas.microsoft.com/office/drawing/2014/main" val="20001"/>
                    </a:ext>
                  </a:extLst>
                </a:gridCol>
                <a:gridCol w="1213849">
                  <a:extLst>
                    <a:ext uri="{9D8B030D-6E8A-4147-A177-3AD203B41FA5}">
                      <a16:colId xmlns:a16="http://schemas.microsoft.com/office/drawing/2014/main" val="20002"/>
                    </a:ext>
                  </a:extLst>
                </a:gridCol>
                <a:gridCol w="1213849">
                  <a:extLst>
                    <a:ext uri="{9D8B030D-6E8A-4147-A177-3AD203B41FA5}">
                      <a16:colId xmlns:a16="http://schemas.microsoft.com/office/drawing/2014/main" val="20003"/>
                    </a:ext>
                  </a:extLst>
                </a:gridCol>
                <a:gridCol w="1213849">
                  <a:extLst>
                    <a:ext uri="{9D8B030D-6E8A-4147-A177-3AD203B41FA5}">
                      <a16:colId xmlns:a16="http://schemas.microsoft.com/office/drawing/2014/main" val="20004"/>
                    </a:ext>
                  </a:extLst>
                </a:gridCol>
                <a:gridCol w="1213849">
                  <a:extLst>
                    <a:ext uri="{9D8B030D-6E8A-4147-A177-3AD203B41FA5}">
                      <a16:colId xmlns:a16="http://schemas.microsoft.com/office/drawing/2014/main" val="20005"/>
                    </a:ext>
                  </a:extLst>
                </a:gridCol>
                <a:gridCol w="1213849">
                  <a:extLst>
                    <a:ext uri="{9D8B030D-6E8A-4147-A177-3AD203B41FA5}">
                      <a16:colId xmlns:a16="http://schemas.microsoft.com/office/drawing/2014/main" val="20006"/>
                    </a:ext>
                  </a:extLst>
                </a:gridCol>
              </a:tblGrid>
              <a:tr h="516445">
                <a:tc>
                  <a:txBody>
                    <a:bodyPr/>
                    <a:lstStyle/>
                    <a:p>
                      <a:r>
                        <a:rPr lang="fr-BE" dirty="0"/>
                        <a:t>Dimanche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Lundi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Mardi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Mercredi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Jeudi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Vendredi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Samedi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6445">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C0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ZoneTexte 2"/>
          <p:cNvSpPr txBox="1"/>
          <p:nvPr/>
        </p:nvSpPr>
        <p:spPr>
          <a:xfrm>
            <a:off x="1907704" y="332656"/>
            <a:ext cx="6779096" cy="707886"/>
          </a:xfrm>
          <a:prstGeom prst="rect">
            <a:avLst/>
          </a:prstGeom>
          <a:noFill/>
        </p:spPr>
        <p:txBody>
          <a:bodyPr wrap="square" rtlCol="0">
            <a:spAutoFit/>
          </a:bodyPr>
          <a:lstStyle/>
          <a:p>
            <a:pPr algn="r"/>
            <a:r>
              <a:rPr lang="fr-BE" sz="4000" b="1" i="1" dirty="0"/>
              <a:t>E</a:t>
            </a:r>
            <a:r>
              <a:rPr lang="nl-BE" sz="4000" b="1" i="1" dirty="0"/>
              <a:t>xemple 1</a:t>
            </a:r>
            <a:endParaRPr lang="en-US" sz="4000" b="1" i="1" dirty="0"/>
          </a:p>
        </p:txBody>
      </p:sp>
      <p:sp>
        <p:nvSpPr>
          <p:cNvPr id="6" name="Espace réservé du numéro de diapositive 5">
            <a:extLst>
              <a:ext uri="{FF2B5EF4-FFF2-40B4-BE49-F238E27FC236}">
                <a16:creationId xmlns:a16="http://schemas.microsoft.com/office/drawing/2014/main" id="{3E32A7C5-0AFF-4B47-B71A-C6D7DFC67B94}"/>
              </a:ext>
            </a:extLst>
          </p:cNvPr>
          <p:cNvSpPr>
            <a:spLocks noGrp="1"/>
          </p:cNvSpPr>
          <p:nvPr>
            <p:ph type="sldNum" sz="quarter" idx="12"/>
          </p:nvPr>
        </p:nvSpPr>
        <p:spPr/>
        <p:txBody>
          <a:bodyPr/>
          <a:lstStyle/>
          <a:p>
            <a:fld id="{55E9056B-6A30-4F99-BDE9-C450E66AE125}" type="slidenum">
              <a:rPr lang="fr-FR" smtClean="0"/>
              <a:pPr/>
              <a:t>27</a:t>
            </a:fld>
            <a:endParaRPr lang="fr-FR"/>
          </a:p>
        </p:txBody>
      </p:sp>
      <p:sp>
        <p:nvSpPr>
          <p:cNvPr id="4" name="ZoneTexte 3">
            <a:extLst>
              <a:ext uri="{FF2B5EF4-FFF2-40B4-BE49-F238E27FC236}">
                <a16:creationId xmlns:a16="http://schemas.microsoft.com/office/drawing/2014/main" id="{8624F651-E1EE-4348-AAB2-F1055A5749E8}"/>
              </a:ext>
            </a:extLst>
          </p:cNvPr>
          <p:cNvSpPr txBox="1"/>
          <p:nvPr/>
        </p:nvSpPr>
        <p:spPr>
          <a:xfrm>
            <a:off x="457200" y="4599920"/>
            <a:ext cx="7920881" cy="1938992"/>
          </a:xfrm>
          <a:prstGeom prst="rect">
            <a:avLst/>
          </a:prstGeom>
          <a:noFill/>
        </p:spPr>
        <p:txBody>
          <a:bodyPr wrap="square" rtlCol="0">
            <a:spAutoFit/>
          </a:bodyPr>
          <a:lstStyle/>
          <a:p>
            <a:pPr marL="457200" indent="-457200">
              <a:buFont typeface="Wingdings" panose="05000000000000000000" pitchFamily="2" charset="2"/>
              <a:buChar char="Ø"/>
            </a:pPr>
            <a:r>
              <a:rPr lang="fr-BE" sz="3000" dirty="0">
                <a:solidFill>
                  <a:prstClr val="black"/>
                </a:solidFill>
                <a:ea typeface="+mj-ea"/>
                <a:cs typeface="+mj-cs"/>
              </a:rPr>
              <a:t>Samedi indemnisable dans son </a:t>
            </a:r>
            <a:r>
              <a:rPr lang="fr-BE" sz="3000" b="1" dirty="0">
                <a:solidFill>
                  <a:srgbClr val="C00000"/>
                </a:solidFill>
                <a:ea typeface="+mj-ea"/>
                <a:cs typeface="+mj-cs"/>
              </a:rPr>
              <a:t>entièreté</a:t>
            </a:r>
            <a:r>
              <a:rPr lang="fr-BE" sz="3000" dirty="0">
                <a:solidFill>
                  <a:prstClr val="black"/>
                </a:solidFill>
                <a:ea typeface="+mj-ea"/>
                <a:cs typeface="+mj-cs"/>
              </a:rPr>
              <a:t> car les jours de vacances couverts par pécule sont considérés comme des jours indemnisables en CC</a:t>
            </a:r>
            <a:endParaRPr lang="fr-BE" dirty="0"/>
          </a:p>
        </p:txBody>
      </p:sp>
    </p:spTree>
    <p:extLst>
      <p:ext uri="{BB962C8B-B14F-4D97-AF65-F5344CB8AC3E}">
        <p14:creationId xmlns:p14="http://schemas.microsoft.com/office/powerpoint/2010/main" val="1367091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568278"/>
            <a:ext cx="8229600" cy="1996331"/>
          </a:xfrm>
        </p:spPr>
        <p:txBody>
          <a:bodyPr>
            <a:normAutofit/>
          </a:bodyPr>
          <a:lstStyle/>
          <a:p>
            <a:pPr algn="l"/>
            <a:r>
              <a:rPr lang="en-US" sz="3000" dirty="0"/>
              <a:t>Du lundi au vendredi, 5 jours de congés couverts par pécule</a:t>
            </a:r>
            <a:br>
              <a:rPr lang="en-US" sz="3000" dirty="0"/>
            </a:br>
            <a:r>
              <a:rPr lang="en-US" sz="3000" dirty="0"/>
              <a:t>Samedi indemnisable ?</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543067696"/>
              </p:ext>
            </p:extLst>
          </p:nvPr>
        </p:nvGraphicFramePr>
        <p:xfrm>
          <a:off x="323528" y="1556792"/>
          <a:ext cx="8568952" cy="1152128"/>
        </p:xfrm>
        <a:graphic>
          <a:graphicData uri="http://schemas.openxmlformats.org/drawingml/2006/table">
            <a:tbl>
              <a:tblPr firstRow="1" bandRow="1">
                <a:tableStyleId>{F5AB1C69-6EDB-4FF4-983F-18BD219EF322}</a:tableStyleId>
              </a:tblPr>
              <a:tblGrid>
                <a:gridCol w="122413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1224136">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gridCol w="1224136">
                  <a:extLst>
                    <a:ext uri="{9D8B030D-6E8A-4147-A177-3AD203B41FA5}">
                      <a16:colId xmlns:a16="http://schemas.microsoft.com/office/drawing/2014/main" val="20006"/>
                    </a:ext>
                  </a:extLst>
                </a:gridCol>
              </a:tblGrid>
              <a:tr h="609022">
                <a:tc>
                  <a:txBody>
                    <a:bodyPr/>
                    <a:lstStyle/>
                    <a:p>
                      <a:r>
                        <a:rPr lang="fr-BE" dirty="0"/>
                        <a:t>Dimanche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Lundi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Mardi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Mercredi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Jeudi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Vendredi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BE" dirty="0"/>
                        <a:t>Samedi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310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BE" dirty="0"/>
                        <a:t>V</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solidFill>
                            <a:srgbClr val="C0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ZoneTexte 2"/>
          <p:cNvSpPr txBox="1"/>
          <p:nvPr/>
        </p:nvSpPr>
        <p:spPr>
          <a:xfrm>
            <a:off x="2411759" y="332656"/>
            <a:ext cx="6275039" cy="707886"/>
          </a:xfrm>
          <a:prstGeom prst="rect">
            <a:avLst/>
          </a:prstGeom>
          <a:noFill/>
        </p:spPr>
        <p:txBody>
          <a:bodyPr wrap="square" rtlCol="0">
            <a:spAutoFit/>
          </a:bodyPr>
          <a:lstStyle/>
          <a:p>
            <a:pPr algn="r"/>
            <a:r>
              <a:rPr lang="fr-BE" sz="4000" b="1" i="1" dirty="0"/>
              <a:t>Exemple 2</a:t>
            </a:r>
            <a:endParaRPr lang="en-US" sz="4000" b="1" i="1" dirty="0"/>
          </a:p>
        </p:txBody>
      </p:sp>
      <p:sp>
        <p:nvSpPr>
          <p:cNvPr id="6" name="Espace réservé du numéro de diapositive 5">
            <a:extLst>
              <a:ext uri="{FF2B5EF4-FFF2-40B4-BE49-F238E27FC236}">
                <a16:creationId xmlns:a16="http://schemas.microsoft.com/office/drawing/2014/main" id="{D7ECD827-BAB6-4369-A5BD-82D2D0E7ABBF}"/>
              </a:ext>
            </a:extLst>
          </p:cNvPr>
          <p:cNvSpPr>
            <a:spLocks noGrp="1"/>
          </p:cNvSpPr>
          <p:nvPr>
            <p:ph type="sldNum" sz="quarter" idx="12"/>
          </p:nvPr>
        </p:nvSpPr>
        <p:spPr/>
        <p:txBody>
          <a:bodyPr/>
          <a:lstStyle/>
          <a:p>
            <a:fld id="{55E9056B-6A30-4F99-BDE9-C450E66AE125}" type="slidenum">
              <a:rPr lang="fr-FR" smtClean="0"/>
              <a:pPr/>
              <a:t>28</a:t>
            </a:fld>
            <a:endParaRPr lang="fr-FR"/>
          </a:p>
        </p:txBody>
      </p:sp>
      <p:sp>
        <p:nvSpPr>
          <p:cNvPr id="7" name="ZoneTexte 6">
            <a:extLst>
              <a:ext uri="{FF2B5EF4-FFF2-40B4-BE49-F238E27FC236}">
                <a16:creationId xmlns:a16="http://schemas.microsoft.com/office/drawing/2014/main" id="{91D40A8F-58D1-4786-92CC-B8AF4541F710}"/>
              </a:ext>
            </a:extLst>
          </p:cNvPr>
          <p:cNvSpPr txBox="1"/>
          <p:nvPr/>
        </p:nvSpPr>
        <p:spPr>
          <a:xfrm>
            <a:off x="457200" y="4725144"/>
            <a:ext cx="8435280" cy="1477328"/>
          </a:xfrm>
          <a:prstGeom prst="rect">
            <a:avLst/>
          </a:prstGeom>
          <a:noFill/>
        </p:spPr>
        <p:txBody>
          <a:bodyPr wrap="square" rtlCol="0">
            <a:spAutoFit/>
          </a:bodyPr>
          <a:lstStyle/>
          <a:p>
            <a:pPr marL="285750" indent="-285750">
              <a:buFont typeface="Wingdings" panose="05000000000000000000" pitchFamily="2" charset="2"/>
              <a:buChar char="Ø"/>
            </a:pPr>
            <a:r>
              <a:rPr lang="fr-BE" sz="3000" dirty="0"/>
              <a:t>un samedi qui suit immédiatement 5 jours V est considéré comme jour V</a:t>
            </a:r>
          </a:p>
          <a:p>
            <a:pPr marL="285750" indent="-285750">
              <a:buFont typeface="Wingdings" panose="05000000000000000000" pitchFamily="2" charset="2"/>
              <a:buChar char="Ø"/>
            </a:pPr>
            <a:r>
              <a:rPr lang="fr-BE" sz="3000" b="1" dirty="0">
                <a:solidFill>
                  <a:srgbClr val="C00000"/>
                </a:solidFill>
              </a:rPr>
              <a:t>Non indemnisable</a:t>
            </a:r>
            <a:r>
              <a:rPr lang="fr-BE" sz="3000" dirty="0"/>
              <a:t> si solde de VP &gt; 0</a:t>
            </a:r>
          </a:p>
        </p:txBody>
      </p:sp>
    </p:spTree>
    <p:extLst>
      <p:ext uri="{BB962C8B-B14F-4D97-AF65-F5344CB8AC3E}">
        <p14:creationId xmlns:p14="http://schemas.microsoft.com/office/powerpoint/2010/main" val="1498639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6ED26-C080-4EFF-A000-4DC85989065E}"/>
              </a:ext>
            </a:extLst>
          </p:cNvPr>
          <p:cNvSpPr>
            <a:spLocks noGrp="1"/>
          </p:cNvSpPr>
          <p:nvPr>
            <p:ph type="title"/>
          </p:nvPr>
        </p:nvSpPr>
        <p:spPr/>
        <p:txBody>
          <a:bodyPr/>
          <a:lstStyle/>
          <a:p>
            <a:pPr algn="r"/>
            <a:r>
              <a:rPr lang="fr-BE" b="1" i="1" dirty="0"/>
              <a:t>Exemple 3</a:t>
            </a:r>
          </a:p>
        </p:txBody>
      </p:sp>
      <p:graphicFrame>
        <p:nvGraphicFramePr>
          <p:cNvPr id="5" name="Tableau 5">
            <a:extLst>
              <a:ext uri="{FF2B5EF4-FFF2-40B4-BE49-F238E27FC236}">
                <a16:creationId xmlns:a16="http://schemas.microsoft.com/office/drawing/2014/main" id="{7FF0CFC1-088A-400D-82E8-2F7A2DEC7F2D}"/>
              </a:ext>
            </a:extLst>
          </p:cNvPr>
          <p:cNvGraphicFramePr>
            <a:graphicFrameLocks noGrp="1"/>
          </p:cNvGraphicFramePr>
          <p:nvPr>
            <p:ph idx="1"/>
            <p:extLst>
              <p:ext uri="{D42A27DB-BD31-4B8C-83A1-F6EECF244321}">
                <p14:modId xmlns:p14="http://schemas.microsoft.com/office/powerpoint/2010/main" val="4178687394"/>
              </p:ext>
            </p:extLst>
          </p:nvPr>
        </p:nvGraphicFramePr>
        <p:xfrm>
          <a:off x="611560" y="1203960"/>
          <a:ext cx="8229606" cy="2225040"/>
        </p:xfrm>
        <a:graphic>
          <a:graphicData uri="http://schemas.openxmlformats.org/drawingml/2006/table">
            <a:tbl>
              <a:tblPr firstRow="1" bandRow="1">
                <a:tableStyleId>{F5AB1C69-6EDB-4FF4-983F-18BD219EF322}</a:tableStyleId>
              </a:tblPr>
              <a:tblGrid>
                <a:gridCol w="514400">
                  <a:extLst>
                    <a:ext uri="{9D8B030D-6E8A-4147-A177-3AD203B41FA5}">
                      <a16:colId xmlns:a16="http://schemas.microsoft.com/office/drawing/2014/main" val="3492810367"/>
                    </a:ext>
                  </a:extLst>
                </a:gridCol>
                <a:gridCol w="661258">
                  <a:extLst>
                    <a:ext uri="{9D8B030D-6E8A-4147-A177-3AD203B41FA5}">
                      <a16:colId xmlns:a16="http://schemas.microsoft.com/office/drawing/2014/main" val="1372491392"/>
                    </a:ext>
                  </a:extLst>
                </a:gridCol>
                <a:gridCol w="490870">
                  <a:extLst>
                    <a:ext uri="{9D8B030D-6E8A-4147-A177-3AD203B41FA5}">
                      <a16:colId xmlns:a16="http://schemas.microsoft.com/office/drawing/2014/main" val="2650371723"/>
                    </a:ext>
                  </a:extLst>
                </a:gridCol>
                <a:gridCol w="684788">
                  <a:extLst>
                    <a:ext uri="{9D8B030D-6E8A-4147-A177-3AD203B41FA5}">
                      <a16:colId xmlns:a16="http://schemas.microsoft.com/office/drawing/2014/main" val="2089236370"/>
                    </a:ext>
                  </a:extLst>
                </a:gridCol>
                <a:gridCol w="467340">
                  <a:extLst>
                    <a:ext uri="{9D8B030D-6E8A-4147-A177-3AD203B41FA5}">
                      <a16:colId xmlns:a16="http://schemas.microsoft.com/office/drawing/2014/main" val="2106544996"/>
                    </a:ext>
                  </a:extLst>
                </a:gridCol>
                <a:gridCol w="708318">
                  <a:extLst>
                    <a:ext uri="{9D8B030D-6E8A-4147-A177-3AD203B41FA5}">
                      <a16:colId xmlns:a16="http://schemas.microsoft.com/office/drawing/2014/main" val="3403616367"/>
                    </a:ext>
                  </a:extLst>
                </a:gridCol>
                <a:gridCol w="515818">
                  <a:extLst>
                    <a:ext uri="{9D8B030D-6E8A-4147-A177-3AD203B41FA5}">
                      <a16:colId xmlns:a16="http://schemas.microsoft.com/office/drawing/2014/main" val="1140167722"/>
                    </a:ext>
                  </a:extLst>
                </a:gridCol>
                <a:gridCol w="659840">
                  <a:extLst>
                    <a:ext uri="{9D8B030D-6E8A-4147-A177-3AD203B41FA5}">
                      <a16:colId xmlns:a16="http://schemas.microsoft.com/office/drawing/2014/main" val="647569628"/>
                    </a:ext>
                  </a:extLst>
                </a:gridCol>
                <a:gridCol w="492288">
                  <a:extLst>
                    <a:ext uri="{9D8B030D-6E8A-4147-A177-3AD203B41FA5}">
                      <a16:colId xmlns:a16="http://schemas.microsoft.com/office/drawing/2014/main" val="262629335"/>
                    </a:ext>
                  </a:extLst>
                </a:gridCol>
                <a:gridCol w="683370">
                  <a:extLst>
                    <a:ext uri="{9D8B030D-6E8A-4147-A177-3AD203B41FA5}">
                      <a16:colId xmlns:a16="http://schemas.microsoft.com/office/drawing/2014/main" val="1221765597"/>
                    </a:ext>
                  </a:extLst>
                </a:gridCol>
                <a:gridCol w="468758">
                  <a:extLst>
                    <a:ext uri="{9D8B030D-6E8A-4147-A177-3AD203B41FA5}">
                      <a16:colId xmlns:a16="http://schemas.microsoft.com/office/drawing/2014/main" val="4286565595"/>
                    </a:ext>
                  </a:extLst>
                </a:gridCol>
                <a:gridCol w="706900">
                  <a:extLst>
                    <a:ext uri="{9D8B030D-6E8A-4147-A177-3AD203B41FA5}">
                      <a16:colId xmlns:a16="http://schemas.microsoft.com/office/drawing/2014/main" val="769851445"/>
                    </a:ext>
                  </a:extLst>
                </a:gridCol>
                <a:gridCol w="445228">
                  <a:extLst>
                    <a:ext uri="{9D8B030D-6E8A-4147-A177-3AD203B41FA5}">
                      <a16:colId xmlns:a16="http://schemas.microsoft.com/office/drawing/2014/main" val="939143435"/>
                    </a:ext>
                  </a:extLst>
                </a:gridCol>
                <a:gridCol w="730430">
                  <a:extLst>
                    <a:ext uri="{9D8B030D-6E8A-4147-A177-3AD203B41FA5}">
                      <a16:colId xmlns:a16="http://schemas.microsoft.com/office/drawing/2014/main" val="3993264869"/>
                    </a:ext>
                  </a:extLst>
                </a:gridCol>
              </a:tblGrid>
              <a:tr h="370840">
                <a:tc gridSpan="2">
                  <a:txBody>
                    <a:bodyPr/>
                    <a:lstStyle/>
                    <a:p>
                      <a:r>
                        <a:rPr lang="fr-BE" dirty="0"/>
                        <a:t>Dimanche</a:t>
                      </a:r>
                    </a:p>
                  </a:txBody>
                  <a:tcPr/>
                </a:tc>
                <a:tc hMerge="1">
                  <a:txBody>
                    <a:bodyPr/>
                    <a:lstStyle/>
                    <a:p>
                      <a:endParaRPr lang="fr-BE"/>
                    </a:p>
                  </a:txBody>
                  <a:tcPr/>
                </a:tc>
                <a:tc gridSpan="2">
                  <a:txBody>
                    <a:bodyPr/>
                    <a:lstStyle/>
                    <a:p>
                      <a:r>
                        <a:rPr lang="fr-BE" dirty="0"/>
                        <a:t>Lundi</a:t>
                      </a:r>
                    </a:p>
                  </a:txBody>
                  <a:tcPr/>
                </a:tc>
                <a:tc hMerge="1">
                  <a:txBody>
                    <a:bodyPr/>
                    <a:lstStyle/>
                    <a:p>
                      <a:endParaRPr lang="fr-BE"/>
                    </a:p>
                  </a:txBody>
                  <a:tcPr/>
                </a:tc>
                <a:tc gridSpan="2">
                  <a:txBody>
                    <a:bodyPr/>
                    <a:lstStyle/>
                    <a:p>
                      <a:r>
                        <a:rPr lang="fr-BE" dirty="0"/>
                        <a:t>Mardi</a:t>
                      </a:r>
                    </a:p>
                  </a:txBody>
                  <a:tcPr/>
                </a:tc>
                <a:tc hMerge="1">
                  <a:txBody>
                    <a:bodyPr/>
                    <a:lstStyle/>
                    <a:p>
                      <a:endParaRPr lang="fr-BE"/>
                    </a:p>
                  </a:txBody>
                  <a:tcPr/>
                </a:tc>
                <a:tc gridSpan="2">
                  <a:txBody>
                    <a:bodyPr/>
                    <a:lstStyle/>
                    <a:p>
                      <a:r>
                        <a:rPr lang="fr-BE" dirty="0"/>
                        <a:t>Mercredi </a:t>
                      </a:r>
                    </a:p>
                  </a:txBody>
                  <a:tcPr/>
                </a:tc>
                <a:tc hMerge="1">
                  <a:txBody>
                    <a:bodyPr/>
                    <a:lstStyle/>
                    <a:p>
                      <a:endParaRPr lang="fr-BE"/>
                    </a:p>
                  </a:txBody>
                  <a:tcPr/>
                </a:tc>
                <a:tc gridSpan="2">
                  <a:txBody>
                    <a:bodyPr/>
                    <a:lstStyle/>
                    <a:p>
                      <a:r>
                        <a:rPr lang="fr-BE" dirty="0"/>
                        <a:t>Jeudi</a:t>
                      </a:r>
                    </a:p>
                  </a:txBody>
                  <a:tcPr/>
                </a:tc>
                <a:tc hMerge="1">
                  <a:txBody>
                    <a:bodyPr/>
                    <a:lstStyle/>
                    <a:p>
                      <a:endParaRPr lang="fr-BE"/>
                    </a:p>
                  </a:txBody>
                  <a:tcPr/>
                </a:tc>
                <a:tc gridSpan="2">
                  <a:txBody>
                    <a:bodyPr/>
                    <a:lstStyle/>
                    <a:p>
                      <a:r>
                        <a:rPr lang="fr-BE" dirty="0"/>
                        <a:t>Vendredi</a:t>
                      </a:r>
                    </a:p>
                  </a:txBody>
                  <a:tcPr/>
                </a:tc>
                <a:tc hMerge="1">
                  <a:txBody>
                    <a:bodyPr/>
                    <a:lstStyle/>
                    <a:p>
                      <a:endParaRPr lang="fr-BE"/>
                    </a:p>
                  </a:txBody>
                  <a:tcPr/>
                </a:tc>
                <a:tc gridSpan="2">
                  <a:txBody>
                    <a:bodyPr/>
                    <a:lstStyle/>
                    <a:p>
                      <a:r>
                        <a:rPr lang="fr-BE" dirty="0"/>
                        <a:t>Samedi</a:t>
                      </a:r>
                    </a:p>
                  </a:txBody>
                  <a:tcPr/>
                </a:tc>
                <a:tc hMerge="1">
                  <a:txBody>
                    <a:bodyPr/>
                    <a:lstStyle/>
                    <a:p>
                      <a:endParaRPr lang="fr-BE"/>
                    </a:p>
                  </a:txBody>
                  <a:tcPr/>
                </a:tc>
                <a:extLst>
                  <a:ext uri="{0D108BD9-81ED-4DB2-BD59-A6C34878D82A}">
                    <a16:rowId xmlns:a16="http://schemas.microsoft.com/office/drawing/2014/main" val="3881610569"/>
                  </a:ext>
                </a:extLst>
              </a:tr>
              <a:tr h="370840">
                <a:tc>
                  <a:txBody>
                    <a:bodyPr/>
                    <a:lstStyle/>
                    <a:p>
                      <a:r>
                        <a:rPr lang="fr-BE" dirty="0"/>
                        <a:t>1</a:t>
                      </a:r>
                    </a:p>
                  </a:txBody>
                  <a:tcPr/>
                </a:tc>
                <a:tc>
                  <a:txBody>
                    <a:bodyPr/>
                    <a:lstStyle/>
                    <a:p>
                      <a:endParaRPr lang="fr-BE" dirty="0"/>
                    </a:p>
                  </a:txBody>
                  <a:tcPr/>
                </a:tc>
                <a:tc>
                  <a:txBody>
                    <a:bodyPr/>
                    <a:lstStyle/>
                    <a:p>
                      <a:r>
                        <a:rPr lang="fr-BE" dirty="0"/>
                        <a:t>2</a:t>
                      </a:r>
                    </a:p>
                  </a:txBody>
                  <a:tcPr/>
                </a:tc>
                <a:tc>
                  <a:txBody>
                    <a:bodyPr/>
                    <a:lstStyle/>
                    <a:p>
                      <a:endParaRPr lang="fr-BE" dirty="0"/>
                    </a:p>
                  </a:txBody>
                  <a:tcPr>
                    <a:solidFill>
                      <a:schemeClr val="tx1"/>
                    </a:solidFill>
                  </a:tcPr>
                </a:tc>
                <a:tc>
                  <a:txBody>
                    <a:bodyPr/>
                    <a:lstStyle/>
                    <a:p>
                      <a:r>
                        <a:rPr lang="fr-BE" dirty="0"/>
                        <a:t>3</a:t>
                      </a:r>
                    </a:p>
                  </a:txBody>
                  <a:tcPr/>
                </a:tc>
                <a:tc>
                  <a:txBody>
                    <a:bodyPr/>
                    <a:lstStyle/>
                    <a:p>
                      <a:endParaRPr lang="fr-BE" dirty="0"/>
                    </a:p>
                  </a:txBody>
                  <a:tcPr>
                    <a:solidFill>
                      <a:schemeClr val="tx1"/>
                    </a:solidFill>
                  </a:tcPr>
                </a:tc>
                <a:tc>
                  <a:txBody>
                    <a:bodyPr/>
                    <a:lstStyle/>
                    <a:p>
                      <a:r>
                        <a:rPr lang="fr-BE" dirty="0"/>
                        <a:t>4</a:t>
                      </a:r>
                    </a:p>
                  </a:txBody>
                  <a:tcPr/>
                </a:tc>
                <a:tc>
                  <a:txBody>
                    <a:bodyPr/>
                    <a:lstStyle/>
                    <a:p>
                      <a:endParaRPr lang="fr-BE" dirty="0"/>
                    </a:p>
                  </a:txBody>
                  <a:tcPr/>
                </a:tc>
                <a:tc>
                  <a:txBody>
                    <a:bodyPr/>
                    <a:lstStyle/>
                    <a:p>
                      <a:r>
                        <a:rPr lang="fr-BE" dirty="0"/>
                        <a:t>5</a:t>
                      </a:r>
                    </a:p>
                  </a:txBody>
                  <a:tcPr/>
                </a:tc>
                <a:tc>
                  <a:txBody>
                    <a:bodyPr/>
                    <a:lstStyle/>
                    <a:p>
                      <a:endParaRPr lang="fr-BE" dirty="0"/>
                    </a:p>
                  </a:txBody>
                  <a:tcPr/>
                </a:tc>
                <a:tc>
                  <a:txBody>
                    <a:bodyPr/>
                    <a:lstStyle/>
                    <a:p>
                      <a:r>
                        <a:rPr lang="fr-BE" dirty="0"/>
                        <a:t>6</a:t>
                      </a:r>
                    </a:p>
                  </a:txBody>
                  <a:tcPr/>
                </a:tc>
                <a:tc>
                  <a:txBody>
                    <a:bodyPr/>
                    <a:lstStyle/>
                    <a:p>
                      <a:endParaRPr lang="fr-BE" dirty="0"/>
                    </a:p>
                  </a:txBody>
                  <a:tcPr/>
                </a:tc>
                <a:tc>
                  <a:txBody>
                    <a:bodyPr/>
                    <a:lstStyle/>
                    <a:p>
                      <a:r>
                        <a:rPr lang="fr-BE" dirty="0"/>
                        <a:t>7</a:t>
                      </a:r>
                    </a:p>
                  </a:txBody>
                  <a:tcPr/>
                </a:tc>
                <a:tc>
                  <a:txBody>
                    <a:bodyPr/>
                    <a:lstStyle/>
                    <a:p>
                      <a:pPr algn="ctr"/>
                      <a:r>
                        <a:rPr lang="fr-BE" b="1" dirty="0">
                          <a:solidFill>
                            <a:srgbClr val="C00000"/>
                          </a:solidFill>
                        </a:rPr>
                        <a:t>?</a:t>
                      </a:r>
                    </a:p>
                  </a:txBody>
                  <a:tcPr/>
                </a:tc>
                <a:extLst>
                  <a:ext uri="{0D108BD9-81ED-4DB2-BD59-A6C34878D82A}">
                    <a16:rowId xmlns:a16="http://schemas.microsoft.com/office/drawing/2014/main" val="203619961"/>
                  </a:ext>
                </a:extLst>
              </a:tr>
              <a:tr h="370840">
                <a:tc>
                  <a:txBody>
                    <a:bodyPr/>
                    <a:lstStyle/>
                    <a:p>
                      <a:r>
                        <a:rPr lang="fr-BE" dirty="0"/>
                        <a:t>8</a:t>
                      </a:r>
                    </a:p>
                  </a:txBody>
                  <a:tcPr/>
                </a:tc>
                <a:tc>
                  <a:txBody>
                    <a:bodyPr/>
                    <a:lstStyle/>
                    <a:p>
                      <a:endParaRPr lang="fr-BE" dirty="0"/>
                    </a:p>
                  </a:txBody>
                  <a:tcPr/>
                </a:tc>
                <a:tc>
                  <a:txBody>
                    <a:bodyPr/>
                    <a:lstStyle/>
                    <a:p>
                      <a:r>
                        <a:rPr lang="fr-BE" dirty="0"/>
                        <a:t>9</a:t>
                      </a:r>
                    </a:p>
                  </a:txBody>
                  <a:tcPr/>
                </a:tc>
                <a:tc>
                  <a:txBody>
                    <a:bodyPr/>
                    <a:lstStyle/>
                    <a:p>
                      <a:endParaRPr lang="fr-BE" dirty="0"/>
                    </a:p>
                  </a:txBody>
                  <a:tcPr/>
                </a:tc>
                <a:tc>
                  <a:txBody>
                    <a:bodyPr/>
                    <a:lstStyle/>
                    <a:p>
                      <a:r>
                        <a:rPr lang="fr-BE" dirty="0"/>
                        <a:t>10</a:t>
                      </a:r>
                    </a:p>
                  </a:txBody>
                  <a:tcPr/>
                </a:tc>
                <a:tc>
                  <a:txBody>
                    <a:bodyPr/>
                    <a:lstStyle/>
                    <a:p>
                      <a:endParaRPr lang="fr-BE" dirty="0"/>
                    </a:p>
                  </a:txBody>
                  <a:tcPr/>
                </a:tc>
                <a:tc>
                  <a:txBody>
                    <a:bodyPr/>
                    <a:lstStyle/>
                    <a:p>
                      <a:r>
                        <a:rPr lang="fr-BE" dirty="0"/>
                        <a:t>11</a:t>
                      </a:r>
                    </a:p>
                  </a:txBody>
                  <a:tcPr/>
                </a:tc>
                <a:tc>
                  <a:txBody>
                    <a:bodyPr/>
                    <a:lstStyle/>
                    <a:p>
                      <a:endParaRPr lang="fr-BE" dirty="0"/>
                    </a:p>
                  </a:txBody>
                  <a:tcPr/>
                </a:tc>
                <a:tc>
                  <a:txBody>
                    <a:bodyPr/>
                    <a:lstStyle/>
                    <a:p>
                      <a:r>
                        <a:rPr lang="fr-BE" dirty="0"/>
                        <a:t>12</a:t>
                      </a:r>
                    </a:p>
                  </a:txBody>
                  <a:tcPr/>
                </a:tc>
                <a:tc>
                  <a:txBody>
                    <a:bodyPr/>
                    <a:lstStyle/>
                    <a:p>
                      <a:endParaRPr lang="fr-BE" dirty="0"/>
                    </a:p>
                  </a:txBody>
                  <a:tcPr/>
                </a:tc>
                <a:tc>
                  <a:txBody>
                    <a:bodyPr/>
                    <a:lstStyle/>
                    <a:p>
                      <a:r>
                        <a:rPr lang="fr-BE" dirty="0"/>
                        <a:t>13</a:t>
                      </a:r>
                    </a:p>
                  </a:txBody>
                  <a:tcPr/>
                </a:tc>
                <a:tc>
                  <a:txBody>
                    <a:bodyPr/>
                    <a:lstStyle/>
                    <a:p>
                      <a:endParaRPr lang="fr-BE" dirty="0"/>
                    </a:p>
                  </a:txBody>
                  <a:tcPr>
                    <a:solidFill>
                      <a:schemeClr val="tx1"/>
                    </a:solidFill>
                  </a:tcPr>
                </a:tc>
                <a:tc>
                  <a:txBody>
                    <a:bodyPr/>
                    <a:lstStyle/>
                    <a:p>
                      <a:r>
                        <a:rPr lang="fr-BE" dirty="0"/>
                        <a:t>14</a:t>
                      </a:r>
                    </a:p>
                  </a:txBody>
                  <a:tcPr/>
                </a:tc>
                <a:tc>
                  <a:txBody>
                    <a:bodyPr/>
                    <a:lstStyle/>
                    <a:p>
                      <a:pPr algn="ctr"/>
                      <a:r>
                        <a:rPr lang="fr-BE" b="1" dirty="0">
                          <a:solidFill>
                            <a:srgbClr val="C00000"/>
                          </a:solidFill>
                        </a:rPr>
                        <a:t>?</a:t>
                      </a:r>
                    </a:p>
                  </a:txBody>
                  <a:tcPr/>
                </a:tc>
                <a:extLst>
                  <a:ext uri="{0D108BD9-81ED-4DB2-BD59-A6C34878D82A}">
                    <a16:rowId xmlns:a16="http://schemas.microsoft.com/office/drawing/2014/main" val="761965707"/>
                  </a:ext>
                </a:extLst>
              </a:tr>
              <a:tr h="370840">
                <a:tc>
                  <a:txBody>
                    <a:bodyPr/>
                    <a:lstStyle/>
                    <a:p>
                      <a:r>
                        <a:rPr lang="fr-BE" dirty="0"/>
                        <a:t>15</a:t>
                      </a:r>
                    </a:p>
                  </a:txBody>
                  <a:tcPr/>
                </a:tc>
                <a:tc>
                  <a:txBody>
                    <a:bodyPr/>
                    <a:lstStyle/>
                    <a:p>
                      <a:endParaRPr lang="fr-BE" dirty="0"/>
                    </a:p>
                  </a:txBody>
                  <a:tcPr/>
                </a:tc>
                <a:tc>
                  <a:txBody>
                    <a:bodyPr/>
                    <a:lstStyle/>
                    <a:p>
                      <a:r>
                        <a:rPr lang="fr-BE" dirty="0"/>
                        <a:t>16</a:t>
                      </a:r>
                    </a:p>
                  </a:txBody>
                  <a:tcPr/>
                </a:tc>
                <a:tc>
                  <a:txBody>
                    <a:bodyPr/>
                    <a:lstStyle/>
                    <a:p>
                      <a:endParaRPr lang="fr-BE" dirty="0"/>
                    </a:p>
                  </a:txBody>
                  <a:tcPr>
                    <a:solidFill>
                      <a:schemeClr val="tx1"/>
                    </a:solidFill>
                  </a:tcPr>
                </a:tc>
                <a:tc>
                  <a:txBody>
                    <a:bodyPr/>
                    <a:lstStyle/>
                    <a:p>
                      <a:r>
                        <a:rPr lang="fr-BE" dirty="0"/>
                        <a:t>17</a:t>
                      </a:r>
                    </a:p>
                  </a:txBody>
                  <a:tcPr/>
                </a:tc>
                <a:tc>
                  <a:txBody>
                    <a:bodyPr/>
                    <a:lstStyle/>
                    <a:p>
                      <a:endParaRPr lang="fr-BE" dirty="0"/>
                    </a:p>
                  </a:txBody>
                  <a:tcPr/>
                </a:tc>
                <a:tc>
                  <a:txBody>
                    <a:bodyPr/>
                    <a:lstStyle/>
                    <a:p>
                      <a:r>
                        <a:rPr lang="fr-BE" dirty="0"/>
                        <a:t>18</a:t>
                      </a:r>
                    </a:p>
                  </a:txBody>
                  <a:tcPr/>
                </a:tc>
                <a:tc>
                  <a:txBody>
                    <a:bodyPr/>
                    <a:lstStyle/>
                    <a:p>
                      <a:endParaRPr lang="fr-BE" dirty="0"/>
                    </a:p>
                  </a:txBody>
                  <a:tcPr/>
                </a:tc>
                <a:tc>
                  <a:txBody>
                    <a:bodyPr/>
                    <a:lstStyle/>
                    <a:p>
                      <a:r>
                        <a:rPr lang="fr-BE" dirty="0"/>
                        <a:t>19</a:t>
                      </a:r>
                    </a:p>
                  </a:txBody>
                  <a:tcPr/>
                </a:tc>
                <a:tc>
                  <a:txBody>
                    <a:bodyPr/>
                    <a:lstStyle/>
                    <a:p>
                      <a:endParaRPr lang="fr-BE" dirty="0"/>
                    </a:p>
                  </a:txBody>
                  <a:tcPr/>
                </a:tc>
                <a:tc>
                  <a:txBody>
                    <a:bodyPr/>
                    <a:lstStyle/>
                    <a:p>
                      <a:r>
                        <a:rPr lang="fr-BE" dirty="0"/>
                        <a:t>20</a:t>
                      </a:r>
                    </a:p>
                  </a:txBody>
                  <a:tcPr/>
                </a:tc>
                <a:tc>
                  <a:txBody>
                    <a:bodyPr/>
                    <a:lstStyle/>
                    <a:p>
                      <a:endParaRPr lang="fr-BE" dirty="0"/>
                    </a:p>
                  </a:txBody>
                  <a:tcPr/>
                </a:tc>
                <a:tc>
                  <a:txBody>
                    <a:bodyPr/>
                    <a:lstStyle/>
                    <a:p>
                      <a:r>
                        <a:rPr lang="fr-BE" dirty="0"/>
                        <a:t>21</a:t>
                      </a:r>
                    </a:p>
                  </a:txBody>
                  <a:tcPr/>
                </a:tc>
                <a:tc>
                  <a:txBody>
                    <a:bodyPr/>
                    <a:lstStyle/>
                    <a:p>
                      <a:pPr algn="ctr"/>
                      <a:r>
                        <a:rPr lang="fr-BE" b="1" dirty="0">
                          <a:solidFill>
                            <a:srgbClr val="C00000"/>
                          </a:solidFill>
                        </a:rPr>
                        <a:t>?</a:t>
                      </a:r>
                    </a:p>
                  </a:txBody>
                  <a:tcPr/>
                </a:tc>
                <a:extLst>
                  <a:ext uri="{0D108BD9-81ED-4DB2-BD59-A6C34878D82A}">
                    <a16:rowId xmlns:a16="http://schemas.microsoft.com/office/drawing/2014/main" val="434479511"/>
                  </a:ext>
                </a:extLst>
              </a:tr>
              <a:tr h="370840">
                <a:tc>
                  <a:txBody>
                    <a:bodyPr/>
                    <a:lstStyle/>
                    <a:p>
                      <a:r>
                        <a:rPr lang="fr-BE" dirty="0"/>
                        <a:t>22</a:t>
                      </a:r>
                    </a:p>
                  </a:txBody>
                  <a:tcPr/>
                </a:tc>
                <a:tc>
                  <a:txBody>
                    <a:bodyPr/>
                    <a:lstStyle/>
                    <a:p>
                      <a:endParaRPr lang="fr-BE" dirty="0"/>
                    </a:p>
                  </a:txBody>
                  <a:tcPr/>
                </a:tc>
                <a:tc>
                  <a:txBody>
                    <a:bodyPr/>
                    <a:lstStyle/>
                    <a:p>
                      <a:r>
                        <a:rPr lang="fr-BE" dirty="0"/>
                        <a:t>23</a:t>
                      </a:r>
                    </a:p>
                  </a:txBody>
                  <a:tcPr/>
                </a:tc>
                <a:tc>
                  <a:txBody>
                    <a:bodyPr/>
                    <a:lstStyle/>
                    <a:p>
                      <a:endParaRPr lang="fr-BE" dirty="0"/>
                    </a:p>
                  </a:txBody>
                  <a:tcPr/>
                </a:tc>
                <a:tc>
                  <a:txBody>
                    <a:bodyPr/>
                    <a:lstStyle/>
                    <a:p>
                      <a:r>
                        <a:rPr lang="fr-BE" dirty="0"/>
                        <a:t>24</a:t>
                      </a:r>
                    </a:p>
                  </a:txBody>
                  <a:tcPr/>
                </a:tc>
                <a:tc>
                  <a:txBody>
                    <a:bodyPr/>
                    <a:lstStyle/>
                    <a:p>
                      <a:endParaRPr lang="fr-BE" dirty="0"/>
                    </a:p>
                  </a:txBody>
                  <a:tcPr/>
                </a:tc>
                <a:tc>
                  <a:txBody>
                    <a:bodyPr/>
                    <a:lstStyle/>
                    <a:p>
                      <a:r>
                        <a:rPr lang="fr-BE" dirty="0"/>
                        <a:t>25</a:t>
                      </a:r>
                    </a:p>
                  </a:txBody>
                  <a:tcPr/>
                </a:tc>
                <a:tc>
                  <a:txBody>
                    <a:bodyPr/>
                    <a:lstStyle/>
                    <a:p>
                      <a:endParaRPr lang="fr-BE" dirty="0"/>
                    </a:p>
                  </a:txBody>
                  <a:tcPr/>
                </a:tc>
                <a:tc>
                  <a:txBody>
                    <a:bodyPr/>
                    <a:lstStyle/>
                    <a:p>
                      <a:r>
                        <a:rPr lang="fr-BE" dirty="0"/>
                        <a:t>26</a:t>
                      </a:r>
                    </a:p>
                  </a:txBody>
                  <a:tcPr/>
                </a:tc>
                <a:tc>
                  <a:txBody>
                    <a:bodyPr/>
                    <a:lstStyle/>
                    <a:p>
                      <a:pPr algn="ctr"/>
                      <a:r>
                        <a:rPr lang="fr-BE" b="1" dirty="0"/>
                        <a:t>V</a:t>
                      </a:r>
                    </a:p>
                  </a:txBody>
                  <a:tcPr/>
                </a:tc>
                <a:tc>
                  <a:txBody>
                    <a:bodyPr/>
                    <a:lstStyle/>
                    <a:p>
                      <a:r>
                        <a:rPr lang="fr-BE" dirty="0"/>
                        <a:t>27</a:t>
                      </a:r>
                    </a:p>
                  </a:txBody>
                  <a:tcPr/>
                </a:tc>
                <a:tc>
                  <a:txBody>
                    <a:bodyPr/>
                    <a:lstStyle/>
                    <a:p>
                      <a:pPr algn="ctr"/>
                      <a:r>
                        <a:rPr lang="fr-BE" b="1" dirty="0"/>
                        <a:t>V</a:t>
                      </a:r>
                    </a:p>
                  </a:txBody>
                  <a:tcPr/>
                </a:tc>
                <a:tc>
                  <a:txBody>
                    <a:bodyPr/>
                    <a:lstStyle/>
                    <a:p>
                      <a:r>
                        <a:rPr lang="fr-BE" dirty="0"/>
                        <a:t>28</a:t>
                      </a:r>
                    </a:p>
                  </a:txBody>
                  <a:tcPr/>
                </a:tc>
                <a:tc>
                  <a:txBody>
                    <a:bodyPr/>
                    <a:lstStyle/>
                    <a:p>
                      <a:pPr algn="ctr"/>
                      <a:r>
                        <a:rPr lang="fr-BE" b="1" dirty="0">
                          <a:solidFill>
                            <a:srgbClr val="C00000"/>
                          </a:solidFill>
                        </a:rPr>
                        <a:t>?</a:t>
                      </a:r>
                    </a:p>
                  </a:txBody>
                  <a:tcPr/>
                </a:tc>
                <a:extLst>
                  <a:ext uri="{0D108BD9-81ED-4DB2-BD59-A6C34878D82A}">
                    <a16:rowId xmlns:a16="http://schemas.microsoft.com/office/drawing/2014/main" val="27549095"/>
                  </a:ext>
                </a:extLst>
              </a:tr>
              <a:tr h="370840">
                <a:tc>
                  <a:txBody>
                    <a:bodyPr/>
                    <a:lstStyle/>
                    <a:p>
                      <a:r>
                        <a:rPr lang="fr-BE" dirty="0"/>
                        <a:t>29</a:t>
                      </a:r>
                    </a:p>
                  </a:txBody>
                  <a:tcPr/>
                </a:tc>
                <a:tc>
                  <a:txBody>
                    <a:bodyPr/>
                    <a:lstStyle/>
                    <a:p>
                      <a:endParaRPr lang="fr-BE" dirty="0"/>
                    </a:p>
                  </a:txBody>
                  <a:tcPr/>
                </a:tc>
                <a:tc>
                  <a:txBody>
                    <a:bodyPr/>
                    <a:lstStyle/>
                    <a:p>
                      <a:r>
                        <a:rPr lang="fr-BE" dirty="0"/>
                        <a:t>30</a:t>
                      </a:r>
                    </a:p>
                  </a:txBody>
                  <a:tcPr/>
                </a:tc>
                <a:tc>
                  <a:txBody>
                    <a:bodyPr/>
                    <a:lstStyle/>
                    <a:p>
                      <a:endParaRPr lang="fr-BE" dirty="0"/>
                    </a:p>
                  </a:txBody>
                  <a:tcPr/>
                </a:tc>
                <a:tc>
                  <a:txBody>
                    <a:bodyPr/>
                    <a:lstStyle/>
                    <a:p>
                      <a:r>
                        <a:rPr lang="fr-BE" dirty="0"/>
                        <a:t>31</a:t>
                      </a:r>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extLst>
                  <a:ext uri="{0D108BD9-81ED-4DB2-BD59-A6C34878D82A}">
                    <a16:rowId xmlns:a16="http://schemas.microsoft.com/office/drawing/2014/main" val="3673851047"/>
                  </a:ext>
                </a:extLst>
              </a:tr>
            </a:tbl>
          </a:graphicData>
        </a:graphic>
      </p:graphicFrame>
      <p:sp>
        <p:nvSpPr>
          <p:cNvPr id="4" name="Espace réservé du numéro de diapositive 3">
            <a:extLst>
              <a:ext uri="{FF2B5EF4-FFF2-40B4-BE49-F238E27FC236}">
                <a16:creationId xmlns:a16="http://schemas.microsoft.com/office/drawing/2014/main" id="{1A515F98-A84C-431C-A156-DCACFC8640B9}"/>
              </a:ext>
            </a:extLst>
          </p:cNvPr>
          <p:cNvSpPr>
            <a:spLocks noGrp="1"/>
          </p:cNvSpPr>
          <p:nvPr>
            <p:ph type="sldNum" sz="quarter" idx="12"/>
          </p:nvPr>
        </p:nvSpPr>
        <p:spPr/>
        <p:txBody>
          <a:bodyPr/>
          <a:lstStyle/>
          <a:p>
            <a:fld id="{55E9056B-6A30-4F99-BDE9-C450E66AE125}" type="slidenum">
              <a:rPr lang="fr-FR" smtClean="0"/>
              <a:pPr/>
              <a:t>29</a:t>
            </a:fld>
            <a:endParaRPr lang="fr-FR"/>
          </a:p>
        </p:txBody>
      </p:sp>
      <p:sp>
        <p:nvSpPr>
          <p:cNvPr id="7" name="ZoneTexte 6">
            <a:extLst>
              <a:ext uri="{FF2B5EF4-FFF2-40B4-BE49-F238E27FC236}">
                <a16:creationId xmlns:a16="http://schemas.microsoft.com/office/drawing/2014/main" id="{B3CEC4FC-4F79-4EC4-A3A5-87DF16576B55}"/>
              </a:ext>
            </a:extLst>
          </p:cNvPr>
          <p:cNvSpPr txBox="1"/>
          <p:nvPr/>
        </p:nvSpPr>
        <p:spPr>
          <a:xfrm>
            <a:off x="251520" y="3674487"/>
            <a:ext cx="8712968" cy="3046988"/>
          </a:xfrm>
          <a:prstGeom prst="rect">
            <a:avLst/>
          </a:prstGeom>
          <a:noFill/>
        </p:spPr>
        <p:txBody>
          <a:bodyPr wrap="square" rtlCol="0">
            <a:spAutoFit/>
          </a:bodyPr>
          <a:lstStyle/>
          <a:p>
            <a:pPr marL="285750" indent="-285750">
              <a:buFont typeface="Arial" panose="020B0604020202020204" pitchFamily="34" charset="0"/>
              <a:buChar char="•"/>
            </a:pPr>
            <a:r>
              <a:rPr lang="fr-BE" sz="2400" b="1" dirty="0"/>
              <a:t>Samedi 7 ?</a:t>
            </a:r>
            <a:r>
              <a:rPr lang="fr-BE" sz="2400" dirty="0"/>
              <a:t> </a:t>
            </a:r>
          </a:p>
          <a:p>
            <a:r>
              <a:rPr lang="fr-BE" sz="2400" dirty="0"/>
              <a:t> </a:t>
            </a:r>
          </a:p>
          <a:p>
            <a:pPr marL="285750" indent="-285750">
              <a:buFont typeface="Arial" panose="020B0604020202020204" pitchFamily="34" charset="0"/>
              <a:buChar char="•"/>
            </a:pPr>
            <a:r>
              <a:rPr lang="fr-BE" sz="2400" b="1" dirty="0"/>
              <a:t>Samedi 14 ? </a:t>
            </a:r>
          </a:p>
          <a:p>
            <a:endParaRPr lang="fr-BE" sz="2400" dirty="0"/>
          </a:p>
          <a:p>
            <a:pPr marL="285750" indent="-285750">
              <a:buFont typeface="Arial" panose="020B0604020202020204" pitchFamily="34" charset="0"/>
              <a:buChar char="•"/>
            </a:pPr>
            <a:r>
              <a:rPr lang="fr-BE" sz="2400" b="1" dirty="0"/>
              <a:t>Samedi 21</a:t>
            </a:r>
          </a:p>
          <a:p>
            <a:endParaRPr lang="fr-BE" sz="2400" b="1" dirty="0"/>
          </a:p>
          <a:p>
            <a:pPr marL="285750" indent="-285750">
              <a:buFont typeface="Arial" panose="020B0604020202020204" pitchFamily="34" charset="0"/>
              <a:buChar char="•"/>
            </a:pPr>
            <a:r>
              <a:rPr lang="fr-BE" sz="2400" b="1" dirty="0"/>
              <a:t>Samedi 28 ? </a:t>
            </a:r>
            <a:endParaRPr lang="fr-BE" sz="2400" b="1" dirty="0">
              <a:solidFill>
                <a:srgbClr val="C00000"/>
              </a:solidFill>
            </a:endParaRPr>
          </a:p>
          <a:p>
            <a:pPr marL="285750" indent="-285750">
              <a:buFont typeface="Arial" panose="020B0604020202020204" pitchFamily="34" charset="0"/>
              <a:buChar char="•"/>
            </a:pPr>
            <a:endParaRPr lang="fr-BE" sz="2400" dirty="0"/>
          </a:p>
        </p:txBody>
      </p:sp>
    </p:spTree>
    <p:extLst>
      <p:ext uri="{BB962C8B-B14F-4D97-AF65-F5344CB8AC3E}">
        <p14:creationId xmlns:p14="http://schemas.microsoft.com/office/powerpoint/2010/main" val="626320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64285-7D84-44EA-BC94-70EA9599B7B0}"/>
              </a:ext>
            </a:extLst>
          </p:cNvPr>
          <p:cNvSpPr>
            <a:spLocks noGrp="1"/>
          </p:cNvSpPr>
          <p:nvPr>
            <p:ph type="title"/>
          </p:nvPr>
        </p:nvSpPr>
        <p:spPr/>
        <p:txBody>
          <a:bodyPr/>
          <a:lstStyle/>
          <a:p>
            <a:pPr algn="r"/>
            <a:r>
              <a:rPr lang="fr-BE" b="1" i="1" dirty="0"/>
              <a:t>Exemple 4</a:t>
            </a:r>
          </a:p>
        </p:txBody>
      </p:sp>
      <p:sp>
        <p:nvSpPr>
          <p:cNvPr id="4" name="Espace réservé du numéro de diapositive 3">
            <a:extLst>
              <a:ext uri="{FF2B5EF4-FFF2-40B4-BE49-F238E27FC236}">
                <a16:creationId xmlns:a16="http://schemas.microsoft.com/office/drawing/2014/main" id="{7DC1C4AA-18AB-4ABD-ACCA-1263FDA7DEAD}"/>
              </a:ext>
            </a:extLst>
          </p:cNvPr>
          <p:cNvSpPr>
            <a:spLocks noGrp="1"/>
          </p:cNvSpPr>
          <p:nvPr>
            <p:ph type="sldNum" sz="quarter" idx="12"/>
          </p:nvPr>
        </p:nvSpPr>
        <p:spPr/>
        <p:txBody>
          <a:bodyPr/>
          <a:lstStyle/>
          <a:p>
            <a:fld id="{55E9056B-6A30-4F99-BDE9-C450E66AE125}" type="slidenum">
              <a:rPr lang="fr-FR" smtClean="0"/>
              <a:pPr/>
              <a:t>30</a:t>
            </a:fld>
            <a:endParaRPr lang="fr-FR"/>
          </a:p>
        </p:txBody>
      </p:sp>
      <p:sp>
        <p:nvSpPr>
          <p:cNvPr id="3" name="ZoneTexte 2">
            <a:extLst>
              <a:ext uri="{FF2B5EF4-FFF2-40B4-BE49-F238E27FC236}">
                <a16:creationId xmlns:a16="http://schemas.microsoft.com/office/drawing/2014/main" id="{82DB4A85-EC46-4077-A437-F6FEC0CCCA11}"/>
              </a:ext>
            </a:extLst>
          </p:cNvPr>
          <p:cNvSpPr txBox="1"/>
          <p:nvPr/>
        </p:nvSpPr>
        <p:spPr>
          <a:xfrm>
            <a:off x="1691680" y="4331827"/>
            <a:ext cx="2520280" cy="393317"/>
          </a:xfrm>
          <a:prstGeom prst="rect">
            <a:avLst/>
          </a:prstGeom>
          <a:noFill/>
        </p:spPr>
        <p:txBody>
          <a:bodyPr wrap="square" rtlCol="0">
            <a:spAutoFit/>
          </a:bodyPr>
          <a:lstStyle/>
          <a:p>
            <a:endParaRPr lang="fr-BE" dirty="0"/>
          </a:p>
        </p:txBody>
      </p:sp>
      <p:sp>
        <p:nvSpPr>
          <p:cNvPr id="6" name="ZoneTexte 5">
            <a:extLst>
              <a:ext uri="{FF2B5EF4-FFF2-40B4-BE49-F238E27FC236}">
                <a16:creationId xmlns:a16="http://schemas.microsoft.com/office/drawing/2014/main" id="{1DA5525C-9FD0-43EE-8E20-E6541F945F16}"/>
              </a:ext>
            </a:extLst>
          </p:cNvPr>
          <p:cNvSpPr txBox="1"/>
          <p:nvPr/>
        </p:nvSpPr>
        <p:spPr>
          <a:xfrm>
            <a:off x="1691680" y="4696729"/>
            <a:ext cx="2520280" cy="369332"/>
          </a:xfrm>
          <a:prstGeom prst="rect">
            <a:avLst/>
          </a:prstGeom>
          <a:noFill/>
        </p:spPr>
        <p:txBody>
          <a:bodyPr wrap="square" rtlCol="0">
            <a:spAutoFit/>
          </a:bodyPr>
          <a:lstStyle/>
          <a:p>
            <a:endParaRPr lang="fr-BE" dirty="0"/>
          </a:p>
        </p:txBody>
      </p:sp>
      <p:sp>
        <p:nvSpPr>
          <p:cNvPr id="8" name="ZoneTexte 7">
            <a:extLst>
              <a:ext uri="{FF2B5EF4-FFF2-40B4-BE49-F238E27FC236}">
                <a16:creationId xmlns:a16="http://schemas.microsoft.com/office/drawing/2014/main" id="{60597F17-37F9-4DFD-923E-E71EE7AA37C1}"/>
              </a:ext>
            </a:extLst>
          </p:cNvPr>
          <p:cNvSpPr txBox="1"/>
          <p:nvPr/>
        </p:nvSpPr>
        <p:spPr>
          <a:xfrm>
            <a:off x="1691680" y="5066061"/>
            <a:ext cx="4861520" cy="369332"/>
          </a:xfrm>
          <a:prstGeom prst="rect">
            <a:avLst/>
          </a:prstGeom>
          <a:noFill/>
        </p:spPr>
        <p:txBody>
          <a:bodyPr wrap="square" rtlCol="0">
            <a:spAutoFit/>
          </a:bodyPr>
          <a:lstStyle/>
          <a:p>
            <a:endParaRPr lang="fr-BE" dirty="0"/>
          </a:p>
        </p:txBody>
      </p:sp>
      <p:sp>
        <p:nvSpPr>
          <p:cNvPr id="9" name="ZoneTexte 8">
            <a:extLst>
              <a:ext uri="{FF2B5EF4-FFF2-40B4-BE49-F238E27FC236}">
                <a16:creationId xmlns:a16="http://schemas.microsoft.com/office/drawing/2014/main" id="{D8FC572C-5B70-43EB-A2C8-58B188BFC2A3}"/>
              </a:ext>
            </a:extLst>
          </p:cNvPr>
          <p:cNvSpPr txBox="1"/>
          <p:nvPr/>
        </p:nvSpPr>
        <p:spPr>
          <a:xfrm>
            <a:off x="1691680" y="5109925"/>
            <a:ext cx="5760640" cy="536176"/>
          </a:xfrm>
          <a:prstGeom prst="rect">
            <a:avLst/>
          </a:prstGeom>
          <a:noFill/>
        </p:spPr>
        <p:txBody>
          <a:bodyPr wrap="square" rtlCol="0">
            <a:spAutoFit/>
          </a:bodyPr>
          <a:lstStyle/>
          <a:p>
            <a:endParaRPr lang="fr-BE" dirty="0"/>
          </a:p>
        </p:txBody>
      </p:sp>
      <p:sp>
        <p:nvSpPr>
          <p:cNvPr id="10" name="ZoneTexte 9">
            <a:extLst>
              <a:ext uri="{FF2B5EF4-FFF2-40B4-BE49-F238E27FC236}">
                <a16:creationId xmlns:a16="http://schemas.microsoft.com/office/drawing/2014/main" id="{D6AEDD40-436A-430E-803F-30890DC0659D}"/>
              </a:ext>
            </a:extLst>
          </p:cNvPr>
          <p:cNvSpPr txBox="1"/>
          <p:nvPr/>
        </p:nvSpPr>
        <p:spPr>
          <a:xfrm>
            <a:off x="1691680" y="5474827"/>
            <a:ext cx="5904656" cy="536176"/>
          </a:xfrm>
          <a:prstGeom prst="rect">
            <a:avLst/>
          </a:prstGeom>
          <a:noFill/>
        </p:spPr>
        <p:txBody>
          <a:bodyPr wrap="square" rtlCol="0">
            <a:spAutoFit/>
          </a:bodyPr>
          <a:lstStyle/>
          <a:p>
            <a:endParaRPr lang="fr-BE" dirty="0"/>
          </a:p>
        </p:txBody>
      </p:sp>
      <p:sp>
        <p:nvSpPr>
          <p:cNvPr id="11" name="ZoneTexte 10">
            <a:extLst>
              <a:ext uri="{FF2B5EF4-FFF2-40B4-BE49-F238E27FC236}">
                <a16:creationId xmlns:a16="http://schemas.microsoft.com/office/drawing/2014/main" id="{6AA43746-7111-46F4-A0AF-B73A936FC52C}"/>
              </a:ext>
            </a:extLst>
          </p:cNvPr>
          <p:cNvSpPr txBox="1"/>
          <p:nvPr/>
        </p:nvSpPr>
        <p:spPr>
          <a:xfrm>
            <a:off x="1691680" y="5868144"/>
            <a:ext cx="2664296" cy="369332"/>
          </a:xfrm>
          <a:prstGeom prst="rect">
            <a:avLst/>
          </a:prstGeom>
          <a:noFill/>
        </p:spPr>
        <p:txBody>
          <a:bodyPr wrap="square" rtlCol="0">
            <a:spAutoFit/>
          </a:bodyPr>
          <a:lstStyle/>
          <a:p>
            <a:endParaRPr lang="fr-BE" dirty="0"/>
          </a:p>
        </p:txBody>
      </p:sp>
      <p:sp>
        <p:nvSpPr>
          <p:cNvPr id="12" name="ZoneTexte 11">
            <a:extLst>
              <a:ext uri="{FF2B5EF4-FFF2-40B4-BE49-F238E27FC236}">
                <a16:creationId xmlns:a16="http://schemas.microsoft.com/office/drawing/2014/main" id="{CF883E64-66F4-4A66-B688-358DB52E3E94}"/>
              </a:ext>
            </a:extLst>
          </p:cNvPr>
          <p:cNvSpPr txBox="1"/>
          <p:nvPr/>
        </p:nvSpPr>
        <p:spPr>
          <a:xfrm>
            <a:off x="1691680" y="6209061"/>
            <a:ext cx="4861520" cy="369332"/>
          </a:xfrm>
          <a:prstGeom prst="rect">
            <a:avLst/>
          </a:prstGeom>
          <a:noFill/>
        </p:spPr>
        <p:txBody>
          <a:bodyPr wrap="square" rtlCol="0">
            <a:spAutoFit/>
          </a:bodyPr>
          <a:lstStyle/>
          <a:p>
            <a:endParaRPr lang="fr-BE" dirty="0"/>
          </a:p>
        </p:txBody>
      </p:sp>
      <p:sp>
        <p:nvSpPr>
          <p:cNvPr id="13" name="ZoneTexte 12">
            <a:extLst>
              <a:ext uri="{FF2B5EF4-FFF2-40B4-BE49-F238E27FC236}">
                <a16:creationId xmlns:a16="http://schemas.microsoft.com/office/drawing/2014/main" id="{ADA6AF03-3178-486D-8DC5-09029FBE8D58}"/>
              </a:ext>
            </a:extLst>
          </p:cNvPr>
          <p:cNvSpPr txBox="1"/>
          <p:nvPr/>
        </p:nvSpPr>
        <p:spPr>
          <a:xfrm>
            <a:off x="1691680" y="6459519"/>
            <a:ext cx="2664296" cy="369332"/>
          </a:xfrm>
          <a:prstGeom prst="rect">
            <a:avLst/>
          </a:prstGeom>
          <a:noFill/>
        </p:spPr>
        <p:txBody>
          <a:bodyPr wrap="square" rtlCol="0">
            <a:spAutoFit/>
          </a:bodyPr>
          <a:lstStyle/>
          <a:p>
            <a:endParaRPr lang="fr-BE" dirty="0"/>
          </a:p>
        </p:txBody>
      </p:sp>
      <p:sp>
        <p:nvSpPr>
          <p:cNvPr id="14" name="ZoneTexte 13">
            <a:extLst>
              <a:ext uri="{FF2B5EF4-FFF2-40B4-BE49-F238E27FC236}">
                <a16:creationId xmlns:a16="http://schemas.microsoft.com/office/drawing/2014/main" id="{04A2770E-CB18-4E0B-A56C-0ABF8D10AB58}"/>
              </a:ext>
            </a:extLst>
          </p:cNvPr>
          <p:cNvSpPr txBox="1"/>
          <p:nvPr/>
        </p:nvSpPr>
        <p:spPr>
          <a:xfrm>
            <a:off x="1547664" y="4887882"/>
            <a:ext cx="5904656" cy="443863"/>
          </a:xfrm>
          <a:prstGeom prst="rect">
            <a:avLst/>
          </a:prstGeom>
          <a:noFill/>
        </p:spPr>
        <p:txBody>
          <a:bodyPr wrap="square" rtlCol="0">
            <a:spAutoFit/>
          </a:bodyPr>
          <a:lstStyle/>
          <a:p>
            <a:endParaRPr lang="fr-BE" dirty="0"/>
          </a:p>
        </p:txBody>
      </p:sp>
      <p:pic>
        <p:nvPicPr>
          <p:cNvPr id="15" name="Image 14">
            <a:extLst>
              <a:ext uri="{FF2B5EF4-FFF2-40B4-BE49-F238E27FC236}">
                <a16:creationId xmlns:a16="http://schemas.microsoft.com/office/drawing/2014/main" id="{039AB1F9-F2DC-462B-A252-A34CCC450BF6}"/>
              </a:ext>
            </a:extLst>
          </p:cNvPr>
          <p:cNvPicPr>
            <a:picLocks noChangeAspect="1"/>
          </p:cNvPicPr>
          <p:nvPr/>
        </p:nvPicPr>
        <p:blipFill>
          <a:blip r:embed="rId3"/>
          <a:stretch>
            <a:fillRect/>
          </a:stretch>
        </p:blipFill>
        <p:spPr>
          <a:xfrm>
            <a:off x="3313067" y="3233911"/>
            <a:ext cx="2517866" cy="390178"/>
          </a:xfrm>
          <a:prstGeom prst="rect">
            <a:avLst/>
          </a:prstGeom>
        </p:spPr>
      </p:pic>
      <p:graphicFrame>
        <p:nvGraphicFramePr>
          <p:cNvPr id="7" name="Tableau 15">
            <a:extLst>
              <a:ext uri="{FF2B5EF4-FFF2-40B4-BE49-F238E27FC236}">
                <a16:creationId xmlns:a16="http://schemas.microsoft.com/office/drawing/2014/main" id="{97258983-AB50-41EF-B096-569BFC98D15F}"/>
              </a:ext>
            </a:extLst>
          </p:cNvPr>
          <p:cNvGraphicFramePr>
            <a:graphicFrameLocks noGrp="1"/>
          </p:cNvGraphicFramePr>
          <p:nvPr>
            <p:extLst>
              <p:ext uri="{D42A27DB-BD31-4B8C-83A1-F6EECF244321}">
                <p14:modId xmlns:p14="http://schemas.microsoft.com/office/powerpoint/2010/main" val="3165536395"/>
              </p:ext>
            </p:extLst>
          </p:nvPr>
        </p:nvGraphicFramePr>
        <p:xfrm>
          <a:off x="385189" y="1266502"/>
          <a:ext cx="8229606" cy="2843278"/>
        </p:xfrm>
        <a:graphic>
          <a:graphicData uri="http://schemas.openxmlformats.org/drawingml/2006/table">
            <a:tbl>
              <a:tblPr firstRow="1" bandRow="1">
                <a:tableStyleId>{F5AB1C69-6EDB-4FF4-983F-18BD219EF322}</a:tableStyleId>
              </a:tblPr>
              <a:tblGrid>
                <a:gridCol w="442398">
                  <a:extLst>
                    <a:ext uri="{9D8B030D-6E8A-4147-A177-3AD203B41FA5}">
                      <a16:colId xmlns:a16="http://schemas.microsoft.com/office/drawing/2014/main" val="2465171118"/>
                    </a:ext>
                  </a:extLst>
                </a:gridCol>
                <a:gridCol w="733260">
                  <a:extLst>
                    <a:ext uri="{9D8B030D-6E8A-4147-A177-3AD203B41FA5}">
                      <a16:colId xmlns:a16="http://schemas.microsoft.com/office/drawing/2014/main" val="2694731179"/>
                    </a:ext>
                  </a:extLst>
                </a:gridCol>
                <a:gridCol w="418868">
                  <a:extLst>
                    <a:ext uri="{9D8B030D-6E8A-4147-A177-3AD203B41FA5}">
                      <a16:colId xmlns:a16="http://schemas.microsoft.com/office/drawing/2014/main" val="1686570734"/>
                    </a:ext>
                  </a:extLst>
                </a:gridCol>
                <a:gridCol w="756790">
                  <a:extLst>
                    <a:ext uri="{9D8B030D-6E8A-4147-A177-3AD203B41FA5}">
                      <a16:colId xmlns:a16="http://schemas.microsoft.com/office/drawing/2014/main" val="84824315"/>
                    </a:ext>
                  </a:extLst>
                </a:gridCol>
                <a:gridCol w="539354">
                  <a:extLst>
                    <a:ext uri="{9D8B030D-6E8A-4147-A177-3AD203B41FA5}">
                      <a16:colId xmlns:a16="http://schemas.microsoft.com/office/drawing/2014/main" val="1516687876"/>
                    </a:ext>
                  </a:extLst>
                </a:gridCol>
                <a:gridCol w="636304">
                  <a:extLst>
                    <a:ext uri="{9D8B030D-6E8A-4147-A177-3AD203B41FA5}">
                      <a16:colId xmlns:a16="http://schemas.microsoft.com/office/drawing/2014/main" val="693548293"/>
                    </a:ext>
                  </a:extLst>
                </a:gridCol>
                <a:gridCol w="443816">
                  <a:extLst>
                    <a:ext uri="{9D8B030D-6E8A-4147-A177-3AD203B41FA5}">
                      <a16:colId xmlns:a16="http://schemas.microsoft.com/office/drawing/2014/main" val="3459961533"/>
                    </a:ext>
                  </a:extLst>
                </a:gridCol>
                <a:gridCol w="731842">
                  <a:extLst>
                    <a:ext uri="{9D8B030D-6E8A-4147-A177-3AD203B41FA5}">
                      <a16:colId xmlns:a16="http://schemas.microsoft.com/office/drawing/2014/main" val="3154179485"/>
                    </a:ext>
                  </a:extLst>
                </a:gridCol>
                <a:gridCol w="420286">
                  <a:extLst>
                    <a:ext uri="{9D8B030D-6E8A-4147-A177-3AD203B41FA5}">
                      <a16:colId xmlns:a16="http://schemas.microsoft.com/office/drawing/2014/main" val="101842386"/>
                    </a:ext>
                  </a:extLst>
                </a:gridCol>
                <a:gridCol w="755372">
                  <a:extLst>
                    <a:ext uri="{9D8B030D-6E8A-4147-A177-3AD203B41FA5}">
                      <a16:colId xmlns:a16="http://schemas.microsoft.com/office/drawing/2014/main" val="2167588452"/>
                    </a:ext>
                  </a:extLst>
                </a:gridCol>
                <a:gridCol w="468764">
                  <a:extLst>
                    <a:ext uri="{9D8B030D-6E8A-4147-A177-3AD203B41FA5}">
                      <a16:colId xmlns:a16="http://schemas.microsoft.com/office/drawing/2014/main" val="3214638998"/>
                    </a:ext>
                  </a:extLst>
                </a:gridCol>
                <a:gridCol w="706894">
                  <a:extLst>
                    <a:ext uri="{9D8B030D-6E8A-4147-A177-3AD203B41FA5}">
                      <a16:colId xmlns:a16="http://schemas.microsoft.com/office/drawing/2014/main" val="3027436913"/>
                    </a:ext>
                  </a:extLst>
                </a:gridCol>
                <a:gridCol w="517242">
                  <a:extLst>
                    <a:ext uri="{9D8B030D-6E8A-4147-A177-3AD203B41FA5}">
                      <a16:colId xmlns:a16="http://schemas.microsoft.com/office/drawing/2014/main" val="3475910505"/>
                    </a:ext>
                  </a:extLst>
                </a:gridCol>
                <a:gridCol w="658416">
                  <a:extLst>
                    <a:ext uri="{9D8B030D-6E8A-4147-A177-3AD203B41FA5}">
                      <a16:colId xmlns:a16="http://schemas.microsoft.com/office/drawing/2014/main" val="1595776098"/>
                    </a:ext>
                  </a:extLst>
                </a:gridCol>
              </a:tblGrid>
              <a:tr h="401404">
                <a:tc gridSpan="14">
                  <a:txBody>
                    <a:bodyPr/>
                    <a:lstStyle/>
                    <a:p>
                      <a:pPr algn="ctr"/>
                      <a:r>
                        <a:rPr lang="fr-BE" dirty="0"/>
                        <a:t>Août 2023</a:t>
                      </a:r>
                    </a:p>
                  </a:txBody>
                  <a:tcPr/>
                </a:tc>
                <a:tc hMerge="1">
                  <a:txBody>
                    <a:bodyPr/>
                    <a:lstStyle/>
                    <a:p>
                      <a:endParaRPr lang="fr-BE"/>
                    </a:p>
                  </a:txBody>
                  <a:tcPr/>
                </a:tc>
                <a:tc hMerge="1">
                  <a:txBody>
                    <a:bodyPr/>
                    <a:lstStyle/>
                    <a:p>
                      <a:endParaRPr lang="fr-BE" dirty="0"/>
                    </a:p>
                  </a:txBody>
                  <a:tcPr/>
                </a:tc>
                <a:tc hMerge="1">
                  <a:txBody>
                    <a:bodyPr/>
                    <a:lstStyle/>
                    <a:p>
                      <a:endParaRPr lang="fr-BE"/>
                    </a:p>
                  </a:txBody>
                  <a:tcPr/>
                </a:tc>
                <a:tc hMerge="1">
                  <a:txBody>
                    <a:bodyPr/>
                    <a:lstStyle/>
                    <a:p>
                      <a:endParaRPr lang="fr-BE" dirty="0"/>
                    </a:p>
                  </a:txBody>
                  <a:tcPr/>
                </a:tc>
                <a:tc hMerge="1">
                  <a:txBody>
                    <a:bodyPr/>
                    <a:lstStyle/>
                    <a:p>
                      <a:endParaRPr lang="fr-BE"/>
                    </a:p>
                  </a:txBody>
                  <a:tcPr/>
                </a:tc>
                <a:tc hMerge="1">
                  <a:txBody>
                    <a:bodyPr/>
                    <a:lstStyle/>
                    <a:p>
                      <a:endParaRPr lang="fr-BE" dirty="0"/>
                    </a:p>
                  </a:txBody>
                  <a:tcPr/>
                </a:tc>
                <a:tc hMerge="1">
                  <a:txBody>
                    <a:bodyPr/>
                    <a:lstStyle/>
                    <a:p>
                      <a:endParaRPr lang="fr-BE"/>
                    </a:p>
                  </a:txBody>
                  <a:tcPr/>
                </a:tc>
                <a:tc hMerge="1">
                  <a:txBody>
                    <a:bodyPr/>
                    <a:lstStyle/>
                    <a:p>
                      <a:endParaRPr lang="fr-BE" dirty="0"/>
                    </a:p>
                  </a:txBody>
                  <a:tcPr/>
                </a:tc>
                <a:tc hMerge="1">
                  <a:txBody>
                    <a:bodyPr/>
                    <a:lstStyle/>
                    <a:p>
                      <a:endParaRPr lang="fr-BE"/>
                    </a:p>
                  </a:txBody>
                  <a:tcPr/>
                </a:tc>
                <a:tc hMerge="1">
                  <a:txBody>
                    <a:bodyPr/>
                    <a:lstStyle/>
                    <a:p>
                      <a:endParaRPr lang="fr-BE" dirty="0"/>
                    </a:p>
                  </a:txBody>
                  <a:tcPr/>
                </a:tc>
                <a:tc hMerge="1">
                  <a:txBody>
                    <a:bodyPr/>
                    <a:lstStyle/>
                    <a:p>
                      <a:endParaRPr lang="fr-BE"/>
                    </a:p>
                  </a:txBody>
                  <a:tcPr/>
                </a:tc>
                <a:tc hMerge="1">
                  <a:txBody>
                    <a:bodyPr/>
                    <a:lstStyle/>
                    <a:p>
                      <a:endParaRPr lang="fr-BE" dirty="0"/>
                    </a:p>
                  </a:txBody>
                  <a:tcPr/>
                </a:tc>
                <a:tc hMerge="1">
                  <a:txBody>
                    <a:bodyPr/>
                    <a:lstStyle/>
                    <a:p>
                      <a:endParaRPr lang="fr-BE"/>
                    </a:p>
                  </a:txBody>
                  <a:tcPr/>
                </a:tc>
                <a:extLst>
                  <a:ext uri="{0D108BD9-81ED-4DB2-BD59-A6C34878D82A}">
                    <a16:rowId xmlns:a16="http://schemas.microsoft.com/office/drawing/2014/main" val="1007609683"/>
                  </a:ext>
                </a:extLst>
              </a:tr>
              <a:tr h="406979">
                <a:tc gridSpan="2">
                  <a:txBody>
                    <a:bodyPr/>
                    <a:lstStyle/>
                    <a:p>
                      <a:pPr algn="ctr"/>
                      <a:r>
                        <a:rPr lang="fr-BE" b="1" dirty="0">
                          <a:solidFill>
                            <a:schemeClr val="bg1"/>
                          </a:solidFill>
                        </a:rPr>
                        <a:t>Lundi</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Mardi</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Mercredi</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Jeudi</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Vendredi</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Samedi </a:t>
                      </a:r>
                    </a:p>
                  </a:txBody>
                  <a:tcPr>
                    <a:solidFill>
                      <a:schemeClr val="accent3">
                        <a:lumMod val="75000"/>
                      </a:schemeClr>
                    </a:solidFill>
                  </a:tcPr>
                </a:tc>
                <a:tc hMerge="1">
                  <a:txBody>
                    <a:bodyPr/>
                    <a:lstStyle/>
                    <a:p>
                      <a:endParaRPr lang="fr-BE"/>
                    </a:p>
                  </a:txBody>
                  <a:tcPr/>
                </a:tc>
                <a:tc gridSpan="2">
                  <a:txBody>
                    <a:bodyPr/>
                    <a:lstStyle/>
                    <a:p>
                      <a:pPr algn="ctr"/>
                      <a:r>
                        <a:rPr lang="fr-BE" b="1" dirty="0">
                          <a:solidFill>
                            <a:schemeClr val="bg1"/>
                          </a:solidFill>
                        </a:rPr>
                        <a:t>Dimanche</a:t>
                      </a:r>
                    </a:p>
                  </a:txBody>
                  <a:tcPr>
                    <a:solidFill>
                      <a:schemeClr val="accent3">
                        <a:lumMod val="75000"/>
                      </a:schemeClr>
                    </a:solidFill>
                  </a:tcPr>
                </a:tc>
                <a:tc hMerge="1">
                  <a:txBody>
                    <a:bodyPr/>
                    <a:lstStyle/>
                    <a:p>
                      <a:endParaRPr lang="fr-BE"/>
                    </a:p>
                  </a:txBody>
                  <a:tcPr/>
                </a:tc>
                <a:extLst>
                  <a:ext uri="{0D108BD9-81ED-4DB2-BD59-A6C34878D82A}">
                    <a16:rowId xmlns:a16="http://schemas.microsoft.com/office/drawing/2014/main" val="2958555059"/>
                  </a:ext>
                </a:extLst>
              </a:tr>
              <a:tr h="406979">
                <a:tc>
                  <a:txBody>
                    <a:bodyPr/>
                    <a:lstStyle/>
                    <a:p>
                      <a:endParaRPr lang="fr-BE" dirty="0"/>
                    </a:p>
                  </a:txBody>
                  <a:tcPr/>
                </a:tc>
                <a:tc>
                  <a:txBody>
                    <a:bodyPr/>
                    <a:lstStyle/>
                    <a:p>
                      <a:endParaRPr lang="fr-BE" dirty="0"/>
                    </a:p>
                  </a:txBody>
                  <a:tcPr/>
                </a:tc>
                <a:tc>
                  <a:txBody>
                    <a:bodyPr/>
                    <a:lstStyle/>
                    <a:p>
                      <a:r>
                        <a:rPr lang="fr-BE" dirty="0"/>
                        <a:t>1</a:t>
                      </a:r>
                    </a:p>
                  </a:txBody>
                  <a:tcPr/>
                </a:tc>
                <a:tc>
                  <a:txBody>
                    <a:bodyPr/>
                    <a:lstStyle/>
                    <a:p>
                      <a:pPr algn="ctr"/>
                      <a:endParaRPr lang="fr-BE" b="1" dirty="0">
                        <a:solidFill>
                          <a:srgbClr val="C00000"/>
                        </a:solidFill>
                      </a:endParaRPr>
                    </a:p>
                  </a:txBody>
                  <a:tcPr/>
                </a:tc>
                <a:tc>
                  <a:txBody>
                    <a:bodyPr/>
                    <a:lstStyle/>
                    <a:p>
                      <a:r>
                        <a:rPr lang="fr-BE" dirty="0"/>
                        <a:t>2</a:t>
                      </a:r>
                    </a:p>
                  </a:txBody>
                  <a:tcPr/>
                </a:tc>
                <a:tc>
                  <a:txBody>
                    <a:bodyPr/>
                    <a:lstStyle/>
                    <a:p>
                      <a:pPr algn="ctr"/>
                      <a:endParaRPr lang="fr-BE" b="1" dirty="0">
                        <a:solidFill>
                          <a:srgbClr val="C00000"/>
                        </a:solidFill>
                      </a:endParaRPr>
                    </a:p>
                  </a:txBody>
                  <a:tcPr/>
                </a:tc>
                <a:tc>
                  <a:txBody>
                    <a:bodyPr/>
                    <a:lstStyle/>
                    <a:p>
                      <a:r>
                        <a:rPr lang="fr-BE" dirty="0"/>
                        <a:t>3</a:t>
                      </a:r>
                    </a:p>
                  </a:txBody>
                  <a:tcPr/>
                </a:tc>
                <a:tc>
                  <a:txBody>
                    <a:bodyPr/>
                    <a:lstStyle/>
                    <a:p>
                      <a:endParaRPr lang="fr-BE" dirty="0"/>
                    </a:p>
                  </a:txBody>
                  <a:tcPr/>
                </a:tc>
                <a:tc>
                  <a:txBody>
                    <a:bodyPr/>
                    <a:lstStyle/>
                    <a:p>
                      <a:r>
                        <a:rPr lang="fr-BE" dirty="0"/>
                        <a:t>4</a:t>
                      </a:r>
                    </a:p>
                  </a:txBody>
                  <a:tcPr/>
                </a:tc>
                <a:tc>
                  <a:txBody>
                    <a:bodyPr/>
                    <a:lstStyle/>
                    <a:p>
                      <a:endParaRPr lang="fr-BE" dirty="0"/>
                    </a:p>
                  </a:txBody>
                  <a:tcPr>
                    <a:solidFill>
                      <a:schemeClr val="tx1"/>
                    </a:solidFill>
                  </a:tcPr>
                </a:tc>
                <a:tc>
                  <a:txBody>
                    <a:bodyPr/>
                    <a:lstStyle/>
                    <a:p>
                      <a:r>
                        <a:rPr lang="fr-BE" dirty="0"/>
                        <a:t>5</a:t>
                      </a:r>
                    </a:p>
                  </a:txBody>
                  <a:tcPr/>
                </a:tc>
                <a:tc>
                  <a:txBody>
                    <a:bodyPr/>
                    <a:lstStyle/>
                    <a:p>
                      <a:pPr algn="ctr"/>
                      <a:r>
                        <a:rPr lang="fr-BE" b="1" dirty="0">
                          <a:solidFill>
                            <a:srgbClr val="C00000"/>
                          </a:solidFill>
                        </a:rPr>
                        <a:t>?</a:t>
                      </a:r>
                    </a:p>
                  </a:txBody>
                  <a:tcPr/>
                </a:tc>
                <a:tc>
                  <a:txBody>
                    <a:bodyPr/>
                    <a:lstStyle/>
                    <a:p>
                      <a:r>
                        <a:rPr lang="fr-BE" dirty="0"/>
                        <a:t>6</a:t>
                      </a:r>
                    </a:p>
                  </a:txBody>
                  <a:tcPr/>
                </a:tc>
                <a:tc>
                  <a:txBody>
                    <a:bodyPr/>
                    <a:lstStyle/>
                    <a:p>
                      <a:endParaRPr lang="fr-BE" dirty="0"/>
                    </a:p>
                  </a:txBody>
                  <a:tcPr/>
                </a:tc>
                <a:extLst>
                  <a:ext uri="{0D108BD9-81ED-4DB2-BD59-A6C34878D82A}">
                    <a16:rowId xmlns:a16="http://schemas.microsoft.com/office/drawing/2014/main" val="1291057472"/>
                  </a:ext>
                </a:extLst>
              </a:tr>
              <a:tr h="406979">
                <a:tc>
                  <a:txBody>
                    <a:bodyPr/>
                    <a:lstStyle/>
                    <a:p>
                      <a:r>
                        <a:rPr lang="fr-BE" dirty="0"/>
                        <a:t>7</a:t>
                      </a:r>
                    </a:p>
                  </a:txBody>
                  <a:tcPr/>
                </a:tc>
                <a:tc>
                  <a:txBody>
                    <a:bodyPr/>
                    <a:lstStyle/>
                    <a:p>
                      <a:endParaRPr lang="fr-BE" dirty="0"/>
                    </a:p>
                  </a:txBody>
                  <a:tcPr>
                    <a:solidFill>
                      <a:schemeClr val="tx1"/>
                    </a:solidFill>
                  </a:tcPr>
                </a:tc>
                <a:tc>
                  <a:txBody>
                    <a:bodyPr/>
                    <a:lstStyle/>
                    <a:p>
                      <a:r>
                        <a:rPr lang="fr-BE" dirty="0"/>
                        <a:t>8</a:t>
                      </a:r>
                    </a:p>
                  </a:txBody>
                  <a:tcPr/>
                </a:tc>
                <a:tc>
                  <a:txBody>
                    <a:bodyPr/>
                    <a:lstStyle/>
                    <a:p>
                      <a:endParaRPr lang="fr-BE" dirty="0"/>
                    </a:p>
                  </a:txBody>
                  <a:tcPr/>
                </a:tc>
                <a:tc>
                  <a:txBody>
                    <a:bodyPr/>
                    <a:lstStyle/>
                    <a:p>
                      <a:r>
                        <a:rPr lang="fr-BE" dirty="0"/>
                        <a:t>9</a:t>
                      </a:r>
                    </a:p>
                  </a:txBody>
                  <a:tcPr/>
                </a:tc>
                <a:tc>
                  <a:txBody>
                    <a:bodyPr/>
                    <a:lstStyle/>
                    <a:p>
                      <a:pPr algn="ctr"/>
                      <a:r>
                        <a:rPr lang="fr-BE" b="1" dirty="0"/>
                        <a:t>M</a:t>
                      </a:r>
                    </a:p>
                  </a:txBody>
                  <a:tcPr/>
                </a:tc>
                <a:tc>
                  <a:txBody>
                    <a:bodyPr/>
                    <a:lstStyle/>
                    <a:p>
                      <a:r>
                        <a:rPr lang="fr-BE" dirty="0"/>
                        <a:t>10</a:t>
                      </a:r>
                    </a:p>
                  </a:txBody>
                  <a:tcPr/>
                </a:tc>
                <a:tc>
                  <a:txBody>
                    <a:bodyPr/>
                    <a:lstStyle/>
                    <a:p>
                      <a:pPr algn="ctr"/>
                      <a:r>
                        <a:rPr lang="fr-BE" b="1" dirty="0"/>
                        <a:t>M</a:t>
                      </a:r>
                    </a:p>
                  </a:txBody>
                  <a:tcPr>
                    <a:solidFill>
                      <a:schemeClr val="accent3">
                        <a:lumMod val="40000"/>
                        <a:lumOff val="60000"/>
                      </a:schemeClr>
                    </a:solidFill>
                  </a:tcPr>
                </a:tc>
                <a:tc>
                  <a:txBody>
                    <a:bodyPr/>
                    <a:lstStyle/>
                    <a:p>
                      <a:r>
                        <a:rPr lang="fr-BE" dirty="0"/>
                        <a:t>11</a:t>
                      </a:r>
                    </a:p>
                  </a:txBody>
                  <a:tcPr/>
                </a:tc>
                <a:tc>
                  <a:txBody>
                    <a:bodyPr/>
                    <a:lstStyle/>
                    <a:p>
                      <a:pPr algn="ctr"/>
                      <a:r>
                        <a:rPr lang="fr-BE" b="1" dirty="0">
                          <a:solidFill>
                            <a:schemeClr val="tx1"/>
                          </a:solidFill>
                        </a:rPr>
                        <a:t>M</a:t>
                      </a:r>
                    </a:p>
                  </a:txBody>
                  <a:tcPr/>
                </a:tc>
                <a:tc>
                  <a:txBody>
                    <a:bodyPr/>
                    <a:lstStyle/>
                    <a:p>
                      <a:r>
                        <a:rPr lang="fr-BE" dirty="0"/>
                        <a:t>12</a:t>
                      </a:r>
                    </a:p>
                  </a:txBody>
                  <a:tcPr/>
                </a:tc>
                <a:tc>
                  <a:txBody>
                    <a:bodyPr/>
                    <a:lstStyle/>
                    <a:p>
                      <a:pPr algn="ctr"/>
                      <a:r>
                        <a:rPr lang="fr-BE" b="1" dirty="0">
                          <a:solidFill>
                            <a:srgbClr val="C00000"/>
                          </a:solidFill>
                        </a:rPr>
                        <a:t>?</a:t>
                      </a:r>
                    </a:p>
                  </a:txBody>
                  <a:tcPr>
                    <a:solidFill>
                      <a:schemeClr val="accent3">
                        <a:lumMod val="40000"/>
                        <a:lumOff val="60000"/>
                      </a:schemeClr>
                    </a:solidFill>
                  </a:tcPr>
                </a:tc>
                <a:tc>
                  <a:txBody>
                    <a:bodyPr/>
                    <a:lstStyle/>
                    <a:p>
                      <a:r>
                        <a:rPr lang="fr-BE" dirty="0"/>
                        <a:t>13</a:t>
                      </a:r>
                    </a:p>
                  </a:txBody>
                  <a:tcPr/>
                </a:tc>
                <a:tc>
                  <a:txBody>
                    <a:bodyPr/>
                    <a:lstStyle/>
                    <a:p>
                      <a:endParaRPr lang="fr-BE" dirty="0"/>
                    </a:p>
                  </a:txBody>
                  <a:tcPr/>
                </a:tc>
                <a:extLst>
                  <a:ext uri="{0D108BD9-81ED-4DB2-BD59-A6C34878D82A}">
                    <a16:rowId xmlns:a16="http://schemas.microsoft.com/office/drawing/2014/main" val="3219734529"/>
                  </a:ext>
                </a:extLst>
              </a:tr>
              <a:tr h="406979">
                <a:tc>
                  <a:txBody>
                    <a:bodyPr/>
                    <a:lstStyle/>
                    <a:p>
                      <a:r>
                        <a:rPr lang="fr-BE" dirty="0"/>
                        <a:t>14</a:t>
                      </a:r>
                    </a:p>
                  </a:txBody>
                  <a:tcPr/>
                </a:tc>
                <a:tc>
                  <a:txBody>
                    <a:bodyPr/>
                    <a:lstStyle/>
                    <a:p>
                      <a:endParaRPr lang="fr-BE" dirty="0">
                        <a:solidFill>
                          <a:schemeClr val="tx1"/>
                        </a:solidFill>
                      </a:endParaRPr>
                    </a:p>
                  </a:txBody>
                  <a:tcPr>
                    <a:solidFill>
                      <a:schemeClr val="tx1"/>
                    </a:solidFill>
                  </a:tcPr>
                </a:tc>
                <a:tc>
                  <a:txBody>
                    <a:bodyPr/>
                    <a:lstStyle/>
                    <a:p>
                      <a:r>
                        <a:rPr lang="fr-BE" dirty="0"/>
                        <a:t>15</a:t>
                      </a:r>
                    </a:p>
                  </a:txBody>
                  <a:tcPr/>
                </a:tc>
                <a:tc>
                  <a:txBody>
                    <a:bodyPr/>
                    <a:lstStyle/>
                    <a:p>
                      <a:pPr algn="ctr"/>
                      <a:r>
                        <a:rPr lang="fr-BE" b="1" dirty="0">
                          <a:solidFill>
                            <a:srgbClr val="C00000"/>
                          </a:solidFill>
                        </a:rPr>
                        <a:t>?</a:t>
                      </a:r>
                    </a:p>
                  </a:txBody>
                  <a:tcPr/>
                </a:tc>
                <a:tc>
                  <a:txBody>
                    <a:bodyPr/>
                    <a:lstStyle/>
                    <a:p>
                      <a:r>
                        <a:rPr lang="fr-BE" dirty="0"/>
                        <a:t>16</a:t>
                      </a:r>
                    </a:p>
                  </a:txBody>
                  <a:tcPr/>
                </a:tc>
                <a:tc>
                  <a:txBody>
                    <a:bodyPr/>
                    <a:lstStyle/>
                    <a:p>
                      <a:pPr algn="ctr"/>
                      <a:endParaRPr lang="fr-BE" b="1" dirty="0"/>
                    </a:p>
                  </a:txBody>
                  <a:tcPr>
                    <a:solidFill>
                      <a:schemeClr val="tx1"/>
                    </a:solidFill>
                  </a:tcPr>
                </a:tc>
                <a:tc>
                  <a:txBody>
                    <a:bodyPr/>
                    <a:lstStyle/>
                    <a:p>
                      <a:r>
                        <a:rPr lang="fr-BE" dirty="0"/>
                        <a:t>17</a:t>
                      </a:r>
                    </a:p>
                  </a:txBody>
                  <a:tcPr/>
                </a:tc>
                <a:tc>
                  <a:txBody>
                    <a:bodyPr/>
                    <a:lstStyle/>
                    <a:p>
                      <a:pPr algn="ctr"/>
                      <a:endParaRPr lang="fr-BE" b="1" dirty="0"/>
                    </a:p>
                  </a:txBody>
                  <a:tcPr/>
                </a:tc>
                <a:tc>
                  <a:txBody>
                    <a:bodyPr/>
                    <a:lstStyle/>
                    <a:p>
                      <a:r>
                        <a:rPr lang="fr-BE" dirty="0"/>
                        <a:t>18</a:t>
                      </a:r>
                    </a:p>
                  </a:txBody>
                  <a:tcPr/>
                </a:tc>
                <a:tc>
                  <a:txBody>
                    <a:bodyPr/>
                    <a:lstStyle/>
                    <a:p>
                      <a:pPr algn="ctr"/>
                      <a:endParaRPr lang="fr-BE" b="1" dirty="0"/>
                    </a:p>
                  </a:txBody>
                  <a:tcPr>
                    <a:solidFill>
                      <a:schemeClr val="tx1"/>
                    </a:solidFill>
                  </a:tcPr>
                </a:tc>
                <a:tc>
                  <a:txBody>
                    <a:bodyPr/>
                    <a:lstStyle/>
                    <a:p>
                      <a:r>
                        <a:rPr lang="fr-BE" dirty="0"/>
                        <a:t>19</a:t>
                      </a:r>
                    </a:p>
                  </a:txBody>
                  <a:tcPr/>
                </a:tc>
                <a:tc>
                  <a:txBody>
                    <a:bodyPr/>
                    <a:lstStyle/>
                    <a:p>
                      <a:pPr algn="ctr"/>
                      <a:r>
                        <a:rPr lang="fr-BE" b="1" dirty="0">
                          <a:solidFill>
                            <a:srgbClr val="C00000"/>
                          </a:solidFill>
                        </a:rPr>
                        <a:t>?</a:t>
                      </a:r>
                    </a:p>
                  </a:txBody>
                  <a:tcPr/>
                </a:tc>
                <a:tc>
                  <a:txBody>
                    <a:bodyPr/>
                    <a:lstStyle/>
                    <a:p>
                      <a:r>
                        <a:rPr lang="fr-BE" dirty="0"/>
                        <a:t>20</a:t>
                      </a:r>
                    </a:p>
                  </a:txBody>
                  <a:tcPr/>
                </a:tc>
                <a:tc>
                  <a:txBody>
                    <a:bodyPr/>
                    <a:lstStyle/>
                    <a:p>
                      <a:endParaRPr lang="fr-BE" dirty="0"/>
                    </a:p>
                  </a:txBody>
                  <a:tcPr/>
                </a:tc>
                <a:extLst>
                  <a:ext uri="{0D108BD9-81ED-4DB2-BD59-A6C34878D82A}">
                    <a16:rowId xmlns:a16="http://schemas.microsoft.com/office/drawing/2014/main" val="977654929"/>
                  </a:ext>
                </a:extLst>
              </a:tr>
              <a:tr h="406979">
                <a:tc>
                  <a:txBody>
                    <a:bodyPr/>
                    <a:lstStyle/>
                    <a:p>
                      <a:r>
                        <a:rPr lang="fr-BE" dirty="0"/>
                        <a:t>21</a:t>
                      </a:r>
                    </a:p>
                  </a:txBody>
                  <a:tcPr/>
                </a:tc>
                <a:tc>
                  <a:txBody>
                    <a:bodyPr/>
                    <a:lstStyle/>
                    <a:p>
                      <a:endParaRPr lang="fr-BE" dirty="0">
                        <a:solidFill>
                          <a:schemeClr val="tx1"/>
                        </a:solidFill>
                      </a:endParaRPr>
                    </a:p>
                  </a:txBody>
                  <a:tcPr>
                    <a:noFill/>
                  </a:tcPr>
                </a:tc>
                <a:tc>
                  <a:txBody>
                    <a:bodyPr/>
                    <a:lstStyle/>
                    <a:p>
                      <a:r>
                        <a:rPr lang="fr-BE" dirty="0"/>
                        <a:t>22</a:t>
                      </a:r>
                    </a:p>
                  </a:txBody>
                  <a:tcPr/>
                </a:tc>
                <a:tc>
                  <a:txBody>
                    <a:bodyPr/>
                    <a:lstStyle/>
                    <a:p>
                      <a:endParaRPr lang="fr-BE" dirty="0"/>
                    </a:p>
                  </a:txBody>
                  <a:tcPr>
                    <a:solidFill>
                      <a:schemeClr val="tx1"/>
                    </a:solidFill>
                  </a:tcPr>
                </a:tc>
                <a:tc>
                  <a:txBody>
                    <a:bodyPr/>
                    <a:lstStyle/>
                    <a:p>
                      <a:r>
                        <a:rPr lang="fr-BE" dirty="0"/>
                        <a:t>23</a:t>
                      </a:r>
                    </a:p>
                  </a:txBody>
                  <a:tcPr/>
                </a:tc>
                <a:tc>
                  <a:txBody>
                    <a:bodyPr/>
                    <a:lstStyle/>
                    <a:p>
                      <a:endParaRPr lang="fr-BE" dirty="0"/>
                    </a:p>
                  </a:txBody>
                  <a:tcPr/>
                </a:tc>
                <a:tc>
                  <a:txBody>
                    <a:bodyPr/>
                    <a:lstStyle/>
                    <a:p>
                      <a:r>
                        <a:rPr lang="fr-BE" dirty="0"/>
                        <a:t>24</a:t>
                      </a:r>
                    </a:p>
                  </a:txBody>
                  <a:tcPr/>
                </a:tc>
                <a:tc>
                  <a:txBody>
                    <a:bodyPr/>
                    <a:lstStyle/>
                    <a:p>
                      <a:endParaRPr lang="fr-BE" dirty="0"/>
                    </a:p>
                  </a:txBody>
                  <a:tcPr/>
                </a:tc>
                <a:tc>
                  <a:txBody>
                    <a:bodyPr/>
                    <a:lstStyle/>
                    <a:p>
                      <a:r>
                        <a:rPr lang="fr-BE" dirty="0"/>
                        <a:t>25</a:t>
                      </a:r>
                    </a:p>
                  </a:txBody>
                  <a:tcPr/>
                </a:tc>
                <a:tc>
                  <a:txBody>
                    <a:bodyPr/>
                    <a:lstStyle/>
                    <a:p>
                      <a:endParaRPr lang="fr-BE" dirty="0"/>
                    </a:p>
                  </a:txBody>
                  <a:tcPr>
                    <a:solidFill>
                      <a:schemeClr val="tx1"/>
                    </a:solidFill>
                  </a:tcPr>
                </a:tc>
                <a:tc>
                  <a:txBody>
                    <a:bodyPr/>
                    <a:lstStyle/>
                    <a:p>
                      <a:r>
                        <a:rPr lang="fr-BE" dirty="0"/>
                        <a:t>26</a:t>
                      </a:r>
                    </a:p>
                  </a:txBody>
                  <a:tcPr/>
                </a:tc>
                <a:tc>
                  <a:txBody>
                    <a:bodyPr/>
                    <a:lstStyle/>
                    <a:p>
                      <a:pPr algn="ctr"/>
                      <a:r>
                        <a:rPr lang="fr-BE" b="1" dirty="0">
                          <a:solidFill>
                            <a:srgbClr val="C00000"/>
                          </a:solidFill>
                        </a:rPr>
                        <a:t>?</a:t>
                      </a:r>
                    </a:p>
                  </a:txBody>
                  <a:tcPr/>
                </a:tc>
                <a:tc>
                  <a:txBody>
                    <a:bodyPr/>
                    <a:lstStyle/>
                    <a:p>
                      <a:r>
                        <a:rPr lang="fr-BE" dirty="0"/>
                        <a:t>27</a:t>
                      </a:r>
                    </a:p>
                  </a:txBody>
                  <a:tcPr/>
                </a:tc>
                <a:tc>
                  <a:txBody>
                    <a:bodyPr/>
                    <a:lstStyle/>
                    <a:p>
                      <a:endParaRPr lang="fr-BE" dirty="0"/>
                    </a:p>
                  </a:txBody>
                  <a:tcPr>
                    <a:solidFill>
                      <a:schemeClr val="tx1"/>
                    </a:solidFill>
                  </a:tcPr>
                </a:tc>
                <a:extLst>
                  <a:ext uri="{0D108BD9-81ED-4DB2-BD59-A6C34878D82A}">
                    <a16:rowId xmlns:a16="http://schemas.microsoft.com/office/drawing/2014/main" val="3695171797"/>
                  </a:ext>
                </a:extLst>
              </a:tr>
              <a:tr h="406979">
                <a:tc>
                  <a:txBody>
                    <a:bodyPr/>
                    <a:lstStyle/>
                    <a:p>
                      <a:r>
                        <a:rPr lang="fr-BE" dirty="0"/>
                        <a:t>28</a:t>
                      </a:r>
                    </a:p>
                  </a:txBody>
                  <a:tcPr/>
                </a:tc>
                <a:tc>
                  <a:txBody>
                    <a:bodyPr/>
                    <a:lstStyle/>
                    <a:p>
                      <a:endParaRPr lang="fr-BE" dirty="0"/>
                    </a:p>
                  </a:txBody>
                  <a:tcPr/>
                </a:tc>
                <a:tc>
                  <a:txBody>
                    <a:bodyPr/>
                    <a:lstStyle/>
                    <a:p>
                      <a:r>
                        <a:rPr lang="fr-BE" dirty="0"/>
                        <a:t>29</a:t>
                      </a:r>
                    </a:p>
                  </a:txBody>
                  <a:tcPr/>
                </a:tc>
                <a:tc>
                  <a:txBody>
                    <a:bodyPr/>
                    <a:lstStyle/>
                    <a:p>
                      <a:endParaRPr lang="fr-BE" dirty="0"/>
                    </a:p>
                  </a:txBody>
                  <a:tcPr/>
                </a:tc>
                <a:tc>
                  <a:txBody>
                    <a:bodyPr/>
                    <a:lstStyle/>
                    <a:p>
                      <a:r>
                        <a:rPr lang="fr-BE" dirty="0"/>
                        <a:t>30</a:t>
                      </a:r>
                    </a:p>
                  </a:txBody>
                  <a:tcPr/>
                </a:tc>
                <a:tc>
                  <a:txBody>
                    <a:bodyPr/>
                    <a:lstStyle/>
                    <a:p>
                      <a:endParaRPr lang="fr-BE" dirty="0"/>
                    </a:p>
                  </a:txBody>
                  <a:tcPr/>
                </a:tc>
                <a:tc>
                  <a:txBody>
                    <a:bodyPr/>
                    <a:lstStyle/>
                    <a:p>
                      <a:r>
                        <a:rPr lang="fr-BE" dirty="0"/>
                        <a:t>31</a:t>
                      </a:r>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tc>
                  <a:txBody>
                    <a:bodyPr/>
                    <a:lstStyle/>
                    <a:p>
                      <a:endParaRPr lang="fr-BE" dirty="0"/>
                    </a:p>
                  </a:txBody>
                  <a:tcPr/>
                </a:tc>
                <a:extLst>
                  <a:ext uri="{0D108BD9-81ED-4DB2-BD59-A6C34878D82A}">
                    <a16:rowId xmlns:a16="http://schemas.microsoft.com/office/drawing/2014/main" val="4265669031"/>
                  </a:ext>
                </a:extLst>
              </a:tr>
            </a:tbl>
          </a:graphicData>
        </a:graphic>
      </p:graphicFrame>
    </p:spTree>
    <p:extLst>
      <p:ext uri="{BB962C8B-B14F-4D97-AF65-F5344CB8AC3E}">
        <p14:creationId xmlns:p14="http://schemas.microsoft.com/office/powerpoint/2010/main" val="21909047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sz="4000" b="1" i="1" dirty="0">
                <a:cs typeface="Times New Roman" pitchFamily="18" charset="0"/>
              </a:rPr>
              <a:t>Samedi et DA en CC</a:t>
            </a:r>
            <a:endParaRPr lang="fr-FR" sz="4000" b="1" i="1" dirty="0">
              <a:cs typeface="Times New Roman" pitchFamily="18" charset="0"/>
            </a:endParaRPr>
          </a:p>
        </p:txBody>
      </p:sp>
      <p:sp>
        <p:nvSpPr>
          <p:cNvPr id="3" name="Espace réservé du contenu 2"/>
          <p:cNvSpPr>
            <a:spLocks noGrp="1"/>
          </p:cNvSpPr>
          <p:nvPr>
            <p:ph idx="1"/>
          </p:nvPr>
        </p:nvSpPr>
        <p:spPr>
          <a:xfrm>
            <a:off x="251520" y="1600200"/>
            <a:ext cx="8712968" cy="4525963"/>
          </a:xfrm>
        </p:spPr>
        <p:txBody>
          <a:bodyPr>
            <a:normAutofit/>
          </a:bodyPr>
          <a:lstStyle/>
          <a:p>
            <a:pPr>
              <a:buFont typeface="Wingdings" pitchFamily="2" charset="2"/>
              <a:buNone/>
            </a:pPr>
            <a:r>
              <a:rPr lang="fr-BE" sz="3000" dirty="0">
                <a:cs typeface="Times New Roman" pitchFamily="18" charset="0"/>
              </a:rPr>
              <a:t>Si la fin d’occupation est un vendredi dans le cadre d’un :</a:t>
            </a:r>
          </a:p>
          <a:p>
            <a:pPr lvl="1">
              <a:buSzPct val="80000"/>
              <a:buFont typeface="Wingdings" pitchFamily="2" charset="2"/>
              <a:buChar char="§"/>
            </a:pPr>
            <a:r>
              <a:rPr lang="fr-BE" sz="3000" dirty="0">
                <a:cs typeface="Times New Roman" pitchFamily="18" charset="0"/>
              </a:rPr>
              <a:t>Travail temps plein ;</a:t>
            </a:r>
          </a:p>
          <a:p>
            <a:pPr lvl="1">
              <a:buSzPct val="80000"/>
              <a:buFont typeface="Wingdings" pitchFamily="2" charset="2"/>
              <a:buChar char="§"/>
            </a:pPr>
            <a:r>
              <a:rPr lang="fr-BE" sz="3000" dirty="0">
                <a:cs typeface="Times New Roman" pitchFamily="18" charset="0"/>
              </a:rPr>
              <a:t>TTPMD sans AGR ;</a:t>
            </a:r>
          </a:p>
          <a:p>
            <a:pPr lvl="1">
              <a:buSzPct val="80000"/>
              <a:buFont typeface="Wingdings" pitchFamily="2" charset="2"/>
              <a:buChar char="§"/>
            </a:pPr>
            <a:r>
              <a:rPr lang="fr-BE" sz="3000" dirty="0">
                <a:cs typeface="Times New Roman" pitchFamily="18" charset="0"/>
              </a:rPr>
              <a:t>Travail à temps partiel volontaire ;</a:t>
            </a:r>
          </a:p>
          <a:p>
            <a:pPr marL="0" indent="0">
              <a:buFont typeface="Wingdings" pitchFamily="2" charset="2"/>
              <a:buNone/>
            </a:pPr>
            <a:endParaRPr lang="fr-BE" sz="1600" dirty="0">
              <a:cs typeface="Times New Roman" pitchFamily="18" charset="0"/>
              <a:sym typeface="Wingdings" pitchFamily="2" charset="2"/>
            </a:endParaRPr>
          </a:p>
          <a:p>
            <a:pPr marL="0" indent="0">
              <a:buFont typeface="Wingdings" pitchFamily="2" charset="2"/>
              <a:buNone/>
            </a:pPr>
            <a:r>
              <a:rPr lang="fr-BE" sz="3000" dirty="0">
                <a:cs typeface="Times New Roman" pitchFamily="18" charset="0"/>
                <a:sym typeface="Wingdings" pitchFamily="2" charset="2"/>
              </a:rPr>
              <a:t> </a:t>
            </a:r>
            <a:r>
              <a:rPr lang="fr-BE" sz="3000" dirty="0">
                <a:cs typeface="Times New Roman" pitchFamily="18" charset="0"/>
              </a:rPr>
              <a:t>la DA en CC ne peut pas être faite le samedi </a:t>
            </a:r>
            <a:r>
              <a:rPr lang="fr-BE" sz="3000" dirty="0">
                <a:cs typeface="Times New Roman" pitchFamily="18" charset="0"/>
                <a:sym typeface="Wingdings" pitchFamily="2" charset="2"/>
              </a:rPr>
              <a:t>parce qu’il n’est pas indemnisable</a:t>
            </a:r>
            <a:endParaRPr lang="fr-BE" sz="3000" dirty="0">
              <a:cs typeface="Times New Roman" pitchFamily="18" charset="0"/>
            </a:endParaRPr>
          </a:p>
        </p:txBody>
      </p:sp>
      <p:sp>
        <p:nvSpPr>
          <p:cNvPr id="4" name="Espace réservé du numéro de diapositive 3">
            <a:extLst>
              <a:ext uri="{FF2B5EF4-FFF2-40B4-BE49-F238E27FC236}">
                <a16:creationId xmlns:a16="http://schemas.microsoft.com/office/drawing/2014/main" id="{9B1AE3D4-FEE8-44D6-8C59-E78EE96B5CE9}"/>
              </a:ext>
            </a:extLst>
          </p:cNvPr>
          <p:cNvSpPr>
            <a:spLocks noGrp="1"/>
          </p:cNvSpPr>
          <p:nvPr>
            <p:ph type="sldNum" sz="quarter" idx="12"/>
          </p:nvPr>
        </p:nvSpPr>
        <p:spPr/>
        <p:txBody>
          <a:bodyPr/>
          <a:lstStyle/>
          <a:p>
            <a:fld id="{55E9056B-6A30-4F99-BDE9-C450E66AE125}" type="slidenum">
              <a:rPr lang="fr-FR" smtClean="0"/>
              <a:pPr/>
              <a:t>31</a:t>
            </a:fld>
            <a:endParaRPr lang="fr-FR"/>
          </a:p>
        </p:txBody>
      </p:sp>
    </p:spTree>
    <p:extLst>
      <p:ext uri="{BB962C8B-B14F-4D97-AF65-F5344CB8AC3E}">
        <p14:creationId xmlns:p14="http://schemas.microsoft.com/office/powerpoint/2010/main" val="363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71D4D5C3D776247A0B00D9B67B18301" ma:contentTypeVersion="5" ma:contentTypeDescription="Crée un document." ma:contentTypeScope="" ma:versionID="7a3aaf4a5e491451268d7041ab422b5e">
  <xsd:schema xmlns:xsd="http://www.w3.org/2001/XMLSchema" xmlns:xs="http://www.w3.org/2001/XMLSchema" xmlns:p="http://schemas.microsoft.com/office/2006/metadata/properties" xmlns:ns2="70ec8308-a2f0-4163-8d73-ffca7c913578" xmlns:ns3="594ba5a2-1908-49bb-836f-9f7e6dbdc18e" targetNamespace="http://schemas.microsoft.com/office/2006/metadata/properties" ma:root="true" ma:fieldsID="eac2541f887c14507833b58d07aebfe8" ns2:_="" ns3:_="">
    <xsd:import namespace="70ec8308-a2f0-4163-8d73-ffca7c913578"/>
    <xsd:import namespace="594ba5a2-1908-49bb-836f-9f7e6dbdc18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ec8308-a2f0-4163-8d73-ffca7c913578"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4ba5a2-1908-49bb-836f-9f7e6dbdc18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000414-B902-4DAF-8237-ED248219F6FA}">
  <ds:schemaRefs>
    <ds:schemaRef ds:uri="http://schemas.microsoft.com/office/2006/metadata/properties"/>
    <ds:schemaRef ds:uri="http://schemas.microsoft.com/office/infopath/2007/PartnerControls"/>
    <ds:schemaRef ds:uri="bdec1399-7c99-4025-bfb6-e1e799e6630a"/>
    <ds:schemaRef ds:uri="1e832426-6819-49af-b751-404cdfce1567"/>
  </ds:schemaRefs>
</ds:datastoreItem>
</file>

<file path=customXml/itemProps2.xml><?xml version="1.0" encoding="utf-8"?>
<ds:datastoreItem xmlns:ds="http://schemas.openxmlformats.org/officeDocument/2006/customXml" ds:itemID="{FE122670-DCC8-4C6E-AB09-A23B554A1C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ec8308-a2f0-4163-8d73-ffca7c913578"/>
    <ds:schemaRef ds:uri="594ba5a2-1908-49bb-836f-9f7e6dbdc1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C376AC-CDAB-4BDD-8E4F-656E60C908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11133</TotalTime>
  <Words>1846</Words>
  <Application>Microsoft Office PowerPoint</Application>
  <PresentationFormat>Affichage à l'écran (4:3)</PresentationFormat>
  <Paragraphs>352</Paragraphs>
  <Slides>31</Slides>
  <Notes>18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31</vt:i4>
      </vt:variant>
    </vt:vector>
  </HeadingPairs>
  <TitlesOfParts>
    <vt:vector size="36" baseType="lpstr">
      <vt:lpstr>Arial</vt:lpstr>
      <vt:lpstr>Calibri</vt:lpstr>
      <vt:lpstr>Times New Roman</vt:lpstr>
      <vt:lpstr>Wingdings</vt:lpstr>
      <vt:lpstr>Thème Office</vt:lpstr>
      <vt:lpstr>L’indemnisation du jour férié  &amp; du samedi  </vt:lpstr>
      <vt:lpstr>Table des matières</vt:lpstr>
      <vt:lpstr>1. Les jours fériés</vt:lpstr>
      <vt:lpstr>Préambule </vt:lpstr>
      <vt:lpstr>JF et rupture de contrat </vt:lpstr>
      <vt:lpstr>Exemples</vt:lpstr>
      <vt:lpstr>Notion d’un mois calendrier: exemples</vt:lpstr>
      <vt:lpstr>Perte de l’obligation de la rémunération du JF par l’employeur </vt:lpstr>
      <vt:lpstr>Notion « d’occupation ininterrompue »</vt:lpstr>
      <vt:lpstr>Exemple</vt:lpstr>
      <vt:lpstr>Régime spécifique pour les travailleurs intérimaires</vt:lpstr>
      <vt:lpstr>Exemple</vt:lpstr>
      <vt:lpstr>    Méthode de travail </vt:lpstr>
      <vt:lpstr>JF &amp; chômage temporaire</vt:lpstr>
      <vt:lpstr>Exemple</vt:lpstr>
      <vt:lpstr>Exemple</vt:lpstr>
      <vt:lpstr>JF et chômage temporaire</vt:lpstr>
      <vt:lpstr>JF et autres cas de suspension du contrat</vt:lpstr>
      <vt:lpstr>2. L’indemnisation du samedi</vt:lpstr>
      <vt:lpstr>L’indemnisation du samedi AR. 55 – AM 21</vt:lpstr>
      <vt:lpstr>  Samedi non indemnisable</vt:lpstr>
      <vt:lpstr>Indemnisation d’un ½ samedi</vt:lpstr>
      <vt:lpstr>Indemnisation compète du samedi</vt:lpstr>
      <vt:lpstr>     Particularités</vt:lpstr>
      <vt:lpstr>     Particularités</vt:lpstr>
      <vt:lpstr>Particularités - exemple</vt:lpstr>
      <vt:lpstr>Du mardi au vendredi,  4 jours de congés couverts par pécule Samedi indemnisable ?  </vt:lpstr>
      <vt:lpstr>Du lundi au vendredi, 5 jours de congés couverts par pécule Samedi indemnisable ?</vt:lpstr>
      <vt:lpstr>Exemple 3</vt:lpstr>
      <vt:lpstr>Exemple 4</vt:lpstr>
      <vt:lpstr>Samedi et DA en CC</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FCJ-M14-Indemnisation du JF &amp; du samedi-FLT</dc:title>
  <dc:creator>u99lge</dc:creator>
  <cp:lastModifiedBy>Ali Bakhouch</cp:lastModifiedBy>
  <cp:revision>505</cp:revision>
  <cp:lastPrinted>2014-10-06T11:26:04Z</cp:lastPrinted>
  <dcterms:created xsi:type="dcterms:W3CDTF">2010-09-22T12:12:06Z</dcterms:created>
  <dcterms:modified xsi:type="dcterms:W3CDTF">2023-12-17T06:15:34Z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22;#Indemnisabilité|b5f95997-28b8-41b1-bbb7-1a3d8a5995b4;#26;#Paiement|bbe82f01-f3c6-4a35-a642-de01f3e9fac7</vt:lpwstr>
  </property>
  <property fmtid="{D5CDD505-2E9C-101B-9397-08002B2CF9AE}" pid="7" name="Thème">
    <vt:lpwstr>89;#Indemnisation du JF et du samedi|18ffad00-2bfa-4056-a94a-f3a3f2d714aa</vt:lpwstr>
  </property>
  <property fmtid="{D5CDD505-2E9C-101B-9397-08002B2CF9AE}" pid="8" name="Order">
    <vt:r8>246900</vt:r8>
  </property>
  <property fmtid="{D5CDD505-2E9C-101B-9397-08002B2CF9AE}" pid="9" name="_dlc_DocIdItemGuid">
    <vt:lpwstr>efebcffa-a210-4025-a222-13e1f04e32b4</vt:lpwstr>
  </property>
  <property fmtid="{D5CDD505-2E9C-101B-9397-08002B2CF9AE}" pid="10" name="AuthorIds_UIVersion_1536">
    <vt:lpwstr>23</vt:lpwstr>
  </property>
  <property fmtid="{D5CDD505-2E9C-101B-9397-08002B2CF9AE}" pid="11" name="AuthorIds_UIVersion_2048">
    <vt:lpwstr>23</vt:lpwstr>
  </property>
  <property fmtid="{D5CDD505-2E9C-101B-9397-08002B2CF9AE}" pid="12" name="AuthorIds_UIVersion_2560">
    <vt:lpwstr>23</vt:lpwstr>
  </property>
</Properties>
</file>