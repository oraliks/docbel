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60" r:id="rId4"/>
  </p:sldMasterIdLst>
  <p:notesMasterIdLst>
    <p:notesMasterId r:id="rId23"/>
  </p:notesMasterIdLst>
  <p:handoutMasterIdLst>
    <p:handoutMasterId r:id="rId24"/>
  </p:handoutMasterIdLst>
  <p:sldIdLst>
    <p:sldId id="583" r:id="rId5"/>
    <p:sldId id="584" r:id="rId6"/>
    <p:sldId id="610" r:id="rId7"/>
    <p:sldId id="612" r:id="rId8"/>
    <p:sldId id="613" r:id="rId9"/>
    <p:sldId id="615" r:id="rId10"/>
    <p:sldId id="616" r:id="rId11"/>
    <p:sldId id="617" r:id="rId12"/>
    <p:sldId id="618" r:id="rId13"/>
    <p:sldId id="619" r:id="rId14"/>
    <p:sldId id="658" r:id="rId15"/>
    <p:sldId id="659" r:id="rId16"/>
    <p:sldId id="660" r:id="rId17"/>
    <p:sldId id="622" r:id="rId18"/>
    <p:sldId id="661" r:id="rId19"/>
    <p:sldId id="662" r:id="rId20"/>
    <p:sldId id="663" r:id="rId21"/>
    <p:sldId id="664" r:id="rId22"/>
  </p:sldIdLst>
  <p:sldSz cx="9144000" cy="6858000" type="screen4x3"/>
  <p:notesSz cx="6735763" cy="9866313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  <a:srgbClr val="00FF00"/>
    <a:srgbClr val="FF9933"/>
    <a:srgbClr val="669900"/>
    <a:srgbClr val="003399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4415A5-A1EF-4980-9B8D-65DD684722C3}" v="1" dt="2023-12-03T22:18:28.25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Style moyen 4 - Accentuation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E8B1032C-EA38-4F05-BA0D-38AFFFC7BED3}" styleName="Style léger 3 - Accentuation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08FB837D-C827-4EFA-A057-4D05807E0F7C}" styleName="Style à thème 1 - Accentuation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Style à thème 1 - Accentuation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C4B1156A-380E-4F78-BDF5-A606A8083BF9}" styleName="Style moyen 4 - Accentuation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93296810-A885-4BE3-A3E7-6D5BEEA58F35}" styleName="Style moyen 2 - Accentuation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Style à thème 1 - Accentuation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D7AC3CCA-C797-4891-BE02-D94E43425B78}" styleName="Style moyen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327F97BB-C833-4FB7-BDE5-3F7075034690}" styleName="Style à thème 2 - Accentuation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8FD4443E-F989-4FC4-A0C8-D5A2AF1F390B}" styleName="Style foncé 1 - Accentuation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DF18680-E054-41AD-8BC1-D1AEF772440D}" styleName="Style moyen 2 - Accentuation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Style moyen 2 - Accentuation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Style moyen 2 - Accentuation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E25E649-3F16-4E02-A733-19D2CDBF48F0}" styleName="Style moyen 3 - Accentuation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816" autoAdjust="0"/>
    <p:restoredTop sz="93837" autoAdjust="0"/>
  </p:normalViewPr>
  <p:slideViewPr>
    <p:cSldViewPr>
      <p:cViewPr varScale="1">
        <p:scale>
          <a:sx n="80" d="100"/>
          <a:sy n="80" d="100"/>
        </p:scale>
        <p:origin x="1421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30972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tonella Mimmo" userId="25a5e1a7-e321-4627-b0fe-fe85337315d8" providerId="ADAL" clId="{A362AA9D-F96A-4128-92F6-54FE0F7505CB}"/>
    <pc:docChg chg="modSld">
      <pc:chgData name="Antonella Mimmo" userId="25a5e1a7-e321-4627-b0fe-fe85337315d8" providerId="ADAL" clId="{A362AA9D-F96A-4128-92F6-54FE0F7505CB}" dt="2023-07-31T11:18:37.504" v="250" actId="20577"/>
      <pc:docMkLst>
        <pc:docMk/>
      </pc:docMkLst>
      <pc:sldChg chg="modSp mod">
        <pc:chgData name="Antonella Mimmo" userId="25a5e1a7-e321-4627-b0fe-fe85337315d8" providerId="ADAL" clId="{A362AA9D-F96A-4128-92F6-54FE0F7505CB}" dt="2023-07-31T09:33:41.134" v="5" actId="20577"/>
        <pc:sldMkLst>
          <pc:docMk/>
          <pc:sldMk cId="2621890838" sldId="583"/>
        </pc:sldMkLst>
        <pc:spChg chg="mod">
          <ac:chgData name="Antonella Mimmo" userId="25a5e1a7-e321-4627-b0fe-fe85337315d8" providerId="ADAL" clId="{A362AA9D-F96A-4128-92F6-54FE0F7505CB}" dt="2023-07-31T09:33:41.134" v="5" actId="20577"/>
          <ac:spMkLst>
            <pc:docMk/>
            <pc:sldMk cId="2621890838" sldId="583"/>
            <ac:spMk id="8" creationId="{595B5E16-32E6-4654-8C6C-452AF69E9593}"/>
          </ac:spMkLst>
        </pc:spChg>
      </pc:sldChg>
      <pc:sldChg chg="modSp">
        <pc:chgData name="Antonella Mimmo" userId="25a5e1a7-e321-4627-b0fe-fe85337315d8" providerId="ADAL" clId="{A362AA9D-F96A-4128-92F6-54FE0F7505CB}" dt="2023-07-31T11:18:37.504" v="250" actId="20577"/>
        <pc:sldMkLst>
          <pc:docMk/>
          <pc:sldMk cId="1496688001" sldId="610"/>
        </pc:sldMkLst>
        <pc:spChg chg="mod">
          <ac:chgData name="Antonella Mimmo" userId="25a5e1a7-e321-4627-b0fe-fe85337315d8" providerId="ADAL" clId="{A362AA9D-F96A-4128-92F6-54FE0F7505CB}" dt="2023-07-31T11:18:37.504" v="250" actId="20577"/>
          <ac:spMkLst>
            <pc:docMk/>
            <pc:sldMk cId="1496688001" sldId="610"/>
            <ac:spMk id="3" creationId="{39E2F93C-59B9-4508-B923-2018151C1D08}"/>
          </ac:spMkLst>
        </pc:spChg>
      </pc:sldChg>
      <pc:sldChg chg="modSp mod">
        <pc:chgData name="Antonella Mimmo" userId="25a5e1a7-e321-4627-b0fe-fe85337315d8" providerId="ADAL" clId="{A362AA9D-F96A-4128-92F6-54FE0F7505CB}" dt="2023-07-31T09:35:16.683" v="71" actId="20577"/>
        <pc:sldMkLst>
          <pc:docMk/>
          <pc:sldMk cId="1416965673" sldId="661"/>
        </pc:sldMkLst>
        <pc:graphicFrameChg chg="modGraphic">
          <ac:chgData name="Antonella Mimmo" userId="25a5e1a7-e321-4627-b0fe-fe85337315d8" providerId="ADAL" clId="{A362AA9D-F96A-4128-92F6-54FE0F7505CB}" dt="2023-07-31T09:35:16.683" v="71" actId="20577"/>
          <ac:graphicFrameMkLst>
            <pc:docMk/>
            <pc:sldMk cId="1416965673" sldId="661"/>
            <ac:graphicFrameMk id="5" creationId="{ABE849C1-995E-4A1D-9423-A9A25241C141}"/>
          </ac:graphicFrameMkLst>
        </pc:graphicFrameChg>
      </pc:sldChg>
      <pc:sldChg chg="modSp mod">
        <pc:chgData name="Antonella Mimmo" userId="25a5e1a7-e321-4627-b0fe-fe85337315d8" providerId="ADAL" clId="{A362AA9D-F96A-4128-92F6-54FE0F7505CB}" dt="2023-07-31T09:36:57.095" v="140" actId="20577"/>
        <pc:sldMkLst>
          <pc:docMk/>
          <pc:sldMk cId="370924311" sldId="662"/>
        </pc:sldMkLst>
        <pc:graphicFrameChg chg="modGraphic">
          <ac:chgData name="Antonella Mimmo" userId="25a5e1a7-e321-4627-b0fe-fe85337315d8" providerId="ADAL" clId="{A362AA9D-F96A-4128-92F6-54FE0F7505CB}" dt="2023-07-31T09:36:57.095" v="140" actId="20577"/>
          <ac:graphicFrameMkLst>
            <pc:docMk/>
            <pc:sldMk cId="370924311" sldId="662"/>
            <ac:graphicFrameMk id="5" creationId="{ABE849C1-995E-4A1D-9423-A9A25241C141}"/>
          </ac:graphicFrameMkLst>
        </pc:graphicFrameChg>
      </pc:sldChg>
      <pc:sldChg chg="modSp mod">
        <pc:chgData name="Antonella Mimmo" userId="25a5e1a7-e321-4627-b0fe-fe85337315d8" providerId="ADAL" clId="{A362AA9D-F96A-4128-92F6-54FE0F7505CB}" dt="2023-07-31T09:38:28.089" v="199" actId="20577"/>
        <pc:sldMkLst>
          <pc:docMk/>
          <pc:sldMk cId="707743576" sldId="663"/>
        </pc:sldMkLst>
        <pc:graphicFrameChg chg="modGraphic">
          <ac:chgData name="Antonella Mimmo" userId="25a5e1a7-e321-4627-b0fe-fe85337315d8" providerId="ADAL" clId="{A362AA9D-F96A-4128-92F6-54FE0F7505CB}" dt="2023-07-31T09:38:28.089" v="199" actId="20577"/>
          <ac:graphicFrameMkLst>
            <pc:docMk/>
            <pc:sldMk cId="707743576" sldId="663"/>
            <ac:graphicFrameMk id="5" creationId="{ABE849C1-995E-4A1D-9423-A9A25241C141}"/>
          </ac:graphicFrameMkLst>
        </pc:graphicFrameChg>
      </pc:sldChg>
      <pc:sldChg chg="modSp mod">
        <pc:chgData name="Antonella Mimmo" userId="25a5e1a7-e321-4627-b0fe-fe85337315d8" providerId="ADAL" clId="{A362AA9D-F96A-4128-92F6-54FE0F7505CB}" dt="2023-07-31T09:39:54.322" v="249" actId="20577"/>
        <pc:sldMkLst>
          <pc:docMk/>
          <pc:sldMk cId="3460499332" sldId="664"/>
        </pc:sldMkLst>
        <pc:graphicFrameChg chg="modGraphic">
          <ac:chgData name="Antonella Mimmo" userId="25a5e1a7-e321-4627-b0fe-fe85337315d8" providerId="ADAL" clId="{A362AA9D-F96A-4128-92F6-54FE0F7505CB}" dt="2023-07-31T09:39:54.322" v="249" actId="20577"/>
          <ac:graphicFrameMkLst>
            <pc:docMk/>
            <pc:sldMk cId="3460499332" sldId="664"/>
            <ac:graphicFrameMk id="5" creationId="{ABE849C1-995E-4A1D-9423-A9A25241C141}"/>
          </ac:graphicFrameMkLst>
        </pc:graphicFrameChg>
      </pc:sldChg>
    </pc:docChg>
  </pc:docChgLst>
  <pc:docChgLst>
    <pc:chgData name="Laurent Corso" userId="0219eb03-2eeb-46d4-b992-439547476408" providerId="ADAL" clId="{154470FB-996B-43CC-88BA-97DA2203819A}"/>
    <pc:docChg chg="undo custSel addSld delSld modSld sldOrd">
      <pc:chgData name="Laurent Corso" userId="0219eb03-2eeb-46d4-b992-439547476408" providerId="ADAL" clId="{154470FB-996B-43CC-88BA-97DA2203819A}" dt="2021-03-09T13:35:15.141" v="2357" actId="6549"/>
      <pc:docMkLst>
        <pc:docMk/>
      </pc:docMkLst>
      <pc:sldChg chg="modSp">
        <pc:chgData name="Laurent Corso" userId="0219eb03-2eeb-46d4-b992-439547476408" providerId="ADAL" clId="{154470FB-996B-43CC-88BA-97DA2203819A}" dt="2021-03-09T10:11:51.687" v="12" actId="20577"/>
        <pc:sldMkLst>
          <pc:docMk/>
          <pc:sldMk cId="2621890838" sldId="583"/>
        </pc:sldMkLst>
        <pc:spChg chg="mod">
          <ac:chgData name="Laurent Corso" userId="0219eb03-2eeb-46d4-b992-439547476408" providerId="ADAL" clId="{154470FB-996B-43CC-88BA-97DA2203819A}" dt="2021-03-09T10:11:51.687" v="12" actId="20577"/>
          <ac:spMkLst>
            <pc:docMk/>
            <pc:sldMk cId="2621890838" sldId="583"/>
            <ac:spMk id="8" creationId="{595B5E16-32E6-4654-8C6C-452AF69E9593}"/>
          </ac:spMkLst>
        </pc:spChg>
      </pc:sldChg>
      <pc:sldChg chg="del">
        <pc:chgData name="Laurent Corso" userId="0219eb03-2eeb-46d4-b992-439547476408" providerId="ADAL" clId="{154470FB-996B-43CC-88BA-97DA2203819A}" dt="2021-03-09T12:31:45.891" v="797" actId="2696"/>
        <pc:sldMkLst>
          <pc:docMk/>
          <pc:sldMk cId="990804632" sldId="609"/>
        </pc:sldMkLst>
      </pc:sldChg>
      <pc:sldChg chg="modSp">
        <pc:chgData name="Laurent Corso" userId="0219eb03-2eeb-46d4-b992-439547476408" providerId="ADAL" clId="{154470FB-996B-43CC-88BA-97DA2203819A}" dt="2021-03-09T12:42:01.341" v="1085" actId="120"/>
        <pc:sldMkLst>
          <pc:docMk/>
          <pc:sldMk cId="4225331060" sldId="613"/>
        </pc:sldMkLst>
        <pc:graphicFrameChg chg="modGraphic">
          <ac:chgData name="Laurent Corso" userId="0219eb03-2eeb-46d4-b992-439547476408" providerId="ADAL" clId="{154470FB-996B-43CC-88BA-97DA2203819A}" dt="2021-03-09T12:42:01.341" v="1085" actId="120"/>
          <ac:graphicFrameMkLst>
            <pc:docMk/>
            <pc:sldMk cId="4225331060" sldId="613"/>
            <ac:graphicFrameMk id="6" creationId="{9BE21F50-2A0C-4CAA-9CF5-806DC9E56DDA}"/>
          </ac:graphicFrameMkLst>
        </pc:graphicFrameChg>
      </pc:sldChg>
      <pc:sldChg chg="modSp">
        <pc:chgData name="Laurent Corso" userId="0219eb03-2eeb-46d4-b992-439547476408" providerId="ADAL" clId="{154470FB-996B-43CC-88BA-97DA2203819A}" dt="2021-03-09T12:41:54.083" v="1083" actId="120"/>
        <pc:sldMkLst>
          <pc:docMk/>
          <pc:sldMk cId="3650499997" sldId="615"/>
        </pc:sldMkLst>
        <pc:graphicFrameChg chg="modGraphic">
          <ac:chgData name="Laurent Corso" userId="0219eb03-2eeb-46d4-b992-439547476408" providerId="ADAL" clId="{154470FB-996B-43CC-88BA-97DA2203819A}" dt="2021-03-09T12:41:54.083" v="1083" actId="120"/>
          <ac:graphicFrameMkLst>
            <pc:docMk/>
            <pc:sldMk cId="3650499997" sldId="615"/>
            <ac:graphicFrameMk id="6" creationId="{9BE21F50-2A0C-4CAA-9CF5-806DC9E56DDA}"/>
          </ac:graphicFrameMkLst>
        </pc:graphicFrameChg>
      </pc:sldChg>
      <pc:sldChg chg="modSp">
        <pc:chgData name="Laurent Corso" userId="0219eb03-2eeb-46d4-b992-439547476408" providerId="ADAL" clId="{154470FB-996B-43CC-88BA-97DA2203819A}" dt="2021-03-09T12:43:12.883" v="1087" actId="6549"/>
        <pc:sldMkLst>
          <pc:docMk/>
          <pc:sldMk cId="443185781" sldId="617"/>
        </pc:sldMkLst>
        <pc:graphicFrameChg chg="modGraphic">
          <ac:chgData name="Laurent Corso" userId="0219eb03-2eeb-46d4-b992-439547476408" providerId="ADAL" clId="{154470FB-996B-43CC-88BA-97DA2203819A}" dt="2021-03-09T12:43:12.883" v="1087" actId="6549"/>
          <ac:graphicFrameMkLst>
            <pc:docMk/>
            <pc:sldMk cId="443185781" sldId="617"/>
            <ac:graphicFrameMk id="6" creationId="{9BE21F50-2A0C-4CAA-9CF5-806DC9E56DDA}"/>
          </ac:graphicFrameMkLst>
        </pc:graphicFrameChg>
      </pc:sldChg>
      <pc:sldChg chg="addSp modSp del">
        <pc:chgData name="Laurent Corso" userId="0219eb03-2eeb-46d4-b992-439547476408" providerId="ADAL" clId="{154470FB-996B-43CC-88BA-97DA2203819A}" dt="2021-03-09T12:34:04.095" v="820" actId="2696"/>
        <pc:sldMkLst>
          <pc:docMk/>
          <pc:sldMk cId="973729158" sldId="621"/>
        </pc:sldMkLst>
        <pc:spChg chg="mod">
          <ac:chgData name="Laurent Corso" userId="0219eb03-2eeb-46d4-b992-439547476408" providerId="ADAL" clId="{154470FB-996B-43CC-88BA-97DA2203819A}" dt="2021-03-09T12:31:52.892" v="801" actId="20577"/>
          <ac:spMkLst>
            <pc:docMk/>
            <pc:sldMk cId="973729158" sldId="621"/>
            <ac:spMk id="2" creationId="{754996E5-7F37-46CA-9E1B-A034287374E7}"/>
          </ac:spMkLst>
        </pc:spChg>
        <pc:graphicFrameChg chg="add mod modGraphic">
          <ac:chgData name="Laurent Corso" userId="0219eb03-2eeb-46d4-b992-439547476408" providerId="ADAL" clId="{154470FB-996B-43CC-88BA-97DA2203819A}" dt="2021-03-09T12:31:36.325" v="796" actId="113"/>
          <ac:graphicFrameMkLst>
            <pc:docMk/>
            <pc:sldMk cId="973729158" sldId="621"/>
            <ac:graphicFrameMk id="5" creationId="{ABE849C1-995E-4A1D-9423-A9A25241C141}"/>
          </ac:graphicFrameMkLst>
        </pc:graphicFrameChg>
      </pc:sldChg>
      <pc:sldChg chg="modSp add ord modAnim">
        <pc:chgData name="Laurent Corso" userId="0219eb03-2eeb-46d4-b992-439547476408" providerId="ADAL" clId="{154470FB-996B-43CC-88BA-97DA2203819A}" dt="2021-03-09T13:29:41.709" v="2244" actId="20577"/>
        <pc:sldMkLst>
          <pc:docMk/>
          <pc:sldMk cId="3545445296" sldId="623"/>
        </pc:sldMkLst>
        <pc:spChg chg="mod">
          <ac:chgData name="Laurent Corso" userId="0219eb03-2eeb-46d4-b992-439547476408" providerId="ADAL" clId="{154470FB-996B-43CC-88BA-97DA2203819A}" dt="2021-03-09T13:29:41.709" v="2244" actId="20577"/>
          <ac:spMkLst>
            <pc:docMk/>
            <pc:sldMk cId="3545445296" sldId="623"/>
            <ac:spMk id="2" creationId="{754996E5-7F37-46CA-9E1B-A034287374E7}"/>
          </ac:spMkLst>
        </pc:spChg>
        <pc:graphicFrameChg chg="modGraphic">
          <ac:chgData name="Laurent Corso" userId="0219eb03-2eeb-46d4-b992-439547476408" providerId="ADAL" clId="{154470FB-996B-43CC-88BA-97DA2203819A}" dt="2021-03-09T13:27:55.553" v="2219" actId="6549"/>
          <ac:graphicFrameMkLst>
            <pc:docMk/>
            <pc:sldMk cId="3545445296" sldId="623"/>
            <ac:graphicFrameMk id="5" creationId="{ABE849C1-995E-4A1D-9423-A9A25241C141}"/>
          </ac:graphicFrameMkLst>
        </pc:graphicFrameChg>
      </pc:sldChg>
      <pc:sldChg chg="modSp add">
        <pc:chgData name="Laurent Corso" userId="0219eb03-2eeb-46d4-b992-439547476408" providerId="ADAL" clId="{154470FB-996B-43CC-88BA-97DA2203819A}" dt="2021-03-09T13:32:01.009" v="2291" actId="6549"/>
        <pc:sldMkLst>
          <pc:docMk/>
          <pc:sldMk cId="1781097322" sldId="624"/>
        </pc:sldMkLst>
        <pc:spChg chg="mod">
          <ac:chgData name="Laurent Corso" userId="0219eb03-2eeb-46d4-b992-439547476408" providerId="ADAL" clId="{154470FB-996B-43CC-88BA-97DA2203819A}" dt="2021-03-09T13:30:46.592" v="2261" actId="20577"/>
          <ac:spMkLst>
            <pc:docMk/>
            <pc:sldMk cId="1781097322" sldId="624"/>
            <ac:spMk id="2" creationId="{754996E5-7F37-46CA-9E1B-A034287374E7}"/>
          </ac:spMkLst>
        </pc:spChg>
        <pc:graphicFrameChg chg="modGraphic">
          <ac:chgData name="Laurent Corso" userId="0219eb03-2eeb-46d4-b992-439547476408" providerId="ADAL" clId="{154470FB-996B-43CC-88BA-97DA2203819A}" dt="2021-03-09T13:32:01.009" v="2291" actId="6549"/>
          <ac:graphicFrameMkLst>
            <pc:docMk/>
            <pc:sldMk cId="1781097322" sldId="624"/>
            <ac:graphicFrameMk id="5" creationId="{ABE849C1-995E-4A1D-9423-A9A25241C141}"/>
          </ac:graphicFrameMkLst>
        </pc:graphicFrameChg>
      </pc:sldChg>
      <pc:sldChg chg="modSp add">
        <pc:chgData name="Laurent Corso" userId="0219eb03-2eeb-46d4-b992-439547476408" providerId="ADAL" clId="{154470FB-996B-43CC-88BA-97DA2203819A}" dt="2021-03-09T13:32:20.476" v="2295" actId="20577"/>
        <pc:sldMkLst>
          <pc:docMk/>
          <pc:sldMk cId="977616959" sldId="625"/>
        </pc:sldMkLst>
        <pc:spChg chg="mod">
          <ac:chgData name="Laurent Corso" userId="0219eb03-2eeb-46d4-b992-439547476408" providerId="ADAL" clId="{154470FB-996B-43CC-88BA-97DA2203819A}" dt="2021-03-09T13:32:20.476" v="2295" actId="20577"/>
          <ac:spMkLst>
            <pc:docMk/>
            <pc:sldMk cId="977616959" sldId="625"/>
            <ac:spMk id="2" creationId="{754996E5-7F37-46CA-9E1B-A034287374E7}"/>
          </ac:spMkLst>
        </pc:spChg>
        <pc:graphicFrameChg chg="modGraphic">
          <ac:chgData name="Laurent Corso" userId="0219eb03-2eeb-46d4-b992-439547476408" providerId="ADAL" clId="{154470FB-996B-43CC-88BA-97DA2203819A}" dt="2021-03-09T13:07:48.739" v="1899" actId="20577"/>
          <ac:graphicFrameMkLst>
            <pc:docMk/>
            <pc:sldMk cId="977616959" sldId="625"/>
            <ac:graphicFrameMk id="5" creationId="{ABE849C1-995E-4A1D-9423-A9A25241C141}"/>
          </ac:graphicFrameMkLst>
        </pc:graphicFrameChg>
      </pc:sldChg>
      <pc:sldChg chg="modSp add">
        <pc:chgData name="Laurent Corso" userId="0219eb03-2eeb-46d4-b992-439547476408" providerId="ADAL" clId="{154470FB-996B-43CC-88BA-97DA2203819A}" dt="2021-03-09T13:34:09.702" v="2327" actId="20577"/>
        <pc:sldMkLst>
          <pc:docMk/>
          <pc:sldMk cId="431089460" sldId="626"/>
        </pc:sldMkLst>
        <pc:spChg chg="mod">
          <ac:chgData name="Laurent Corso" userId="0219eb03-2eeb-46d4-b992-439547476408" providerId="ADAL" clId="{154470FB-996B-43CC-88BA-97DA2203819A}" dt="2021-03-09T13:34:09.702" v="2327" actId="20577"/>
          <ac:spMkLst>
            <pc:docMk/>
            <pc:sldMk cId="431089460" sldId="626"/>
            <ac:spMk id="2" creationId="{754996E5-7F37-46CA-9E1B-A034287374E7}"/>
          </ac:spMkLst>
        </pc:spChg>
        <pc:graphicFrameChg chg="modGraphic">
          <ac:chgData name="Laurent Corso" userId="0219eb03-2eeb-46d4-b992-439547476408" providerId="ADAL" clId="{154470FB-996B-43CC-88BA-97DA2203819A}" dt="2021-03-09T13:24:10.467" v="2196" actId="207"/>
          <ac:graphicFrameMkLst>
            <pc:docMk/>
            <pc:sldMk cId="431089460" sldId="626"/>
            <ac:graphicFrameMk id="5" creationId="{ABE849C1-995E-4A1D-9423-A9A25241C141}"/>
          </ac:graphicFrameMkLst>
        </pc:graphicFrameChg>
      </pc:sldChg>
      <pc:sldChg chg="modSp">
        <pc:chgData name="Laurent Corso" userId="0219eb03-2eeb-46d4-b992-439547476408" providerId="ADAL" clId="{154470FB-996B-43CC-88BA-97DA2203819A}" dt="2021-03-09T13:29:50.321" v="2245"/>
        <pc:sldMkLst>
          <pc:docMk/>
          <pc:sldMk cId="2502081724" sldId="627"/>
        </pc:sldMkLst>
        <pc:spChg chg="mod">
          <ac:chgData name="Laurent Corso" userId="0219eb03-2eeb-46d4-b992-439547476408" providerId="ADAL" clId="{154470FB-996B-43CC-88BA-97DA2203819A}" dt="2021-03-09T13:29:50.321" v="2245"/>
          <ac:spMkLst>
            <pc:docMk/>
            <pc:sldMk cId="2502081724" sldId="627"/>
            <ac:spMk id="2" creationId="{754996E5-7F37-46CA-9E1B-A034287374E7}"/>
          </ac:spMkLst>
        </pc:spChg>
        <pc:graphicFrameChg chg="modGraphic">
          <ac:chgData name="Laurent Corso" userId="0219eb03-2eeb-46d4-b992-439547476408" providerId="ADAL" clId="{154470FB-996B-43CC-88BA-97DA2203819A}" dt="2021-03-09T13:28:08.489" v="2224" actId="6549"/>
          <ac:graphicFrameMkLst>
            <pc:docMk/>
            <pc:sldMk cId="2502081724" sldId="627"/>
            <ac:graphicFrameMk id="5" creationId="{ABE849C1-995E-4A1D-9423-A9A25241C141}"/>
          </ac:graphicFrameMkLst>
        </pc:graphicFrameChg>
      </pc:sldChg>
      <pc:sldChg chg="modSp add">
        <pc:chgData name="Laurent Corso" userId="0219eb03-2eeb-46d4-b992-439547476408" providerId="ADAL" clId="{154470FB-996B-43CC-88BA-97DA2203819A}" dt="2021-03-09T13:29:57.400" v="2249" actId="20577"/>
        <pc:sldMkLst>
          <pc:docMk/>
          <pc:sldMk cId="3705556650" sldId="628"/>
        </pc:sldMkLst>
        <pc:spChg chg="mod">
          <ac:chgData name="Laurent Corso" userId="0219eb03-2eeb-46d4-b992-439547476408" providerId="ADAL" clId="{154470FB-996B-43CC-88BA-97DA2203819A}" dt="2021-03-09T13:29:57.400" v="2249" actId="20577"/>
          <ac:spMkLst>
            <pc:docMk/>
            <pc:sldMk cId="3705556650" sldId="628"/>
            <ac:spMk id="2" creationId="{754996E5-7F37-46CA-9E1B-A034287374E7}"/>
          </ac:spMkLst>
        </pc:spChg>
        <pc:graphicFrameChg chg="modGraphic">
          <ac:chgData name="Laurent Corso" userId="0219eb03-2eeb-46d4-b992-439547476408" providerId="ADAL" clId="{154470FB-996B-43CC-88BA-97DA2203819A}" dt="2021-03-09T13:28:13.082" v="2226" actId="6549"/>
          <ac:graphicFrameMkLst>
            <pc:docMk/>
            <pc:sldMk cId="3705556650" sldId="628"/>
            <ac:graphicFrameMk id="5" creationId="{ABE849C1-995E-4A1D-9423-A9A25241C141}"/>
          </ac:graphicFrameMkLst>
        </pc:graphicFrameChg>
      </pc:sldChg>
      <pc:sldChg chg="modSp add">
        <pc:chgData name="Laurent Corso" userId="0219eb03-2eeb-46d4-b992-439547476408" providerId="ADAL" clId="{154470FB-996B-43CC-88BA-97DA2203819A}" dt="2021-03-09T13:30:01.111" v="2250"/>
        <pc:sldMkLst>
          <pc:docMk/>
          <pc:sldMk cId="1616944125" sldId="629"/>
        </pc:sldMkLst>
        <pc:spChg chg="mod">
          <ac:chgData name="Laurent Corso" userId="0219eb03-2eeb-46d4-b992-439547476408" providerId="ADAL" clId="{154470FB-996B-43CC-88BA-97DA2203819A}" dt="2021-03-09T13:30:01.111" v="2250"/>
          <ac:spMkLst>
            <pc:docMk/>
            <pc:sldMk cId="1616944125" sldId="629"/>
            <ac:spMk id="2" creationId="{754996E5-7F37-46CA-9E1B-A034287374E7}"/>
          </ac:spMkLst>
        </pc:spChg>
        <pc:graphicFrameChg chg="modGraphic">
          <ac:chgData name="Laurent Corso" userId="0219eb03-2eeb-46d4-b992-439547476408" providerId="ADAL" clId="{154470FB-996B-43CC-88BA-97DA2203819A}" dt="2021-03-09T13:28:19.099" v="2228" actId="6549"/>
          <ac:graphicFrameMkLst>
            <pc:docMk/>
            <pc:sldMk cId="1616944125" sldId="629"/>
            <ac:graphicFrameMk id="5" creationId="{ABE849C1-995E-4A1D-9423-A9A25241C141}"/>
          </ac:graphicFrameMkLst>
        </pc:graphicFrameChg>
      </pc:sldChg>
      <pc:sldChg chg="modSp add">
        <pc:chgData name="Laurent Corso" userId="0219eb03-2eeb-46d4-b992-439547476408" providerId="ADAL" clId="{154470FB-996B-43CC-88BA-97DA2203819A}" dt="2021-03-09T13:30:04.377" v="2251"/>
        <pc:sldMkLst>
          <pc:docMk/>
          <pc:sldMk cId="1354603485" sldId="630"/>
        </pc:sldMkLst>
        <pc:spChg chg="mod">
          <ac:chgData name="Laurent Corso" userId="0219eb03-2eeb-46d4-b992-439547476408" providerId="ADAL" clId="{154470FB-996B-43CC-88BA-97DA2203819A}" dt="2021-03-09T13:30:04.377" v="2251"/>
          <ac:spMkLst>
            <pc:docMk/>
            <pc:sldMk cId="1354603485" sldId="630"/>
            <ac:spMk id="2" creationId="{754996E5-7F37-46CA-9E1B-A034287374E7}"/>
          </ac:spMkLst>
        </pc:spChg>
        <pc:graphicFrameChg chg="modGraphic">
          <ac:chgData name="Laurent Corso" userId="0219eb03-2eeb-46d4-b992-439547476408" providerId="ADAL" clId="{154470FB-996B-43CC-88BA-97DA2203819A}" dt="2021-03-09T13:28:22.490" v="2230" actId="6549"/>
          <ac:graphicFrameMkLst>
            <pc:docMk/>
            <pc:sldMk cId="1354603485" sldId="630"/>
            <ac:graphicFrameMk id="5" creationId="{ABE849C1-995E-4A1D-9423-A9A25241C141}"/>
          </ac:graphicFrameMkLst>
        </pc:graphicFrameChg>
      </pc:sldChg>
      <pc:sldChg chg="modSp add">
        <pc:chgData name="Laurent Corso" userId="0219eb03-2eeb-46d4-b992-439547476408" providerId="ADAL" clId="{154470FB-996B-43CC-88BA-97DA2203819A}" dt="2021-03-09T13:30:07.126" v="2252"/>
        <pc:sldMkLst>
          <pc:docMk/>
          <pc:sldMk cId="3053553466" sldId="631"/>
        </pc:sldMkLst>
        <pc:spChg chg="mod">
          <ac:chgData name="Laurent Corso" userId="0219eb03-2eeb-46d4-b992-439547476408" providerId="ADAL" clId="{154470FB-996B-43CC-88BA-97DA2203819A}" dt="2021-03-09T13:30:07.126" v="2252"/>
          <ac:spMkLst>
            <pc:docMk/>
            <pc:sldMk cId="3053553466" sldId="631"/>
            <ac:spMk id="2" creationId="{754996E5-7F37-46CA-9E1B-A034287374E7}"/>
          </ac:spMkLst>
        </pc:spChg>
        <pc:graphicFrameChg chg="modGraphic">
          <ac:chgData name="Laurent Corso" userId="0219eb03-2eeb-46d4-b992-439547476408" providerId="ADAL" clId="{154470FB-996B-43CC-88BA-97DA2203819A}" dt="2021-03-09T13:28:27.036" v="2232" actId="6549"/>
          <ac:graphicFrameMkLst>
            <pc:docMk/>
            <pc:sldMk cId="3053553466" sldId="631"/>
            <ac:graphicFrameMk id="5" creationId="{ABE849C1-995E-4A1D-9423-A9A25241C141}"/>
          </ac:graphicFrameMkLst>
        </pc:graphicFrameChg>
      </pc:sldChg>
      <pc:sldChg chg="modSp add">
        <pc:chgData name="Laurent Corso" userId="0219eb03-2eeb-46d4-b992-439547476408" providerId="ADAL" clId="{154470FB-996B-43CC-88BA-97DA2203819A}" dt="2021-03-09T13:30:10.910" v="2253"/>
        <pc:sldMkLst>
          <pc:docMk/>
          <pc:sldMk cId="2613191807" sldId="632"/>
        </pc:sldMkLst>
        <pc:spChg chg="mod">
          <ac:chgData name="Laurent Corso" userId="0219eb03-2eeb-46d4-b992-439547476408" providerId="ADAL" clId="{154470FB-996B-43CC-88BA-97DA2203819A}" dt="2021-03-09T13:30:10.910" v="2253"/>
          <ac:spMkLst>
            <pc:docMk/>
            <pc:sldMk cId="2613191807" sldId="632"/>
            <ac:spMk id="2" creationId="{754996E5-7F37-46CA-9E1B-A034287374E7}"/>
          </ac:spMkLst>
        </pc:spChg>
        <pc:graphicFrameChg chg="modGraphic">
          <ac:chgData name="Laurent Corso" userId="0219eb03-2eeb-46d4-b992-439547476408" providerId="ADAL" clId="{154470FB-996B-43CC-88BA-97DA2203819A}" dt="2021-03-09T13:28:30.099" v="2234" actId="6549"/>
          <ac:graphicFrameMkLst>
            <pc:docMk/>
            <pc:sldMk cId="2613191807" sldId="632"/>
            <ac:graphicFrameMk id="5" creationId="{ABE849C1-995E-4A1D-9423-A9A25241C141}"/>
          </ac:graphicFrameMkLst>
        </pc:graphicFrameChg>
      </pc:sldChg>
      <pc:sldChg chg="modSp add">
        <pc:chgData name="Laurent Corso" userId="0219eb03-2eeb-46d4-b992-439547476408" providerId="ADAL" clId="{154470FB-996B-43CC-88BA-97DA2203819A}" dt="2021-03-09T13:30:13.527" v="2254"/>
        <pc:sldMkLst>
          <pc:docMk/>
          <pc:sldMk cId="2462533598" sldId="633"/>
        </pc:sldMkLst>
        <pc:spChg chg="mod">
          <ac:chgData name="Laurent Corso" userId="0219eb03-2eeb-46d4-b992-439547476408" providerId="ADAL" clId="{154470FB-996B-43CC-88BA-97DA2203819A}" dt="2021-03-09T13:30:13.527" v="2254"/>
          <ac:spMkLst>
            <pc:docMk/>
            <pc:sldMk cId="2462533598" sldId="633"/>
            <ac:spMk id="2" creationId="{754996E5-7F37-46CA-9E1B-A034287374E7}"/>
          </ac:spMkLst>
        </pc:spChg>
        <pc:graphicFrameChg chg="modGraphic">
          <ac:chgData name="Laurent Corso" userId="0219eb03-2eeb-46d4-b992-439547476408" providerId="ADAL" clId="{154470FB-996B-43CC-88BA-97DA2203819A}" dt="2021-03-09T13:28:36.850" v="2236" actId="6549"/>
          <ac:graphicFrameMkLst>
            <pc:docMk/>
            <pc:sldMk cId="2462533598" sldId="633"/>
            <ac:graphicFrameMk id="5" creationId="{ABE849C1-995E-4A1D-9423-A9A25241C141}"/>
          </ac:graphicFrameMkLst>
        </pc:graphicFrameChg>
      </pc:sldChg>
      <pc:sldChg chg="modSp add">
        <pc:chgData name="Laurent Corso" userId="0219eb03-2eeb-46d4-b992-439547476408" providerId="ADAL" clId="{154470FB-996B-43CC-88BA-97DA2203819A}" dt="2021-03-09T13:30:16.591" v="2255"/>
        <pc:sldMkLst>
          <pc:docMk/>
          <pc:sldMk cId="3681650906" sldId="634"/>
        </pc:sldMkLst>
        <pc:spChg chg="mod">
          <ac:chgData name="Laurent Corso" userId="0219eb03-2eeb-46d4-b992-439547476408" providerId="ADAL" clId="{154470FB-996B-43CC-88BA-97DA2203819A}" dt="2021-03-09T13:30:16.591" v="2255"/>
          <ac:spMkLst>
            <pc:docMk/>
            <pc:sldMk cId="3681650906" sldId="634"/>
            <ac:spMk id="2" creationId="{754996E5-7F37-46CA-9E1B-A034287374E7}"/>
          </ac:spMkLst>
        </pc:spChg>
        <pc:graphicFrameChg chg="modGraphic">
          <ac:chgData name="Laurent Corso" userId="0219eb03-2eeb-46d4-b992-439547476408" providerId="ADAL" clId="{154470FB-996B-43CC-88BA-97DA2203819A}" dt="2021-03-09T13:29:15.224" v="2240" actId="6549"/>
          <ac:graphicFrameMkLst>
            <pc:docMk/>
            <pc:sldMk cId="3681650906" sldId="634"/>
            <ac:graphicFrameMk id="5" creationId="{ABE849C1-995E-4A1D-9423-A9A25241C141}"/>
          </ac:graphicFrameMkLst>
        </pc:graphicFrameChg>
      </pc:sldChg>
      <pc:sldChg chg="modSp add">
        <pc:chgData name="Laurent Corso" userId="0219eb03-2eeb-46d4-b992-439547476408" providerId="ADAL" clId="{154470FB-996B-43CC-88BA-97DA2203819A}" dt="2021-03-09T13:30:22.294" v="2257"/>
        <pc:sldMkLst>
          <pc:docMk/>
          <pc:sldMk cId="3201924774" sldId="635"/>
        </pc:sldMkLst>
        <pc:spChg chg="mod">
          <ac:chgData name="Laurent Corso" userId="0219eb03-2eeb-46d4-b992-439547476408" providerId="ADAL" clId="{154470FB-996B-43CC-88BA-97DA2203819A}" dt="2021-03-09T13:30:22.294" v="2257"/>
          <ac:spMkLst>
            <pc:docMk/>
            <pc:sldMk cId="3201924774" sldId="635"/>
            <ac:spMk id="2" creationId="{754996E5-7F37-46CA-9E1B-A034287374E7}"/>
          </ac:spMkLst>
        </pc:spChg>
      </pc:sldChg>
      <pc:sldChg chg="modSp add">
        <pc:chgData name="Laurent Corso" userId="0219eb03-2eeb-46d4-b992-439547476408" providerId="ADAL" clId="{154470FB-996B-43CC-88BA-97DA2203819A}" dt="2021-03-09T13:30:19.303" v="2256"/>
        <pc:sldMkLst>
          <pc:docMk/>
          <pc:sldMk cId="571125609" sldId="636"/>
        </pc:sldMkLst>
        <pc:spChg chg="mod">
          <ac:chgData name="Laurent Corso" userId="0219eb03-2eeb-46d4-b992-439547476408" providerId="ADAL" clId="{154470FB-996B-43CC-88BA-97DA2203819A}" dt="2021-03-09T13:30:19.303" v="2256"/>
          <ac:spMkLst>
            <pc:docMk/>
            <pc:sldMk cId="571125609" sldId="636"/>
            <ac:spMk id="2" creationId="{754996E5-7F37-46CA-9E1B-A034287374E7}"/>
          </ac:spMkLst>
        </pc:spChg>
      </pc:sldChg>
      <pc:sldChg chg="add del">
        <pc:chgData name="Laurent Corso" userId="0219eb03-2eeb-46d4-b992-439547476408" providerId="ADAL" clId="{154470FB-996B-43CC-88BA-97DA2203819A}" dt="2021-03-09T13:28:48.214" v="2238" actId="2696"/>
        <pc:sldMkLst>
          <pc:docMk/>
          <pc:sldMk cId="2727447119" sldId="636"/>
        </pc:sldMkLst>
      </pc:sldChg>
      <pc:sldChg chg="modSp">
        <pc:chgData name="Laurent Corso" userId="0219eb03-2eeb-46d4-b992-439547476408" providerId="ADAL" clId="{154470FB-996B-43CC-88BA-97DA2203819A}" dt="2021-03-09T13:31:07.107" v="2271" actId="6549"/>
        <pc:sldMkLst>
          <pc:docMk/>
          <pc:sldMk cId="2797392937" sldId="637"/>
        </pc:sldMkLst>
        <pc:graphicFrameChg chg="modGraphic">
          <ac:chgData name="Laurent Corso" userId="0219eb03-2eeb-46d4-b992-439547476408" providerId="ADAL" clId="{154470FB-996B-43CC-88BA-97DA2203819A}" dt="2021-03-09T13:31:07.107" v="2271" actId="6549"/>
          <ac:graphicFrameMkLst>
            <pc:docMk/>
            <pc:sldMk cId="2797392937" sldId="637"/>
            <ac:graphicFrameMk id="5" creationId="{ABE849C1-995E-4A1D-9423-A9A25241C141}"/>
          </ac:graphicFrameMkLst>
        </pc:graphicFrameChg>
      </pc:sldChg>
      <pc:sldChg chg="modSp add">
        <pc:chgData name="Laurent Corso" userId="0219eb03-2eeb-46d4-b992-439547476408" providerId="ADAL" clId="{154470FB-996B-43CC-88BA-97DA2203819A}" dt="2021-03-09T13:31:10.905" v="2273" actId="6549"/>
        <pc:sldMkLst>
          <pc:docMk/>
          <pc:sldMk cId="3762203934" sldId="638"/>
        </pc:sldMkLst>
        <pc:graphicFrameChg chg="modGraphic">
          <ac:chgData name="Laurent Corso" userId="0219eb03-2eeb-46d4-b992-439547476408" providerId="ADAL" clId="{154470FB-996B-43CC-88BA-97DA2203819A}" dt="2021-03-09T13:31:10.905" v="2273" actId="6549"/>
          <ac:graphicFrameMkLst>
            <pc:docMk/>
            <pc:sldMk cId="3762203934" sldId="638"/>
            <ac:graphicFrameMk id="5" creationId="{ABE849C1-995E-4A1D-9423-A9A25241C141}"/>
          </ac:graphicFrameMkLst>
        </pc:graphicFrameChg>
      </pc:sldChg>
      <pc:sldChg chg="modSp add">
        <pc:chgData name="Laurent Corso" userId="0219eb03-2eeb-46d4-b992-439547476408" providerId="ADAL" clId="{154470FB-996B-43CC-88BA-97DA2203819A}" dt="2021-03-09T13:31:15.531" v="2275" actId="6549"/>
        <pc:sldMkLst>
          <pc:docMk/>
          <pc:sldMk cId="671328821" sldId="639"/>
        </pc:sldMkLst>
        <pc:graphicFrameChg chg="modGraphic">
          <ac:chgData name="Laurent Corso" userId="0219eb03-2eeb-46d4-b992-439547476408" providerId="ADAL" clId="{154470FB-996B-43CC-88BA-97DA2203819A}" dt="2021-03-09T13:31:15.531" v="2275" actId="6549"/>
          <ac:graphicFrameMkLst>
            <pc:docMk/>
            <pc:sldMk cId="671328821" sldId="639"/>
            <ac:graphicFrameMk id="5" creationId="{ABE849C1-995E-4A1D-9423-A9A25241C141}"/>
          </ac:graphicFrameMkLst>
        </pc:graphicFrameChg>
      </pc:sldChg>
      <pc:sldChg chg="modSp add">
        <pc:chgData name="Laurent Corso" userId="0219eb03-2eeb-46d4-b992-439547476408" providerId="ADAL" clId="{154470FB-996B-43CC-88BA-97DA2203819A}" dt="2021-03-09T13:31:23.820" v="2277" actId="6549"/>
        <pc:sldMkLst>
          <pc:docMk/>
          <pc:sldMk cId="1696860038" sldId="640"/>
        </pc:sldMkLst>
        <pc:graphicFrameChg chg="modGraphic">
          <ac:chgData name="Laurent Corso" userId="0219eb03-2eeb-46d4-b992-439547476408" providerId="ADAL" clId="{154470FB-996B-43CC-88BA-97DA2203819A}" dt="2021-03-09T13:31:23.820" v="2277" actId="6549"/>
          <ac:graphicFrameMkLst>
            <pc:docMk/>
            <pc:sldMk cId="1696860038" sldId="640"/>
            <ac:graphicFrameMk id="5" creationId="{ABE849C1-995E-4A1D-9423-A9A25241C141}"/>
          </ac:graphicFrameMkLst>
        </pc:graphicFrameChg>
      </pc:sldChg>
      <pc:sldChg chg="modSp add">
        <pc:chgData name="Laurent Corso" userId="0219eb03-2eeb-46d4-b992-439547476408" providerId="ADAL" clId="{154470FB-996B-43CC-88BA-97DA2203819A}" dt="2021-03-09T13:31:27.254" v="2279" actId="6549"/>
        <pc:sldMkLst>
          <pc:docMk/>
          <pc:sldMk cId="2736895313" sldId="641"/>
        </pc:sldMkLst>
        <pc:graphicFrameChg chg="modGraphic">
          <ac:chgData name="Laurent Corso" userId="0219eb03-2eeb-46d4-b992-439547476408" providerId="ADAL" clId="{154470FB-996B-43CC-88BA-97DA2203819A}" dt="2021-03-09T13:31:27.254" v="2279" actId="6549"/>
          <ac:graphicFrameMkLst>
            <pc:docMk/>
            <pc:sldMk cId="2736895313" sldId="641"/>
            <ac:graphicFrameMk id="5" creationId="{ABE849C1-995E-4A1D-9423-A9A25241C141}"/>
          </ac:graphicFrameMkLst>
        </pc:graphicFrameChg>
      </pc:sldChg>
      <pc:sldChg chg="modSp add">
        <pc:chgData name="Laurent Corso" userId="0219eb03-2eeb-46d4-b992-439547476408" providerId="ADAL" clId="{154470FB-996B-43CC-88BA-97DA2203819A}" dt="2021-03-09T13:31:30.851" v="2281" actId="6549"/>
        <pc:sldMkLst>
          <pc:docMk/>
          <pc:sldMk cId="1574839136" sldId="642"/>
        </pc:sldMkLst>
        <pc:graphicFrameChg chg="modGraphic">
          <ac:chgData name="Laurent Corso" userId="0219eb03-2eeb-46d4-b992-439547476408" providerId="ADAL" clId="{154470FB-996B-43CC-88BA-97DA2203819A}" dt="2021-03-09T13:31:30.851" v="2281" actId="6549"/>
          <ac:graphicFrameMkLst>
            <pc:docMk/>
            <pc:sldMk cId="1574839136" sldId="642"/>
            <ac:graphicFrameMk id="5" creationId="{ABE849C1-995E-4A1D-9423-A9A25241C141}"/>
          </ac:graphicFrameMkLst>
        </pc:graphicFrameChg>
      </pc:sldChg>
      <pc:sldChg chg="modSp add">
        <pc:chgData name="Laurent Corso" userId="0219eb03-2eeb-46d4-b992-439547476408" providerId="ADAL" clId="{154470FB-996B-43CC-88BA-97DA2203819A}" dt="2021-03-09T13:31:34.246" v="2283" actId="6549"/>
        <pc:sldMkLst>
          <pc:docMk/>
          <pc:sldMk cId="2765162939" sldId="643"/>
        </pc:sldMkLst>
        <pc:graphicFrameChg chg="modGraphic">
          <ac:chgData name="Laurent Corso" userId="0219eb03-2eeb-46d4-b992-439547476408" providerId="ADAL" clId="{154470FB-996B-43CC-88BA-97DA2203819A}" dt="2021-03-09T13:31:34.246" v="2283" actId="6549"/>
          <ac:graphicFrameMkLst>
            <pc:docMk/>
            <pc:sldMk cId="2765162939" sldId="643"/>
            <ac:graphicFrameMk id="5" creationId="{ABE849C1-995E-4A1D-9423-A9A25241C141}"/>
          </ac:graphicFrameMkLst>
        </pc:graphicFrameChg>
      </pc:sldChg>
      <pc:sldChg chg="modSp add">
        <pc:chgData name="Laurent Corso" userId="0219eb03-2eeb-46d4-b992-439547476408" providerId="ADAL" clId="{154470FB-996B-43CC-88BA-97DA2203819A}" dt="2021-03-09T13:31:38.458" v="2285" actId="6549"/>
        <pc:sldMkLst>
          <pc:docMk/>
          <pc:sldMk cId="1893174682" sldId="644"/>
        </pc:sldMkLst>
        <pc:graphicFrameChg chg="modGraphic">
          <ac:chgData name="Laurent Corso" userId="0219eb03-2eeb-46d4-b992-439547476408" providerId="ADAL" clId="{154470FB-996B-43CC-88BA-97DA2203819A}" dt="2021-03-09T13:31:38.458" v="2285" actId="6549"/>
          <ac:graphicFrameMkLst>
            <pc:docMk/>
            <pc:sldMk cId="1893174682" sldId="644"/>
            <ac:graphicFrameMk id="5" creationId="{ABE849C1-995E-4A1D-9423-A9A25241C141}"/>
          </ac:graphicFrameMkLst>
        </pc:graphicFrameChg>
      </pc:sldChg>
      <pc:sldChg chg="modSp add">
        <pc:chgData name="Laurent Corso" userId="0219eb03-2eeb-46d4-b992-439547476408" providerId="ADAL" clId="{154470FB-996B-43CC-88BA-97DA2203819A}" dt="2021-03-09T13:31:42.706" v="2287" actId="6549"/>
        <pc:sldMkLst>
          <pc:docMk/>
          <pc:sldMk cId="3287529512" sldId="645"/>
        </pc:sldMkLst>
        <pc:graphicFrameChg chg="modGraphic">
          <ac:chgData name="Laurent Corso" userId="0219eb03-2eeb-46d4-b992-439547476408" providerId="ADAL" clId="{154470FB-996B-43CC-88BA-97DA2203819A}" dt="2021-03-09T13:31:42.706" v="2287" actId="6549"/>
          <ac:graphicFrameMkLst>
            <pc:docMk/>
            <pc:sldMk cId="3287529512" sldId="645"/>
            <ac:graphicFrameMk id="5" creationId="{ABE849C1-995E-4A1D-9423-A9A25241C141}"/>
          </ac:graphicFrameMkLst>
        </pc:graphicFrameChg>
      </pc:sldChg>
      <pc:sldChg chg="add">
        <pc:chgData name="Laurent Corso" userId="0219eb03-2eeb-46d4-b992-439547476408" providerId="ADAL" clId="{154470FB-996B-43CC-88BA-97DA2203819A}" dt="2021-03-09T13:31:57.465" v="2290"/>
        <pc:sldMkLst>
          <pc:docMk/>
          <pc:sldMk cId="2917881818" sldId="646"/>
        </pc:sldMkLst>
      </pc:sldChg>
      <pc:sldChg chg="modSp">
        <pc:chgData name="Laurent Corso" userId="0219eb03-2eeb-46d4-b992-439547476408" providerId="ADAL" clId="{154470FB-996B-43CC-88BA-97DA2203819A}" dt="2021-03-09T13:33:15.512" v="2306" actId="6549"/>
        <pc:sldMkLst>
          <pc:docMk/>
          <pc:sldMk cId="29619879" sldId="647"/>
        </pc:sldMkLst>
        <pc:graphicFrameChg chg="modGraphic">
          <ac:chgData name="Laurent Corso" userId="0219eb03-2eeb-46d4-b992-439547476408" providerId="ADAL" clId="{154470FB-996B-43CC-88BA-97DA2203819A}" dt="2021-03-09T13:33:15.512" v="2306" actId="6549"/>
          <ac:graphicFrameMkLst>
            <pc:docMk/>
            <pc:sldMk cId="29619879" sldId="647"/>
            <ac:graphicFrameMk id="5" creationId="{ABE849C1-995E-4A1D-9423-A9A25241C141}"/>
          </ac:graphicFrameMkLst>
        </pc:graphicFrameChg>
      </pc:sldChg>
      <pc:sldChg chg="modSp add">
        <pc:chgData name="Laurent Corso" userId="0219eb03-2eeb-46d4-b992-439547476408" providerId="ADAL" clId="{154470FB-996B-43CC-88BA-97DA2203819A}" dt="2021-03-09T13:33:20.045" v="2308" actId="6549"/>
        <pc:sldMkLst>
          <pc:docMk/>
          <pc:sldMk cId="1083423146" sldId="648"/>
        </pc:sldMkLst>
        <pc:graphicFrameChg chg="modGraphic">
          <ac:chgData name="Laurent Corso" userId="0219eb03-2eeb-46d4-b992-439547476408" providerId="ADAL" clId="{154470FB-996B-43CC-88BA-97DA2203819A}" dt="2021-03-09T13:33:20.045" v="2308" actId="6549"/>
          <ac:graphicFrameMkLst>
            <pc:docMk/>
            <pc:sldMk cId="1083423146" sldId="648"/>
            <ac:graphicFrameMk id="5" creationId="{ABE849C1-995E-4A1D-9423-A9A25241C141}"/>
          </ac:graphicFrameMkLst>
        </pc:graphicFrameChg>
      </pc:sldChg>
      <pc:sldChg chg="modSp add">
        <pc:chgData name="Laurent Corso" userId="0219eb03-2eeb-46d4-b992-439547476408" providerId="ADAL" clId="{154470FB-996B-43CC-88BA-97DA2203819A}" dt="2021-03-09T13:33:24.251" v="2310" actId="6549"/>
        <pc:sldMkLst>
          <pc:docMk/>
          <pc:sldMk cId="992665136" sldId="649"/>
        </pc:sldMkLst>
        <pc:graphicFrameChg chg="modGraphic">
          <ac:chgData name="Laurent Corso" userId="0219eb03-2eeb-46d4-b992-439547476408" providerId="ADAL" clId="{154470FB-996B-43CC-88BA-97DA2203819A}" dt="2021-03-09T13:33:24.251" v="2310" actId="6549"/>
          <ac:graphicFrameMkLst>
            <pc:docMk/>
            <pc:sldMk cId="992665136" sldId="649"/>
            <ac:graphicFrameMk id="5" creationId="{ABE849C1-995E-4A1D-9423-A9A25241C141}"/>
          </ac:graphicFrameMkLst>
        </pc:graphicFrameChg>
      </pc:sldChg>
      <pc:sldChg chg="modSp add">
        <pc:chgData name="Laurent Corso" userId="0219eb03-2eeb-46d4-b992-439547476408" providerId="ADAL" clId="{154470FB-996B-43CC-88BA-97DA2203819A}" dt="2021-03-09T13:33:28.020" v="2312" actId="6549"/>
        <pc:sldMkLst>
          <pc:docMk/>
          <pc:sldMk cId="3179766339" sldId="650"/>
        </pc:sldMkLst>
        <pc:graphicFrameChg chg="modGraphic">
          <ac:chgData name="Laurent Corso" userId="0219eb03-2eeb-46d4-b992-439547476408" providerId="ADAL" clId="{154470FB-996B-43CC-88BA-97DA2203819A}" dt="2021-03-09T13:33:28.020" v="2312" actId="6549"/>
          <ac:graphicFrameMkLst>
            <pc:docMk/>
            <pc:sldMk cId="3179766339" sldId="650"/>
            <ac:graphicFrameMk id="5" creationId="{ABE849C1-995E-4A1D-9423-A9A25241C141}"/>
          </ac:graphicFrameMkLst>
        </pc:graphicFrameChg>
      </pc:sldChg>
      <pc:sldChg chg="modSp add">
        <pc:chgData name="Laurent Corso" userId="0219eb03-2eeb-46d4-b992-439547476408" providerId="ADAL" clId="{154470FB-996B-43CC-88BA-97DA2203819A}" dt="2021-03-09T13:33:31.166" v="2314" actId="6549"/>
        <pc:sldMkLst>
          <pc:docMk/>
          <pc:sldMk cId="2515765217" sldId="651"/>
        </pc:sldMkLst>
        <pc:graphicFrameChg chg="modGraphic">
          <ac:chgData name="Laurent Corso" userId="0219eb03-2eeb-46d4-b992-439547476408" providerId="ADAL" clId="{154470FB-996B-43CC-88BA-97DA2203819A}" dt="2021-03-09T13:33:31.166" v="2314" actId="6549"/>
          <ac:graphicFrameMkLst>
            <pc:docMk/>
            <pc:sldMk cId="2515765217" sldId="651"/>
            <ac:graphicFrameMk id="5" creationId="{ABE849C1-995E-4A1D-9423-A9A25241C141}"/>
          </ac:graphicFrameMkLst>
        </pc:graphicFrameChg>
      </pc:sldChg>
      <pc:sldChg chg="modSp add">
        <pc:chgData name="Laurent Corso" userId="0219eb03-2eeb-46d4-b992-439547476408" providerId="ADAL" clId="{154470FB-996B-43CC-88BA-97DA2203819A}" dt="2021-03-09T13:33:34.532" v="2316" actId="6549"/>
        <pc:sldMkLst>
          <pc:docMk/>
          <pc:sldMk cId="3424702006" sldId="652"/>
        </pc:sldMkLst>
        <pc:graphicFrameChg chg="modGraphic">
          <ac:chgData name="Laurent Corso" userId="0219eb03-2eeb-46d4-b992-439547476408" providerId="ADAL" clId="{154470FB-996B-43CC-88BA-97DA2203819A}" dt="2021-03-09T13:33:34.532" v="2316" actId="6549"/>
          <ac:graphicFrameMkLst>
            <pc:docMk/>
            <pc:sldMk cId="3424702006" sldId="652"/>
            <ac:graphicFrameMk id="5" creationId="{ABE849C1-995E-4A1D-9423-A9A25241C141}"/>
          </ac:graphicFrameMkLst>
        </pc:graphicFrameChg>
      </pc:sldChg>
      <pc:sldChg chg="modSp add">
        <pc:chgData name="Laurent Corso" userId="0219eb03-2eeb-46d4-b992-439547476408" providerId="ADAL" clId="{154470FB-996B-43CC-88BA-97DA2203819A}" dt="2021-03-09T13:33:37.935" v="2318" actId="6549"/>
        <pc:sldMkLst>
          <pc:docMk/>
          <pc:sldMk cId="2322230438" sldId="653"/>
        </pc:sldMkLst>
        <pc:graphicFrameChg chg="modGraphic">
          <ac:chgData name="Laurent Corso" userId="0219eb03-2eeb-46d4-b992-439547476408" providerId="ADAL" clId="{154470FB-996B-43CC-88BA-97DA2203819A}" dt="2021-03-09T13:33:37.935" v="2318" actId="6549"/>
          <ac:graphicFrameMkLst>
            <pc:docMk/>
            <pc:sldMk cId="2322230438" sldId="653"/>
            <ac:graphicFrameMk id="5" creationId="{ABE849C1-995E-4A1D-9423-A9A25241C141}"/>
          </ac:graphicFrameMkLst>
        </pc:graphicFrameChg>
      </pc:sldChg>
      <pc:sldChg chg="modSp add">
        <pc:chgData name="Laurent Corso" userId="0219eb03-2eeb-46d4-b992-439547476408" providerId="ADAL" clId="{154470FB-996B-43CC-88BA-97DA2203819A}" dt="2021-03-09T13:33:42.222" v="2320" actId="6549"/>
        <pc:sldMkLst>
          <pc:docMk/>
          <pc:sldMk cId="1332898329" sldId="654"/>
        </pc:sldMkLst>
        <pc:graphicFrameChg chg="modGraphic">
          <ac:chgData name="Laurent Corso" userId="0219eb03-2eeb-46d4-b992-439547476408" providerId="ADAL" clId="{154470FB-996B-43CC-88BA-97DA2203819A}" dt="2021-03-09T13:33:42.222" v="2320" actId="6549"/>
          <ac:graphicFrameMkLst>
            <pc:docMk/>
            <pc:sldMk cId="1332898329" sldId="654"/>
            <ac:graphicFrameMk id="5" creationId="{ABE849C1-995E-4A1D-9423-A9A25241C141}"/>
          </ac:graphicFrameMkLst>
        </pc:graphicFrameChg>
      </pc:sldChg>
      <pc:sldChg chg="modSp add">
        <pc:chgData name="Laurent Corso" userId="0219eb03-2eeb-46d4-b992-439547476408" providerId="ADAL" clId="{154470FB-996B-43CC-88BA-97DA2203819A}" dt="2021-03-09T13:33:46.765" v="2322" actId="6549"/>
        <pc:sldMkLst>
          <pc:docMk/>
          <pc:sldMk cId="1240707696" sldId="655"/>
        </pc:sldMkLst>
        <pc:graphicFrameChg chg="modGraphic">
          <ac:chgData name="Laurent Corso" userId="0219eb03-2eeb-46d4-b992-439547476408" providerId="ADAL" clId="{154470FB-996B-43CC-88BA-97DA2203819A}" dt="2021-03-09T13:33:46.765" v="2322" actId="6549"/>
          <ac:graphicFrameMkLst>
            <pc:docMk/>
            <pc:sldMk cId="1240707696" sldId="655"/>
            <ac:graphicFrameMk id="5" creationId="{ABE849C1-995E-4A1D-9423-A9A25241C141}"/>
          </ac:graphicFrameMkLst>
        </pc:graphicFrameChg>
      </pc:sldChg>
      <pc:sldChg chg="modSp add">
        <pc:chgData name="Laurent Corso" userId="0219eb03-2eeb-46d4-b992-439547476408" providerId="ADAL" clId="{154470FB-996B-43CC-88BA-97DA2203819A}" dt="2021-03-09T13:33:50.580" v="2323" actId="6549"/>
        <pc:sldMkLst>
          <pc:docMk/>
          <pc:sldMk cId="634128357" sldId="656"/>
        </pc:sldMkLst>
        <pc:graphicFrameChg chg="modGraphic">
          <ac:chgData name="Laurent Corso" userId="0219eb03-2eeb-46d4-b992-439547476408" providerId="ADAL" clId="{154470FB-996B-43CC-88BA-97DA2203819A}" dt="2021-03-09T13:33:50.580" v="2323" actId="6549"/>
          <ac:graphicFrameMkLst>
            <pc:docMk/>
            <pc:sldMk cId="634128357" sldId="656"/>
            <ac:graphicFrameMk id="5" creationId="{ABE849C1-995E-4A1D-9423-A9A25241C141}"/>
          </ac:graphicFrameMkLst>
        </pc:graphicFrameChg>
      </pc:sldChg>
      <pc:sldChg chg="modSp">
        <pc:chgData name="Laurent Corso" userId="0219eb03-2eeb-46d4-b992-439547476408" providerId="ADAL" clId="{154470FB-996B-43CC-88BA-97DA2203819A}" dt="2021-03-09T13:34:40.290" v="2338" actId="6549"/>
        <pc:sldMkLst>
          <pc:docMk/>
          <pc:sldMk cId="3979896140" sldId="657"/>
        </pc:sldMkLst>
        <pc:graphicFrameChg chg="modGraphic">
          <ac:chgData name="Laurent Corso" userId="0219eb03-2eeb-46d4-b992-439547476408" providerId="ADAL" clId="{154470FB-996B-43CC-88BA-97DA2203819A}" dt="2021-03-09T13:34:40.290" v="2338" actId="6549"/>
          <ac:graphicFrameMkLst>
            <pc:docMk/>
            <pc:sldMk cId="3979896140" sldId="657"/>
            <ac:graphicFrameMk id="5" creationId="{ABE849C1-995E-4A1D-9423-A9A25241C141}"/>
          </ac:graphicFrameMkLst>
        </pc:graphicFrameChg>
      </pc:sldChg>
      <pc:sldChg chg="modSp add">
        <pc:chgData name="Laurent Corso" userId="0219eb03-2eeb-46d4-b992-439547476408" providerId="ADAL" clId="{154470FB-996B-43CC-88BA-97DA2203819A}" dt="2021-03-09T13:34:44.430" v="2340" actId="6549"/>
        <pc:sldMkLst>
          <pc:docMk/>
          <pc:sldMk cId="1495101538" sldId="658"/>
        </pc:sldMkLst>
        <pc:graphicFrameChg chg="modGraphic">
          <ac:chgData name="Laurent Corso" userId="0219eb03-2eeb-46d4-b992-439547476408" providerId="ADAL" clId="{154470FB-996B-43CC-88BA-97DA2203819A}" dt="2021-03-09T13:34:44.430" v="2340" actId="6549"/>
          <ac:graphicFrameMkLst>
            <pc:docMk/>
            <pc:sldMk cId="1495101538" sldId="658"/>
            <ac:graphicFrameMk id="5" creationId="{ABE849C1-995E-4A1D-9423-A9A25241C141}"/>
          </ac:graphicFrameMkLst>
        </pc:graphicFrameChg>
      </pc:sldChg>
      <pc:sldChg chg="modSp add">
        <pc:chgData name="Laurent Corso" userId="0219eb03-2eeb-46d4-b992-439547476408" providerId="ADAL" clId="{154470FB-996B-43CC-88BA-97DA2203819A}" dt="2021-03-09T13:34:47.975" v="2342" actId="6549"/>
        <pc:sldMkLst>
          <pc:docMk/>
          <pc:sldMk cId="2659427443" sldId="659"/>
        </pc:sldMkLst>
        <pc:graphicFrameChg chg="modGraphic">
          <ac:chgData name="Laurent Corso" userId="0219eb03-2eeb-46d4-b992-439547476408" providerId="ADAL" clId="{154470FB-996B-43CC-88BA-97DA2203819A}" dt="2021-03-09T13:34:47.975" v="2342" actId="6549"/>
          <ac:graphicFrameMkLst>
            <pc:docMk/>
            <pc:sldMk cId="2659427443" sldId="659"/>
            <ac:graphicFrameMk id="5" creationId="{ABE849C1-995E-4A1D-9423-A9A25241C141}"/>
          </ac:graphicFrameMkLst>
        </pc:graphicFrameChg>
      </pc:sldChg>
      <pc:sldChg chg="modSp add">
        <pc:chgData name="Laurent Corso" userId="0219eb03-2eeb-46d4-b992-439547476408" providerId="ADAL" clId="{154470FB-996B-43CC-88BA-97DA2203819A}" dt="2021-03-09T13:34:53.480" v="2346" actId="20577"/>
        <pc:sldMkLst>
          <pc:docMk/>
          <pc:sldMk cId="1408585220" sldId="660"/>
        </pc:sldMkLst>
        <pc:graphicFrameChg chg="modGraphic">
          <ac:chgData name="Laurent Corso" userId="0219eb03-2eeb-46d4-b992-439547476408" providerId="ADAL" clId="{154470FB-996B-43CC-88BA-97DA2203819A}" dt="2021-03-09T13:34:53.480" v="2346" actId="20577"/>
          <ac:graphicFrameMkLst>
            <pc:docMk/>
            <pc:sldMk cId="1408585220" sldId="660"/>
            <ac:graphicFrameMk id="5" creationId="{ABE849C1-995E-4A1D-9423-A9A25241C141}"/>
          </ac:graphicFrameMkLst>
        </pc:graphicFrameChg>
      </pc:sldChg>
      <pc:sldChg chg="modSp add">
        <pc:chgData name="Laurent Corso" userId="0219eb03-2eeb-46d4-b992-439547476408" providerId="ADAL" clId="{154470FB-996B-43CC-88BA-97DA2203819A}" dt="2021-03-09T13:34:57.027" v="2348" actId="6549"/>
        <pc:sldMkLst>
          <pc:docMk/>
          <pc:sldMk cId="76680758" sldId="661"/>
        </pc:sldMkLst>
        <pc:graphicFrameChg chg="modGraphic">
          <ac:chgData name="Laurent Corso" userId="0219eb03-2eeb-46d4-b992-439547476408" providerId="ADAL" clId="{154470FB-996B-43CC-88BA-97DA2203819A}" dt="2021-03-09T13:34:57.027" v="2348" actId="6549"/>
          <ac:graphicFrameMkLst>
            <pc:docMk/>
            <pc:sldMk cId="76680758" sldId="661"/>
            <ac:graphicFrameMk id="5" creationId="{ABE849C1-995E-4A1D-9423-A9A25241C141}"/>
          </ac:graphicFrameMkLst>
        </pc:graphicFrameChg>
      </pc:sldChg>
      <pc:sldChg chg="modSp add">
        <pc:chgData name="Laurent Corso" userId="0219eb03-2eeb-46d4-b992-439547476408" providerId="ADAL" clId="{154470FB-996B-43CC-88BA-97DA2203819A}" dt="2021-03-09T13:35:02.537" v="2350" actId="6549"/>
        <pc:sldMkLst>
          <pc:docMk/>
          <pc:sldMk cId="1462175483" sldId="662"/>
        </pc:sldMkLst>
        <pc:graphicFrameChg chg="modGraphic">
          <ac:chgData name="Laurent Corso" userId="0219eb03-2eeb-46d4-b992-439547476408" providerId="ADAL" clId="{154470FB-996B-43CC-88BA-97DA2203819A}" dt="2021-03-09T13:35:02.537" v="2350" actId="6549"/>
          <ac:graphicFrameMkLst>
            <pc:docMk/>
            <pc:sldMk cId="1462175483" sldId="662"/>
            <ac:graphicFrameMk id="5" creationId="{ABE849C1-995E-4A1D-9423-A9A25241C141}"/>
          </ac:graphicFrameMkLst>
        </pc:graphicFrameChg>
      </pc:sldChg>
      <pc:sldChg chg="modSp add">
        <pc:chgData name="Laurent Corso" userId="0219eb03-2eeb-46d4-b992-439547476408" providerId="ADAL" clId="{154470FB-996B-43CC-88BA-97DA2203819A}" dt="2021-03-09T13:35:05.503" v="2352" actId="6549"/>
        <pc:sldMkLst>
          <pc:docMk/>
          <pc:sldMk cId="2691499499" sldId="663"/>
        </pc:sldMkLst>
        <pc:graphicFrameChg chg="modGraphic">
          <ac:chgData name="Laurent Corso" userId="0219eb03-2eeb-46d4-b992-439547476408" providerId="ADAL" clId="{154470FB-996B-43CC-88BA-97DA2203819A}" dt="2021-03-09T13:35:05.503" v="2352" actId="6549"/>
          <ac:graphicFrameMkLst>
            <pc:docMk/>
            <pc:sldMk cId="2691499499" sldId="663"/>
            <ac:graphicFrameMk id="5" creationId="{ABE849C1-995E-4A1D-9423-A9A25241C141}"/>
          </ac:graphicFrameMkLst>
        </pc:graphicFrameChg>
      </pc:sldChg>
      <pc:sldChg chg="modSp add">
        <pc:chgData name="Laurent Corso" userId="0219eb03-2eeb-46d4-b992-439547476408" providerId="ADAL" clId="{154470FB-996B-43CC-88BA-97DA2203819A}" dt="2021-03-09T13:35:08.593" v="2354" actId="6549"/>
        <pc:sldMkLst>
          <pc:docMk/>
          <pc:sldMk cId="471850941" sldId="664"/>
        </pc:sldMkLst>
        <pc:graphicFrameChg chg="modGraphic">
          <ac:chgData name="Laurent Corso" userId="0219eb03-2eeb-46d4-b992-439547476408" providerId="ADAL" clId="{154470FB-996B-43CC-88BA-97DA2203819A}" dt="2021-03-09T13:35:08.593" v="2354" actId="6549"/>
          <ac:graphicFrameMkLst>
            <pc:docMk/>
            <pc:sldMk cId="471850941" sldId="664"/>
            <ac:graphicFrameMk id="5" creationId="{ABE849C1-995E-4A1D-9423-A9A25241C141}"/>
          </ac:graphicFrameMkLst>
        </pc:graphicFrameChg>
      </pc:sldChg>
      <pc:sldChg chg="modSp add">
        <pc:chgData name="Laurent Corso" userId="0219eb03-2eeb-46d4-b992-439547476408" providerId="ADAL" clId="{154470FB-996B-43CC-88BA-97DA2203819A}" dt="2021-03-09T13:35:12.438" v="2356" actId="6549"/>
        <pc:sldMkLst>
          <pc:docMk/>
          <pc:sldMk cId="688090077" sldId="665"/>
        </pc:sldMkLst>
        <pc:graphicFrameChg chg="modGraphic">
          <ac:chgData name="Laurent Corso" userId="0219eb03-2eeb-46d4-b992-439547476408" providerId="ADAL" clId="{154470FB-996B-43CC-88BA-97DA2203819A}" dt="2021-03-09T13:35:12.438" v="2356" actId="6549"/>
          <ac:graphicFrameMkLst>
            <pc:docMk/>
            <pc:sldMk cId="688090077" sldId="665"/>
            <ac:graphicFrameMk id="5" creationId="{ABE849C1-995E-4A1D-9423-A9A25241C141}"/>
          </ac:graphicFrameMkLst>
        </pc:graphicFrameChg>
      </pc:sldChg>
      <pc:sldChg chg="modSp add">
        <pc:chgData name="Laurent Corso" userId="0219eb03-2eeb-46d4-b992-439547476408" providerId="ADAL" clId="{154470FB-996B-43CC-88BA-97DA2203819A}" dt="2021-03-09T13:35:15.141" v="2357" actId="6549"/>
        <pc:sldMkLst>
          <pc:docMk/>
          <pc:sldMk cId="169855062" sldId="666"/>
        </pc:sldMkLst>
        <pc:graphicFrameChg chg="modGraphic">
          <ac:chgData name="Laurent Corso" userId="0219eb03-2eeb-46d4-b992-439547476408" providerId="ADAL" clId="{154470FB-996B-43CC-88BA-97DA2203819A}" dt="2021-03-09T13:35:15.141" v="2357" actId="6549"/>
          <ac:graphicFrameMkLst>
            <pc:docMk/>
            <pc:sldMk cId="169855062" sldId="666"/>
            <ac:graphicFrameMk id="5" creationId="{ABE849C1-995E-4A1D-9423-A9A25241C141}"/>
          </ac:graphicFrameMkLst>
        </pc:graphicFrameChg>
      </pc:sldChg>
    </pc:docChg>
  </pc:docChgLst>
  <pc:docChgLst>
    <pc:chgData name="Laurent Corso" userId="0219eb03-2eeb-46d4-b992-439547476408" providerId="ADAL" clId="{D5635044-5EA4-4874-BBB3-533F2BCEDD88}"/>
    <pc:docChg chg="undo custSel delSld modSld">
      <pc:chgData name="Laurent Corso" userId="0219eb03-2eeb-46d4-b992-439547476408" providerId="ADAL" clId="{D5635044-5EA4-4874-BBB3-533F2BCEDD88}" dt="2023-01-16T11:50:13.417" v="117" actId="20577"/>
      <pc:docMkLst>
        <pc:docMk/>
      </pc:docMkLst>
      <pc:sldChg chg="modSp mod">
        <pc:chgData name="Laurent Corso" userId="0219eb03-2eeb-46d4-b992-439547476408" providerId="ADAL" clId="{D5635044-5EA4-4874-BBB3-533F2BCEDD88}" dt="2023-01-16T09:35:13.233" v="13" actId="20577"/>
        <pc:sldMkLst>
          <pc:docMk/>
          <pc:sldMk cId="2621890838" sldId="583"/>
        </pc:sldMkLst>
        <pc:spChg chg="mod">
          <ac:chgData name="Laurent Corso" userId="0219eb03-2eeb-46d4-b992-439547476408" providerId="ADAL" clId="{D5635044-5EA4-4874-BBB3-533F2BCEDD88}" dt="2023-01-16T09:35:13.233" v="13" actId="20577"/>
          <ac:spMkLst>
            <pc:docMk/>
            <pc:sldMk cId="2621890838" sldId="583"/>
            <ac:spMk id="8" creationId="{595B5E16-32E6-4654-8C6C-452AF69E9593}"/>
          </ac:spMkLst>
        </pc:spChg>
      </pc:sldChg>
      <pc:sldChg chg="modSp mod">
        <pc:chgData name="Laurent Corso" userId="0219eb03-2eeb-46d4-b992-439547476408" providerId="ADAL" clId="{D5635044-5EA4-4874-BBB3-533F2BCEDD88}" dt="2023-01-16T09:40:57.352" v="41" actId="20577"/>
        <pc:sldMkLst>
          <pc:docMk/>
          <pc:sldMk cId="4225331060" sldId="613"/>
        </pc:sldMkLst>
        <pc:graphicFrameChg chg="modGraphic">
          <ac:chgData name="Laurent Corso" userId="0219eb03-2eeb-46d4-b992-439547476408" providerId="ADAL" clId="{D5635044-5EA4-4874-BBB3-533F2BCEDD88}" dt="2023-01-16T09:40:57.352" v="41" actId="20577"/>
          <ac:graphicFrameMkLst>
            <pc:docMk/>
            <pc:sldMk cId="4225331060" sldId="613"/>
            <ac:graphicFrameMk id="6" creationId="{9BE21F50-2A0C-4CAA-9CF5-806DC9E56DDA}"/>
          </ac:graphicFrameMkLst>
        </pc:graphicFrameChg>
      </pc:sldChg>
      <pc:sldChg chg="del">
        <pc:chgData name="Laurent Corso" userId="0219eb03-2eeb-46d4-b992-439547476408" providerId="ADAL" clId="{D5635044-5EA4-4874-BBB3-533F2BCEDD88}" dt="2023-01-16T11:36:47.034" v="62" actId="47"/>
        <pc:sldMkLst>
          <pc:docMk/>
          <pc:sldMk cId="2462533598" sldId="633"/>
        </pc:sldMkLst>
      </pc:sldChg>
      <pc:sldChg chg="del">
        <pc:chgData name="Laurent Corso" userId="0219eb03-2eeb-46d4-b992-439547476408" providerId="ADAL" clId="{D5635044-5EA4-4874-BBB3-533F2BCEDD88}" dt="2023-01-16T11:36:48" v="63" actId="47"/>
        <pc:sldMkLst>
          <pc:docMk/>
          <pc:sldMk cId="2917881818" sldId="646"/>
        </pc:sldMkLst>
      </pc:sldChg>
      <pc:sldChg chg="del">
        <pc:chgData name="Laurent Corso" userId="0219eb03-2eeb-46d4-b992-439547476408" providerId="ADAL" clId="{D5635044-5EA4-4874-BBB3-533F2BCEDD88}" dt="2023-01-16T11:36:48.801" v="64" actId="47"/>
        <pc:sldMkLst>
          <pc:docMk/>
          <pc:sldMk cId="29619879" sldId="647"/>
        </pc:sldMkLst>
      </pc:sldChg>
      <pc:sldChg chg="del">
        <pc:chgData name="Laurent Corso" userId="0219eb03-2eeb-46d4-b992-439547476408" providerId="ADAL" clId="{D5635044-5EA4-4874-BBB3-533F2BCEDD88}" dt="2023-01-16T11:36:49.688" v="65" actId="47"/>
        <pc:sldMkLst>
          <pc:docMk/>
          <pc:sldMk cId="3979896140" sldId="657"/>
        </pc:sldMkLst>
      </pc:sldChg>
      <pc:sldChg chg="modSp">
        <pc:chgData name="Laurent Corso" userId="0219eb03-2eeb-46d4-b992-439547476408" providerId="ADAL" clId="{D5635044-5EA4-4874-BBB3-533F2BCEDD88}" dt="2023-01-16T09:54:19.065" v="52" actId="6549"/>
        <pc:sldMkLst>
          <pc:docMk/>
          <pc:sldMk cId="343882043" sldId="658"/>
        </pc:sldMkLst>
        <pc:spChg chg="mod">
          <ac:chgData name="Laurent Corso" userId="0219eb03-2eeb-46d4-b992-439547476408" providerId="ADAL" clId="{D5635044-5EA4-4874-BBB3-533F2BCEDD88}" dt="2023-01-16T09:54:19.065" v="52" actId="6549"/>
          <ac:spMkLst>
            <pc:docMk/>
            <pc:sldMk cId="343882043" sldId="658"/>
            <ac:spMk id="3" creationId="{8128F092-72BA-4D08-909A-5C2AB1100AC0}"/>
          </ac:spMkLst>
        </pc:spChg>
      </pc:sldChg>
      <pc:sldChg chg="modSp">
        <pc:chgData name="Laurent Corso" userId="0219eb03-2eeb-46d4-b992-439547476408" providerId="ADAL" clId="{D5635044-5EA4-4874-BBB3-533F2BCEDD88}" dt="2023-01-16T09:58:11" v="61" actId="20577"/>
        <pc:sldMkLst>
          <pc:docMk/>
          <pc:sldMk cId="2789018072" sldId="660"/>
        </pc:sldMkLst>
        <pc:spChg chg="mod">
          <ac:chgData name="Laurent Corso" userId="0219eb03-2eeb-46d4-b992-439547476408" providerId="ADAL" clId="{D5635044-5EA4-4874-BBB3-533F2BCEDD88}" dt="2023-01-16T09:58:11" v="61" actId="20577"/>
          <ac:spMkLst>
            <pc:docMk/>
            <pc:sldMk cId="2789018072" sldId="660"/>
            <ac:spMk id="6" creationId="{ADB4641A-F0C4-452D-8531-4C2C8F97BF57}"/>
          </ac:spMkLst>
        </pc:spChg>
      </pc:sldChg>
      <pc:sldChg chg="delSp modSp mod delAnim">
        <pc:chgData name="Laurent Corso" userId="0219eb03-2eeb-46d4-b992-439547476408" providerId="ADAL" clId="{D5635044-5EA4-4874-BBB3-533F2BCEDD88}" dt="2023-01-16T11:37:28.656" v="115" actId="6549"/>
        <pc:sldMkLst>
          <pc:docMk/>
          <pc:sldMk cId="1416965673" sldId="661"/>
        </pc:sldMkLst>
        <pc:spChg chg="del">
          <ac:chgData name="Laurent Corso" userId="0219eb03-2eeb-46d4-b992-439547476408" providerId="ADAL" clId="{D5635044-5EA4-4874-BBB3-533F2BCEDD88}" dt="2023-01-16T11:37:26.170" v="113" actId="478"/>
          <ac:spMkLst>
            <pc:docMk/>
            <pc:sldMk cId="1416965673" sldId="661"/>
            <ac:spMk id="6" creationId="{2515CECD-0E07-4F21-BBEF-C7E6E9FCD4C4}"/>
          </ac:spMkLst>
        </pc:spChg>
        <pc:spChg chg="del">
          <ac:chgData name="Laurent Corso" userId="0219eb03-2eeb-46d4-b992-439547476408" providerId="ADAL" clId="{D5635044-5EA4-4874-BBB3-533F2BCEDD88}" dt="2023-01-16T11:37:22.045" v="104" actId="478"/>
          <ac:spMkLst>
            <pc:docMk/>
            <pc:sldMk cId="1416965673" sldId="661"/>
            <ac:spMk id="7" creationId="{87F7F7AD-8116-4EAD-8C23-FC9C6033C239}"/>
          </ac:spMkLst>
        </pc:spChg>
        <pc:spChg chg="del">
          <ac:chgData name="Laurent Corso" userId="0219eb03-2eeb-46d4-b992-439547476408" providerId="ADAL" clId="{D5635044-5EA4-4874-BBB3-533F2BCEDD88}" dt="2023-01-16T11:37:22.498" v="105" actId="478"/>
          <ac:spMkLst>
            <pc:docMk/>
            <pc:sldMk cId="1416965673" sldId="661"/>
            <ac:spMk id="8" creationId="{F541914A-5E50-4AE4-9668-E3E3EE7FF47F}"/>
          </ac:spMkLst>
        </pc:spChg>
        <pc:spChg chg="del">
          <ac:chgData name="Laurent Corso" userId="0219eb03-2eeb-46d4-b992-439547476408" providerId="ADAL" clId="{D5635044-5EA4-4874-BBB3-533F2BCEDD88}" dt="2023-01-16T11:37:25.722" v="112" actId="478"/>
          <ac:spMkLst>
            <pc:docMk/>
            <pc:sldMk cId="1416965673" sldId="661"/>
            <ac:spMk id="9" creationId="{1ECCB281-C564-411C-B2EA-3F5A221E1246}"/>
          </ac:spMkLst>
        </pc:spChg>
        <pc:spChg chg="del">
          <ac:chgData name="Laurent Corso" userId="0219eb03-2eeb-46d4-b992-439547476408" providerId="ADAL" clId="{D5635044-5EA4-4874-BBB3-533F2BCEDD88}" dt="2023-01-16T11:37:22.979" v="106" actId="478"/>
          <ac:spMkLst>
            <pc:docMk/>
            <pc:sldMk cId="1416965673" sldId="661"/>
            <ac:spMk id="10" creationId="{1BCC5FDD-3D9C-4B8F-89C1-E266B9B6FDAD}"/>
          </ac:spMkLst>
        </pc:spChg>
        <pc:spChg chg="del">
          <ac:chgData name="Laurent Corso" userId="0219eb03-2eeb-46d4-b992-439547476408" providerId="ADAL" clId="{D5635044-5EA4-4874-BBB3-533F2BCEDD88}" dt="2023-01-16T11:37:25.302" v="111" actId="478"/>
          <ac:spMkLst>
            <pc:docMk/>
            <pc:sldMk cId="1416965673" sldId="661"/>
            <ac:spMk id="11" creationId="{116F7268-46AD-45DC-8F56-A335DCF3B39D}"/>
          </ac:spMkLst>
        </pc:spChg>
        <pc:spChg chg="del">
          <ac:chgData name="Laurent Corso" userId="0219eb03-2eeb-46d4-b992-439547476408" providerId="ADAL" clId="{D5635044-5EA4-4874-BBB3-533F2BCEDD88}" dt="2023-01-16T11:37:23.507" v="107" actId="478"/>
          <ac:spMkLst>
            <pc:docMk/>
            <pc:sldMk cId="1416965673" sldId="661"/>
            <ac:spMk id="12" creationId="{7A7679AA-1A1C-46C2-B13D-F505AA5A3715}"/>
          </ac:spMkLst>
        </pc:spChg>
        <pc:spChg chg="del">
          <ac:chgData name="Laurent Corso" userId="0219eb03-2eeb-46d4-b992-439547476408" providerId="ADAL" clId="{D5635044-5EA4-4874-BBB3-533F2BCEDD88}" dt="2023-01-16T11:37:24.825" v="110" actId="478"/>
          <ac:spMkLst>
            <pc:docMk/>
            <pc:sldMk cId="1416965673" sldId="661"/>
            <ac:spMk id="13" creationId="{A0D8D829-1CEB-469D-A390-197AD2579D20}"/>
          </ac:spMkLst>
        </pc:spChg>
        <pc:spChg chg="del">
          <ac:chgData name="Laurent Corso" userId="0219eb03-2eeb-46d4-b992-439547476408" providerId="ADAL" clId="{D5635044-5EA4-4874-BBB3-533F2BCEDD88}" dt="2023-01-16T11:37:23.932" v="108" actId="478"/>
          <ac:spMkLst>
            <pc:docMk/>
            <pc:sldMk cId="1416965673" sldId="661"/>
            <ac:spMk id="14" creationId="{CE910C22-0336-490F-8E5E-A4E236DC4096}"/>
          </ac:spMkLst>
        </pc:spChg>
        <pc:spChg chg="del">
          <ac:chgData name="Laurent Corso" userId="0219eb03-2eeb-46d4-b992-439547476408" providerId="ADAL" clId="{D5635044-5EA4-4874-BBB3-533F2BCEDD88}" dt="2023-01-16T11:37:24.401" v="109" actId="478"/>
          <ac:spMkLst>
            <pc:docMk/>
            <pc:sldMk cId="1416965673" sldId="661"/>
            <ac:spMk id="15" creationId="{EC067A77-C400-474F-8B5E-2F9035E71261}"/>
          </ac:spMkLst>
        </pc:spChg>
        <pc:graphicFrameChg chg="modGraphic">
          <ac:chgData name="Laurent Corso" userId="0219eb03-2eeb-46d4-b992-439547476408" providerId="ADAL" clId="{D5635044-5EA4-4874-BBB3-533F2BCEDD88}" dt="2023-01-16T11:37:28.656" v="115" actId="6549"/>
          <ac:graphicFrameMkLst>
            <pc:docMk/>
            <pc:sldMk cId="1416965673" sldId="661"/>
            <ac:graphicFrameMk id="5" creationId="{ABE849C1-995E-4A1D-9423-A9A25241C141}"/>
          </ac:graphicFrameMkLst>
        </pc:graphicFrameChg>
      </pc:sldChg>
      <pc:sldChg chg="delSp modSp mod delAnim">
        <pc:chgData name="Laurent Corso" userId="0219eb03-2eeb-46d4-b992-439547476408" providerId="ADAL" clId="{D5635044-5EA4-4874-BBB3-533F2BCEDD88}" dt="2023-01-16T11:37:19.926" v="103" actId="6549"/>
        <pc:sldMkLst>
          <pc:docMk/>
          <pc:sldMk cId="370924311" sldId="662"/>
        </pc:sldMkLst>
        <pc:spChg chg="del">
          <ac:chgData name="Laurent Corso" userId="0219eb03-2eeb-46d4-b992-439547476408" providerId="ADAL" clId="{D5635044-5EA4-4874-BBB3-533F2BCEDD88}" dt="2023-01-16T11:37:12.607" v="92" actId="478"/>
          <ac:spMkLst>
            <pc:docMk/>
            <pc:sldMk cId="370924311" sldId="662"/>
            <ac:spMk id="6" creationId="{C1C2973C-C47A-4587-BBB6-13394A3A5B24}"/>
          </ac:spMkLst>
        </pc:spChg>
        <pc:spChg chg="del">
          <ac:chgData name="Laurent Corso" userId="0219eb03-2eeb-46d4-b992-439547476408" providerId="ADAL" clId="{D5635044-5EA4-4874-BBB3-533F2BCEDD88}" dt="2023-01-16T11:37:13.033" v="93" actId="478"/>
          <ac:spMkLst>
            <pc:docMk/>
            <pc:sldMk cId="370924311" sldId="662"/>
            <ac:spMk id="7" creationId="{F4707054-7CF1-4664-AEDC-D26DA07F8C0C}"/>
          </ac:spMkLst>
        </pc:spChg>
        <pc:spChg chg="del">
          <ac:chgData name="Laurent Corso" userId="0219eb03-2eeb-46d4-b992-439547476408" providerId="ADAL" clId="{D5635044-5EA4-4874-BBB3-533F2BCEDD88}" dt="2023-01-16T11:37:17.403" v="101" actId="478"/>
          <ac:spMkLst>
            <pc:docMk/>
            <pc:sldMk cId="370924311" sldId="662"/>
            <ac:spMk id="8" creationId="{9FC44BFF-B02E-4842-8402-F9226E03A37F}"/>
          </ac:spMkLst>
        </pc:spChg>
        <pc:spChg chg="del">
          <ac:chgData name="Laurent Corso" userId="0219eb03-2eeb-46d4-b992-439547476408" providerId="ADAL" clId="{D5635044-5EA4-4874-BBB3-533F2BCEDD88}" dt="2023-01-16T11:37:16.945" v="100" actId="478"/>
          <ac:spMkLst>
            <pc:docMk/>
            <pc:sldMk cId="370924311" sldId="662"/>
            <ac:spMk id="9" creationId="{7B7394E6-9853-463E-A798-17AA7368A23D}"/>
          </ac:spMkLst>
        </pc:spChg>
        <pc:spChg chg="del">
          <ac:chgData name="Laurent Corso" userId="0219eb03-2eeb-46d4-b992-439547476408" providerId="ADAL" clId="{D5635044-5EA4-4874-BBB3-533F2BCEDD88}" dt="2023-01-16T11:37:13.493" v="94" actId="478"/>
          <ac:spMkLst>
            <pc:docMk/>
            <pc:sldMk cId="370924311" sldId="662"/>
            <ac:spMk id="10" creationId="{7DD2D254-E303-443C-B6C7-694572AB58D6}"/>
          </ac:spMkLst>
        </pc:spChg>
        <pc:spChg chg="del">
          <ac:chgData name="Laurent Corso" userId="0219eb03-2eeb-46d4-b992-439547476408" providerId="ADAL" clId="{D5635044-5EA4-4874-BBB3-533F2BCEDD88}" dt="2023-01-16T11:37:16.532" v="99" actId="478"/>
          <ac:spMkLst>
            <pc:docMk/>
            <pc:sldMk cId="370924311" sldId="662"/>
            <ac:spMk id="11" creationId="{064E5426-E2CA-49F4-8442-4CCED4844E7B}"/>
          </ac:spMkLst>
        </pc:spChg>
        <pc:spChg chg="del">
          <ac:chgData name="Laurent Corso" userId="0219eb03-2eeb-46d4-b992-439547476408" providerId="ADAL" clId="{D5635044-5EA4-4874-BBB3-533F2BCEDD88}" dt="2023-01-16T11:37:13.914" v="95" actId="478"/>
          <ac:spMkLst>
            <pc:docMk/>
            <pc:sldMk cId="370924311" sldId="662"/>
            <ac:spMk id="12" creationId="{C35BA335-51ED-4FE4-94CD-DBF84CC474D5}"/>
          </ac:spMkLst>
        </pc:spChg>
        <pc:spChg chg="del">
          <ac:chgData name="Laurent Corso" userId="0219eb03-2eeb-46d4-b992-439547476408" providerId="ADAL" clId="{D5635044-5EA4-4874-BBB3-533F2BCEDD88}" dt="2023-01-16T11:37:16.100" v="98" actId="478"/>
          <ac:spMkLst>
            <pc:docMk/>
            <pc:sldMk cId="370924311" sldId="662"/>
            <ac:spMk id="13" creationId="{37C85C61-41AB-4AE4-9781-E4D3739D73E7}"/>
          </ac:spMkLst>
        </pc:spChg>
        <pc:spChg chg="del">
          <ac:chgData name="Laurent Corso" userId="0219eb03-2eeb-46d4-b992-439547476408" providerId="ADAL" clId="{D5635044-5EA4-4874-BBB3-533F2BCEDD88}" dt="2023-01-16T11:37:14.346" v="96" actId="478"/>
          <ac:spMkLst>
            <pc:docMk/>
            <pc:sldMk cId="370924311" sldId="662"/>
            <ac:spMk id="14" creationId="{B7C0B4DF-12BE-42AD-B839-DB5BFD51C482}"/>
          </ac:spMkLst>
        </pc:spChg>
        <pc:spChg chg="del">
          <ac:chgData name="Laurent Corso" userId="0219eb03-2eeb-46d4-b992-439547476408" providerId="ADAL" clId="{D5635044-5EA4-4874-BBB3-533F2BCEDD88}" dt="2023-01-16T11:37:15.614" v="97" actId="478"/>
          <ac:spMkLst>
            <pc:docMk/>
            <pc:sldMk cId="370924311" sldId="662"/>
            <ac:spMk id="15" creationId="{5A014DBF-122C-465E-9292-6C3D2EF11C93}"/>
          </ac:spMkLst>
        </pc:spChg>
        <pc:graphicFrameChg chg="modGraphic">
          <ac:chgData name="Laurent Corso" userId="0219eb03-2eeb-46d4-b992-439547476408" providerId="ADAL" clId="{D5635044-5EA4-4874-BBB3-533F2BCEDD88}" dt="2023-01-16T11:37:19.926" v="103" actId="6549"/>
          <ac:graphicFrameMkLst>
            <pc:docMk/>
            <pc:sldMk cId="370924311" sldId="662"/>
            <ac:graphicFrameMk id="5" creationId="{ABE849C1-995E-4A1D-9423-A9A25241C141}"/>
          </ac:graphicFrameMkLst>
        </pc:graphicFrameChg>
      </pc:sldChg>
      <pc:sldChg chg="delSp modSp mod delAnim">
        <pc:chgData name="Laurent Corso" userId="0219eb03-2eeb-46d4-b992-439547476408" providerId="ADAL" clId="{D5635044-5EA4-4874-BBB3-533F2BCEDD88}" dt="2023-01-16T11:50:13.417" v="117" actId="20577"/>
        <pc:sldMkLst>
          <pc:docMk/>
          <pc:sldMk cId="707743576" sldId="663"/>
        </pc:sldMkLst>
        <pc:spChg chg="del">
          <ac:chgData name="Laurent Corso" userId="0219eb03-2eeb-46d4-b992-439547476408" providerId="ADAL" clId="{D5635044-5EA4-4874-BBB3-533F2BCEDD88}" dt="2023-01-16T11:37:04.220" v="80" actId="478"/>
          <ac:spMkLst>
            <pc:docMk/>
            <pc:sldMk cId="707743576" sldId="663"/>
            <ac:spMk id="6" creationId="{40428CBA-F1C0-4AE4-A813-89E3BFF11C2F}"/>
          </ac:spMkLst>
        </pc:spChg>
        <pc:spChg chg="del">
          <ac:chgData name="Laurent Corso" userId="0219eb03-2eeb-46d4-b992-439547476408" providerId="ADAL" clId="{D5635044-5EA4-4874-BBB3-533F2BCEDD88}" dt="2023-01-16T11:37:04.658" v="81" actId="478"/>
          <ac:spMkLst>
            <pc:docMk/>
            <pc:sldMk cId="707743576" sldId="663"/>
            <ac:spMk id="7" creationId="{BBF3A22D-1C2C-47E4-8E85-52A69C8D3355}"/>
          </ac:spMkLst>
        </pc:spChg>
        <pc:spChg chg="del">
          <ac:chgData name="Laurent Corso" userId="0219eb03-2eeb-46d4-b992-439547476408" providerId="ADAL" clId="{D5635044-5EA4-4874-BBB3-533F2BCEDD88}" dt="2023-01-16T11:37:05.058" v="82" actId="478"/>
          <ac:spMkLst>
            <pc:docMk/>
            <pc:sldMk cId="707743576" sldId="663"/>
            <ac:spMk id="8" creationId="{F6B8EF91-240A-4F75-9888-DB5268B7C475}"/>
          </ac:spMkLst>
        </pc:spChg>
        <pc:spChg chg="del">
          <ac:chgData name="Laurent Corso" userId="0219eb03-2eeb-46d4-b992-439547476408" providerId="ADAL" clId="{D5635044-5EA4-4874-BBB3-533F2BCEDD88}" dt="2023-01-16T11:37:05.475" v="83" actId="478"/>
          <ac:spMkLst>
            <pc:docMk/>
            <pc:sldMk cId="707743576" sldId="663"/>
            <ac:spMk id="9" creationId="{850346B5-2930-48B1-A9F5-6A7A2F9539D4}"/>
          </ac:spMkLst>
        </pc:spChg>
        <pc:spChg chg="del">
          <ac:chgData name="Laurent Corso" userId="0219eb03-2eeb-46d4-b992-439547476408" providerId="ADAL" clId="{D5635044-5EA4-4874-BBB3-533F2BCEDD88}" dt="2023-01-16T11:37:05.860" v="84" actId="478"/>
          <ac:spMkLst>
            <pc:docMk/>
            <pc:sldMk cId="707743576" sldId="663"/>
            <ac:spMk id="10" creationId="{570E5939-F0ED-423B-87D7-C74ECD49AD89}"/>
          </ac:spMkLst>
        </pc:spChg>
        <pc:spChg chg="del">
          <ac:chgData name="Laurent Corso" userId="0219eb03-2eeb-46d4-b992-439547476408" providerId="ADAL" clId="{D5635044-5EA4-4874-BBB3-533F2BCEDD88}" dt="2023-01-16T11:37:07.847" v="86" actId="478"/>
          <ac:spMkLst>
            <pc:docMk/>
            <pc:sldMk cId="707743576" sldId="663"/>
            <ac:spMk id="11" creationId="{248DEF95-90AA-4723-A042-A485348D40D8}"/>
          </ac:spMkLst>
        </pc:spChg>
        <pc:spChg chg="del">
          <ac:chgData name="Laurent Corso" userId="0219eb03-2eeb-46d4-b992-439547476408" providerId="ADAL" clId="{D5635044-5EA4-4874-BBB3-533F2BCEDD88}" dt="2023-01-16T11:37:08.297" v="87" actId="478"/>
          <ac:spMkLst>
            <pc:docMk/>
            <pc:sldMk cId="707743576" sldId="663"/>
            <ac:spMk id="12" creationId="{4308A351-AF7D-4CCB-9155-3AA360203C21}"/>
          </ac:spMkLst>
        </pc:spChg>
        <pc:spChg chg="del">
          <ac:chgData name="Laurent Corso" userId="0219eb03-2eeb-46d4-b992-439547476408" providerId="ADAL" clId="{D5635044-5EA4-4874-BBB3-533F2BCEDD88}" dt="2023-01-16T11:37:08.727" v="88" actId="478"/>
          <ac:spMkLst>
            <pc:docMk/>
            <pc:sldMk cId="707743576" sldId="663"/>
            <ac:spMk id="13" creationId="{D45D9BC0-B731-4D80-9695-0A40D7C3282A}"/>
          </ac:spMkLst>
        </pc:spChg>
        <pc:spChg chg="del">
          <ac:chgData name="Laurent Corso" userId="0219eb03-2eeb-46d4-b992-439547476408" providerId="ADAL" clId="{D5635044-5EA4-4874-BBB3-533F2BCEDD88}" dt="2023-01-16T11:37:09.097" v="89" actId="478"/>
          <ac:spMkLst>
            <pc:docMk/>
            <pc:sldMk cId="707743576" sldId="663"/>
            <ac:spMk id="14" creationId="{FF871E7F-D0EC-4B2F-A08E-B1E6EEF95018}"/>
          </ac:spMkLst>
        </pc:spChg>
        <pc:spChg chg="del">
          <ac:chgData name="Laurent Corso" userId="0219eb03-2eeb-46d4-b992-439547476408" providerId="ADAL" clId="{D5635044-5EA4-4874-BBB3-533F2BCEDD88}" dt="2023-01-16T11:37:09.568" v="90" actId="478"/>
          <ac:spMkLst>
            <pc:docMk/>
            <pc:sldMk cId="707743576" sldId="663"/>
            <ac:spMk id="15" creationId="{854A3681-1D47-4FA4-A0FB-7E348D9CE7B4}"/>
          </ac:spMkLst>
        </pc:spChg>
        <pc:graphicFrameChg chg="modGraphic">
          <ac:chgData name="Laurent Corso" userId="0219eb03-2eeb-46d4-b992-439547476408" providerId="ADAL" clId="{D5635044-5EA4-4874-BBB3-533F2BCEDD88}" dt="2023-01-16T11:50:13.417" v="117" actId="20577"/>
          <ac:graphicFrameMkLst>
            <pc:docMk/>
            <pc:sldMk cId="707743576" sldId="663"/>
            <ac:graphicFrameMk id="5" creationId="{ABE849C1-995E-4A1D-9423-A9A25241C141}"/>
          </ac:graphicFrameMkLst>
        </pc:graphicFrameChg>
      </pc:sldChg>
      <pc:sldChg chg="addSp delSp modSp mod delAnim">
        <pc:chgData name="Laurent Corso" userId="0219eb03-2eeb-46d4-b992-439547476408" providerId="ADAL" clId="{D5635044-5EA4-4874-BBB3-533F2BCEDD88}" dt="2023-01-16T11:37:02.385" v="79" actId="6549"/>
        <pc:sldMkLst>
          <pc:docMk/>
          <pc:sldMk cId="3460499332" sldId="664"/>
        </pc:sldMkLst>
        <pc:spChg chg="del">
          <ac:chgData name="Laurent Corso" userId="0219eb03-2eeb-46d4-b992-439547476408" providerId="ADAL" clId="{D5635044-5EA4-4874-BBB3-533F2BCEDD88}" dt="2023-01-16T11:36:51.508" v="66" actId="478"/>
          <ac:spMkLst>
            <pc:docMk/>
            <pc:sldMk cId="3460499332" sldId="664"/>
            <ac:spMk id="6" creationId="{BC6C11B5-9A0C-4C26-AE90-96B3B6C5359E}"/>
          </ac:spMkLst>
        </pc:spChg>
        <pc:spChg chg="del">
          <ac:chgData name="Laurent Corso" userId="0219eb03-2eeb-46d4-b992-439547476408" providerId="ADAL" clId="{D5635044-5EA4-4874-BBB3-533F2BCEDD88}" dt="2023-01-16T11:36:52.073" v="67" actId="478"/>
          <ac:spMkLst>
            <pc:docMk/>
            <pc:sldMk cId="3460499332" sldId="664"/>
            <ac:spMk id="7" creationId="{54DAF72C-FA6D-4B3F-9DD9-F0D63341D87B}"/>
          </ac:spMkLst>
        </pc:spChg>
        <pc:spChg chg="del">
          <ac:chgData name="Laurent Corso" userId="0219eb03-2eeb-46d4-b992-439547476408" providerId="ADAL" clId="{D5635044-5EA4-4874-BBB3-533F2BCEDD88}" dt="2023-01-16T11:36:52.532" v="68" actId="478"/>
          <ac:spMkLst>
            <pc:docMk/>
            <pc:sldMk cId="3460499332" sldId="664"/>
            <ac:spMk id="8" creationId="{70E4EF0C-74BD-4DFE-9ED8-428D1BD62839}"/>
          </ac:spMkLst>
        </pc:spChg>
        <pc:spChg chg="del">
          <ac:chgData name="Laurent Corso" userId="0219eb03-2eeb-46d4-b992-439547476408" providerId="ADAL" clId="{D5635044-5EA4-4874-BBB3-533F2BCEDD88}" dt="2023-01-16T11:36:52.969" v="69" actId="478"/>
          <ac:spMkLst>
            <pc:docMk/>
            <pc:sldMk cId="3460499332" sldId="664"/>
            <ac:spMk id="9" creationId="{0CB2B30C-F931-4F3C-A9D5-200306631564}"/>
          </ac:spMkLst>
        </pc:spChg>
        <pc:spChg chg="del">
          <ac:chgData name="Laurent Corso" userId="0219eb03-2eeb-46d4-b992-439547476408" providerId="ADAL" clId="{D5635044-5EA4-4874-BBB3-533F2BCEDD88}" dt="2023-01-16T11:36:53.417" v="70" actId="478"/>
          <ac:spMkLst>
            <pc:docMk/>
            <pc:sldMk cId="3460499332" sldId="664"/>
            <ac:spMk id="10" creationId="{016E008E-7608-477C-B36B-90EAB2452296}"/>
          </ac:spMkLst>
        </pc:spChg>
        <pc:spChg chg="del">
          <ac:chgData name="Laurent Corso" userId="0219eb03-2eeb-46d4-b992-439547476408" providerId="ADAL" clId="{D5635044-5EA4-4874-BBB3-533F2BCEDD88}" dt="2023-01-16T11:36:58.488" v="77" actId="478"/>
          <ac:spMkLst>
            <pc:docMk/>
            <pc:sldMk cId="3460499332" sldId="664"/>
            <ac:spMk id="11" creationId="{BC26F20C-11B7-492A-AB50-D0D53E56547D}"/>
          </ac:spMkLst>
        </pc:spChg>
        <pc:spChg chg="del">
          <ac:chgData name="Laurent Corso" userId="0219eb03-2eeb-46d4-b992-439547476408" providerId="ADAL" clId="{D5635044-5EA4-4874-BBB3-533F2BCEDD88}" dt="2023-01-16T11:36:58.008" v="76" actId="478"/>
          <ac:spMkLst>
            <pc:docMk/>
            <pc:sldMk cId="3460499332" sldId="664"/>
            <ac:spMk id="12" creationId="{05436EEB-AAC7-4407-95BB-F4DE1C7DF8A2}"/>
          </ac:spMkLst>
        </pc:spChg>
        <pc:spChg chg="del">
          <ac:chgData name="Laurent Corso" userId="0219eb03-2eeb-46d4-b992-439547476408" providerId="ADAL" clId="{D5635044-5EA4-4874-BBB3-533F2BCEDD88}" dt="2023-01-16T11:36:57.541" v="75" actId="478"/>
          <ac:spMkLst>
            <pc:docMk/>
            <pc:sldMk cId="3460499332" sldId="664"/>
            <ac:spMk id="13" creationId="{6E9A19AB-898D-4C20-9996-1940BB6BE11F}"/>
          </ac:spMkLst>
        </pc:spChg>
        <pc:spChg chg="del">
          <ac:chgData name="Laurent Corso" userId="0219eb03-2eeb-46d4-b992-439547476408" providerId="ADAL" clId="{D5635044-5EA4-4874-BBB3-533F2BCEDD88}" dt="2023-01-16T11:36:57.056" v="74" actId="478"/>
          <ac:spMkLst>
            <pc:docMk/>
            <pc:sldMk cId="3460499332" sldId="664"/>
            <ac:spMk id="14" creationId="{8AB26D55-5B88-4274-A7E6-90CE21AAF644}"/>
          </ac:spMkLst>
        </pc:spChg>
        <pc:spChg chg="del">
          <ac:chgData name="Laurent Corso" userId="0219eb03-2eeb-46d4-b992-439547476408" providerId="ADAL" clId="{D5635044-5EA4-4874-BBB3-533F2BCEDD88}" dt="2023-01-16T11:36:53.889" v="71" actId="478"/>
          <ac:spMkLst>
            <pc:docMk/>
            <pc:sldMk cId="3460499332" sldId="664"/>
            <ac:spMk id="15" creationId="{C0F31A00-B7F0-4AC5-BB29-EE149C9E95CF}"/>
          </ac:spMkLst>
        </pc:spChg>
        <pc:graphicFrameChg chg="add del modGraphic">
          <ac:chgData name="Laurent Corso" userId="0219eb03-2eeb-46d4-b992-439547476408" providerId="ADAL" clId="{D5635044-5EA4-4874-BBB3-533F2BCEDD88}" dt="2023-01-16T11:37:02.385" v="79" actId="6549"/>
          <ac:graphicFrameMkLst>
            <pc:docMk/>
            <pc:sldMk cId="3460499332" sldId="664"/>
            <ac:graphicFrameMk id="5" creationId="{ABE849C1-995E-4A1D-9423-A9A25241C141}"/>
          </ac:graphicFrameMkLst>
        </pc:graphicFrameChg>
      </pc:sldChg>
    </pc:docChg>
  </pc:docChgLst>
  <pc:docChgLst>
    <pc:chgData name="Laurent Corso" userId="0219eb03-2eeb-46d4-b992-439547476408" providerId="ADAL" clId="{A0F51BD3-009B-43FC-9557-D2CE8E3E61C7}"/>
    <pc:docChg chg="undo redo custSel addSld delSld modSld">
      <pc:chgData name="Laurent Corso" userId="0219eb03-2eeb-46d4-b992-439547476408" providerId="ADAL" clId="{A0F51BD3-009B-43FC-9557-D2CE8E3E61C7}" dt="2021-02-11T15:07:10.156" v="5110" actId="20577"/>
      <pc:docMkLst>
        <pc:docMk/>
      </pc:docMkLst>
      <pc:sldChg chg="addSp delSp modSp modTransition setBg delAnim modAnim">
        <pc:chgData name="Laurent Corso" userId="0219eb03-2eeb-46d4-b992-439547476408" providerId="ADAL" clId="{A0F51BD3-009B-43FC-9557-D2CE8E3E61C7}" dt="2021-02-11T14:22:09.895" v="3257"/>
        <pc:sldMkLst>
          <pc:docMk/>
          <pc:sldMk cId="2621890838" sldId="583"/>
        </pc:sldMkLst>
        <pc:spChg chg="del">
          <ac:chgData name="Laurent Corso" userId="0219eb03-2eeb-46d4-b992-439547476408" providerId="ADAL" clId="{A0F51BD3-009B-43FC-9557-D2CE8E3E61C7}" dt="2021-02-11T13:10:36.368" v="148" actId="478"/>
          <ac:spMkLst>
            <pc:docMk/>
            <pc:sldMk cId="2621890838" sldId="583"/>
            <ac:spMk id="2" creationId="{00000000-0000-0000-0000-000000000000}"/>
          </ac:spMkLst>
        </pc:spChg>
        <pc:spChg chg="mod">
          <ac:chgData name="Laurent Corso" userId="0219eb03-2eeb-46d4-b992-439547476408" providerId="ADAL" clId="{A0F51BD3-009B-43FC-9557-D2CE8E3E61C7}" dt="2021-02-11T13:07:50.180" v="118" actId="207"/>
          <ac:spMkLst>
            <pc:docMk/>
            <pc:sldMk cId="2621890838" sldId="583"/>
            <ac:spMk id="3" creationId="{00000000-0000-0000-0000-000000000000}"/>
          </ac:spMkLst>
        </pc:spChg>
        <pc:spChg chg="add del mod">
          <ac:chgData name="Laurent Corso" userId="0219eb03-2eeb-46d4-b992-439547476408" providerId="ADAL" clId="{A0F51BD3-009B-43FC-9557-D2CE8E3E61C7}" dt="2021-02-11T13:06:21.907" v="3"/>
          <ac:spMkLst>
            <pc:docMk/>
            <pc:sldMk cId="2621890838" sldId="583"/>
            <ac:spMk id="5" creationId="{889DB308-FFF4-4874-9074-E50050D53505}"/>
          </ac:spMkLst>
        </pc:spChg>
        <pc:spChg chg="del">
          <ac:chgData name="Laurent Corso" userId="0219eb03-2eeb-46d4-b992-439547476408" providerId="ADAL" clId="{A0F51BD3-009B-43FC-9557-D2CE8E3E61C7}" dt="2021-02-11T13:06:06.537" v="0"/>
          <ac:spMkLst>
            <pc:docMk/>
            <pc:sldMk cId="2621890838" sldId="583"/>
            <ac:spMk id="6" creationId="{00000000-0000-0000-0000-000000000000}"/>
          </ac:spMkLst>
        </pc:spChg>
        <pc:spChg chg="add mod">
          <ac:chgData name="Laurent Corso" userId="0219eb03-2eeb-46d4-b992-439547476408" providerId="ADAL" clId="{A0F51BD3-009B-43FC-9557-D2CE8E3E61C7}" dt="2021-02-11T13:06:34.542" v="8" actId="207"/>
          <ac:spMkLst>
            <pc:docMk/>
            <pc:sldMk cId="2621890838" sldId="583"/>
            <ac:spMk id="7" creationId="{F4491179-0463-41A7-AC10-AFA71369D51E}"/>
          </ac:spMkLst>
        </pc:spChg>
        <pc:spChg chg="add mod">
          <ac:chgData name="Laurent Corso" userId="0219eb03-2eeb-46d4-b992-439547476408" providerId="ADAL" clId="{A0F51BD3-009B-43FC-9557-D2CE8E3E61C7}" dt="2021-02-11T13:10:50.347" v="173" actId="1076"/>
          <ac:spMkLst>
            <pc:docMk/>
            <pc:sldMk cId="2621890838" sldId="583"/>
            <ac:spMk id="8" creationId="{595B5E16-32E6-4654-8C6C-452AF69E9593}"/>
          </ac:spMkLst>
        </pc:spChg>
      </pc:sldChg>
      <pc:sldChg chg="addSp delSp modSp modTransition setBg">
        <pc:chgData name="Laurent Corso" userId="0219eb03-2eeb-46d4-b992-439547476408" providerId="ADAL" clId="{A0F51BD3-009B-43FC-9557-D2CE8E3E61C7}" dt="2021-02-11T15:01:42.393" v="4703" actId="20577"/>
        <pc:sldMkLst>
          <pc:docMk/>
          <pc:sldMk cId="1012446659" sldId="584"/>
        </pc:sldMkLst>
        <pc:spChg chg="mod">
          <ac:chgData name="Laurent Corso" userId="0219eb03-2eeb-46d4-b992-439547476408" providerId="ADAL" clId="{A0F51BD3-009B-43FC-9557-D2CE8E3E61C7}" dt="2021-02-11T13:16:06.140" v="483" actId="404"/>
          <ac:spMkLst>
            <pc:docMk/>
            <pc:sldMk cId="1012446659" sldId="584"/>
            <ac:spMk id="2" creationId="{00000000-0000-0000-0000-000000000000}"/>
          </ac:spMkLst>
        </pc:spChg>
        <pc:spChg chg="add mod">
          <ac:chgData name="Laurent Corso" userId="0219eb03-2eeb-46d4-b992-439547476408" providerId="ADAL" clId="{A0F51BD3-009B-43FC-9557-D2CE8E3E61C7}" dt="2021-02-11T15:01:42.393" v="4703" actId="20577"/>
          <ac:spMkLst>
            <pc:docMk/>
            <pc:sldMk cId="1012446659" sldId="584"/>
            <ac:spMk id="6" creationId="{E7D18300-68D2-4078-A74A-ABDA6219BF3B}"/>
          </ac:spMkLst>
        </pc:spChg>
        <pc:graphicFrameChg chg="del modGraphic">
          <ac:chgData name="Laurent Corso" userId="0219eb03-2eeb-46d4-b992-439547476408" providerId="ADAL" clId="{A0F51BD3-009B-43FC-9557-D2CE8E3E61C7}" dt="2021-02-11T13:11:52.590" v="188" actId="478"/>
          <ac:graphicFrameMkLst>
            <pc:docMk/>
            <pc:sldMk cId="1012446659" sldId="584"/>
            <ac:graphicFrameMk id="5" creationId="{00000000-0000-0000-0000-000000000000}"/>
          </ac:graphicFrameMkLst>
        </pc:graphicFrameChg>
      </pc:sldChg>
      <pc:sldChg chg="del modTransition setBg">
        <pc:chgData name="Laurent Corso" userId="0219eb03-2eeb-46d4-b992-439547476408" providerId="ADAL" clId="{A0F51BD3-009B-43FC-9557-D2CE8E3E61C7}" dt="2021-02-11T13:32:42.503" v="1410" actId="2696"/>
        <pc:sldMkLst>
          <pc:docMk/>
          <pc:sldMk cId="969841158" sldId="585"/>
        </pc:sldMkLst>
      </pc:sldChg>
      <pc:sldChg chg="del modTransition setBg">
        <pc:chgData name="Laurent Corso" userId="0219eb03-2eeb-46d4-b992-439547476408" providerId="ADAL" clId="{A0F51BD3-009B-43FC-9557-D2CE8E3E61C7}" dt="2021-02-11T14:12:21.951" v="2598" actId="2696"/>
        <pc:sldMkLst>
          <pc:docMk/>
          <pc:sldMk cId="3898990071" sldId="586"/>
        </pc:sldMkLst>
      </pc:sldChg>
      <pc:sldChg chg="del modTransition setBg">
        <pc:chgData name="Laurent Corso" userId="0219eb03-2eeb-46d4-b992-439547476408" providerId="ADAL" clId="{A0F51BD3-009B-43FC-9557-D2CE8E3E61C7}" dt="2021-02-11T14:12:23.862" v="2599" actId="2696"/>
        <pc:sldMkLst>
          <pc:docMk/>
          <pc:sldMk cId="197471540" sldId="587"/>
        </pc:sldMkLst>
      </pc:sldChg>
      <pc:sldChg chg="del modTransition setBg">
        <pc:chgData name="Laurent Corso" userId="0219eb03-2eeb-46d4-b992-439547476408" providerId="ADAL" clId="{A0F51BD3-009B-43FC-9557-D2CE8E3E61C7}" dt="2021-02-11T14:12:28.028" v="2600" actId="2696"/>
        <pc:sldMkLst>
          <pc:docMk/>
          <pc:sldMk cId="2388428828" sldId="588"/>
        </pc:sldMkLst>
      </pc:sldChg>
      <pc:sldChg chg="del modTransition setBg">
        <pc:chgData name="Laurent Corso" userId="0219eb03-2eeb-46d4-b992-439547476408" providerId="ADAL" clId="{A0F51BD3-009B-43FC-9557-D2CE8E3E61C7}" dt="2021-02-11T14:16:52.125" v="2963" actId="2696"/>
        <pc:sldMkLst>
          <pc:docMk/>
          <pc:sldMk cId="1138490162" sldId="589"/>
        </pc:sldMkLst>
      </pc:sldChg>
      <pc:sldChg chg="del modTransition setBg">
        <pc:chgData name="Laurent Corso" userId="0219eb03-2eeb-46d4-b992-439547476408" providerId="ADAL" clId="{A0F51BD3-009B-43FC-9557-D2CE8E3E61C7}" dt="2021-02-11T14:26:28.107" v="3259" actId="2696"/>
        <pc:sldMkLst>
          <pc:docMk/>
          <pc:sldMk cId="1097766572" sldId="590"/>
        </pc:sldMkLst>
      </pc:sldChg>
      <pc:sldChg chg="del modTransition setBg">
        <pc:chgData name="Laurent Corso" userId="0219eb03-2eeb-46d4-b992-439547476408" providerId="ADAL" clId="{A0F51BD3-009B-43FC-9557-D2CE8E3E61C7}" dt="2021-02-11T14:26:28.107" v="3260" actId="2696"/>
        <pc:sldMkLst>
          <pc:docMk/>
          <pc:sldMk cId="502703487" sldId="591"/>
        </pc:sldMkLst>
      </pc:sldChg>
      <pc:sldChg chg="del modTransition setBg">
        <pc:chgData name="Laurent Corso" userId="0219eb03-2eeb-46d4-b992-439547476408" providerId="ADAL" clId="{A0F51BD3-009B-43FC-9557-D2CE8E3E61C7}" dt="2021-02-11T14:26:28.107" v="3261" actId="2696"/>
        <pc:sldMkLst>
          <pc:docMk/>
          <pc:sldMk cId="2726616391" sldId="592"/>
        </pc:sldMkLst>
      </pc:sldChg>
      <pc:sldChg chg="del modTransition setBg">
        <pc:chgData name="Laurent Corso" userId="0219eb03-2eeb-46d4-b992-439547476408" providerId="ADAL" clId="{A0F51BD3-009B-43FC-9557-D2CE8E3E61C7}" dt="2021-02-11T14:26:28.122" v="3262" actId="2696"/>
        <pc:sldMkLst>
          <pc:docMk/>
          <pc:sldMk cId="1903853519" sldId="593"/>
        </pc:sldMkLst>
      </pc:sldChg>
      <pc:sldChg chg="del modTransition setBg">
        <pc:chgData name="Laurent Corso" userId="0219eb03-2eeb-46d4-b992-439547476408" providerId="ADAL" clId="{A0F51BD3-009B-43FC-9557-D2CE8E3E61C7}" dt="2021-02-11T14:18:39.356" v="2967" actId="2696"/>
        <pc:sldMkLst>
          <pc:docMk/>
          <pc:sldMk cId="3128153252" sldId="594"/>
        </pc:sldMkLst>
      </pc:sldChg>
      <pc:sldChg chg="del modTransition setBg">
        <pc:chgData name="Laurent Corso" userId="0219eb03-2eeb-46d4-b992-439547476408" providerId="ADAL" clId="{A0F51BD3-009B-43FC-9557-D2CE8E3E61C7}" dt="2021-02-11T14:18:42.810" v="2968" actId="2696"/>
        <pc:sldMkLst>
          <pc:docMk/>
          <pc:sldMk cId="557481009" sldId="595"/>
        </pc:sldMkLst>
      </pc:sldChg>
      <pc:sldChg chg="del modTransition setBg">
        <pc:chgData name="Laurent Corso" userId="0219eb03-2eeb-46d4-b992-439547476408" providerId="ADAL" clId="{A0F51BD3-009B-43FC-9557-D2CE8E3E61C7}" dt="2021-02-11T14:18:45.157" v="2969" actId="2696"/>
        <pc:sldMkLst>
          <pc:docMk/>
          <pc:sldMk cId="1711222057" sldId="596"/>
        </pc:sldMkLst>
      </pc:sldChg>
      <pc:sldChg chg="del modTransition setBg">
        <pc:chgData name="Laurent Corso" userId="0219eb03-2eeb-46d4-b992-439547476408" providerId="ADAL" clId="{A0F51BD3-009B-43FC-9557-D2CE8E3E61C7}" dt="2021-02-11T14:18:34.159" v="2966" actId="2696"/>
        <pc:sldMkLst>
          <pc:docMk/>
          <pc:sldMk cId="4168395724" sldId="597"/>
        </pc:sldMkLst>
      </pc:sldChg>
      <pc:sldChg chg="del modTransition setBg">
        <pc:chgData name="Laurent Corso" userId="0219eb03-2eeb-46d4-b992-439547476408" providerId="ADAL" clId="{A0F51BD3-009B-43FC-9557-D2CE8E3E61C7}" dt="2021-02-11T14:26:28.129" v="3263" actId="2696"/>
        <pc:sldMkLst>
          <pc:docMk/>
          <pc:sldMk cId="2109840190" sldId="598"/>
        </pc:sldMkLst>
      </pc:sldChg>
      <pc:sldChg chg="del modTransition setBg">
        <pc:chgData name="Laurent Corso" userId="0219eb03-2eeb-46d4-b992-439547476408" providerId="ADAL" clId="{A0F51BD3-009B-43FC-9557-D2CE8E3E61C7}" dt="2021-02-11T14:26:28.129" v="3264" actId="2696"/>
        <pc:sldMkLst>
          <pc:docMk/>
          <pc:sldMk cId="3310413722" sldId="599"/>
        </pc:sldMkLst>
      </pc:sldChg>
      <pc:sldChg chg="del modTransition setBg">
        <pc:chgData name="Laurent Corso" userId="0219eb03-2eeb-46d4-b992-439547476408" providerId="ADAL" clId="{A0F51BD3-009B-43FC-9557-D2CE8E3E61C7}" dt="2021-02-11T14:26:28.107" v="3258" actId="2696"/>
        <pc:sldMkLst>
          <pc:docMk/>
          <pc:sldMk cId="41108205" sldId="600"/>
        </pc:sldMkLst>
      </pc:sldChg>
      <pc:sldChg chg="del modTransition setBg">
        <pc:chgData name="Laurent Corso" userId="0219eb03-2eeb-46d4-b992-439547476408" providerId="ADAL" clId="{A0F51BD3-009B-43FC-9557-D2CE8E3E61C7}" dt="2021-02-11T14:40:05.835" v="3449" actId="2696"/>
        <pc:sldMkLst>
          <pc:docMk/>
          <pc:sldMk cId="1066145528" sldId="601"/>
        </pc:sldMkLst>
      </pc:sldChg>
      <pc:sldChg chg="del modTransition setBg">
        <pc:chgData name="Laurent Corso" userId="0219eb03-2eeb-46d4-b992-439547476408" providerId="ADAL" clId="{A0F51BD3-009B-43FC-9557-D2CE8E3E61C7}" dt="2021-02-11T14:40:08.431" v="3450" actId="2696"/>
        <pc:sldMkLst>
          <pc:docMk/>
          <pc:sldMk cId="1749908496" sldId="602"/>
        </pc:sldMkLst>
      </pc:sldChg>
      <pc:sldChg chg="del modTransition setBg">
        <pc:chgData name="Laurent Corso" userId="0219eb03-2eeb-46d4-b992-439547476408" providerId="ADAL" clId="{A0F51BD3-009B-43FC-9557-D2CE8E3E61C7}" dt="2021-02-11T14:45:09.736" v="3623" actId="2696"/>
        <pc:sldMkLst>
          <pc:docMk/>
          <pc:sldMk cId="4050710942" sldId="603"/>
        </pc:sldMkLst>
      </pc:sldChg>
      <pc:sldChg chg="del modTransition setBg">
        <pc:chgData name="Laurent Corso" userId="0219eb03-2eeb-46d4-b992-439547476408" providerId="ADAL" clId="{A0F51BD3-009B-43FC-9557-D2CE8E3E61C7}" dt="2021-02-11T14:45:01.059" v="3621" actId="2696"/>
        <pc:sldMkLst>
          <pc:docMk/>
          <pc:sldMk cId="1333973195" sldId="604"/>
        </pc:sldMkLst>
      </pc:sldChg>
      <pc:sldChg chg="del modTransition setBg">
        <pc:chgData name="Laurent Corso" userId="0219eb03-2eeb-46d4-b992-439547476408" providerId="ADAL" clId="{A0F51BD3-009B-43FC-9557-D2CE8E3E61C7}" dt="2021-02-11T14:45:04.167" v="3622" actId="2696"/>
        <pc:sldMkLst>
          <pc:docMk/>
          <pc:sldMk cId="1859998411" sldId="605"/>
        </pc:sldMkLst>
      </pc:sldChg>
      <pc:sldChg chg="del modTransition setBg">
        <pc:chgData name="Laurent Corso" userId="0219eb03-2eeb-46d4-b992-439547476408" providerId="ADAL" clId="{A0F51BD3-009B-43FC-9557-D2CE8E3E61C7}" dt="2021-02-11T14:51:06.709" v="3941" actId="2696"/>
        <pc:sldMkLst>
          <pc:docMk/>
          <pc:sldMk cId="1698472924" sldId="606"/>
        </pc:sldMkLst>
      </pc:sldChg>
      <pc:sldChg chg="del modTransition setBg">
        <pc:chgData name="Laurent Corso" userId="0219eb03-2eeb-46d4-b992-439547476408" providerId="ADAL" clId="{A0F51BD3-009B-43FC-9557-D2CE8E3E61C7}" dt="2021-02-11T14:51:04.028" v="3940" actId="2696"/>
        <pc:sldMkLst>
          <pc:docMk/>
          <pc:sldMk cId="3226096289" sldId="607"/>
        </pc:sldMkLst>
      </pc:sldChg>
      <pc:sldChg chg="modTransition setBg">
        <pc:chgData name="Laurent Corso" userId="0219eb03-2eeb-46d4-b992-439547476408" providerId="ADAL" clId="{A0F51BD3-009B-43FC-9557-D2CE8E3E61C7}" dt="2021-02-11T14:22:09.895" v="3257"/>
        <pc:sldMkLst>
          <pc:docMk/>
          <pc:sldMk cId="990804632" sldId="609"/>
        </pc:sldMkLst>
      </pc:sldChg>
      <pc:sldChg chg="addSp delSp modSp add del">
        <pc:chgData name="Laurent Corso" userId="0219eb03-2eeb-46d4-b992-439547476408" providerId="ADAL" clId="{A0F51BD3-009B-43FC-9557-D2CE8E3E61C7}" dt="2021-02-11T13:07:55.146" v="119" actId="2696"/>
        <pc:sldMkLst>
          <pc:docMk/>
          <pc:sldMk cId="1075275871" sldId="610"/>
        </pc:sldMkLst>
        <pc:spChg chg="del">
          <ac:chgData name="Laurent Corso" userId="0219eb03-2eeb-46d4-b992-439547476408" providerId="ADAL" clId="{A0F51BD3-009B-43FC-9557-D2CE8E3E61C7}" dt="2021-02-11T13:06:17.062" v="2"/>
          <ac:spMkLst>
            <pc:docMk/>
            <pc:sldMk cId="1075275871" sldId="610"/>
            <ac:spMk id="2" creationId="{D3D0D36F-C4F2-4EAE-BDE1-FF8782766F05}"/>
          </ac:spMkLst>
        </pc:spChg>
        <pc:spChg chg="del">
          <ac:chgData name="Laurent Corso" userId="0219eb03-2eeb-46d4-b992-439547476408" providerId="ADAL" clId="{A0F51BD3-009B-43FC-9557-D2CE8E3E61C7}" dt="2021-02-11T13:06:17.062" v="2"/>
          <ac:spMkLst>
            <pc:docMk/>
            <pc:sldMk cId="1075275871" sldId="610"/>
            <ac:spMk id="3" creationId="{D2E47BA9-9A50-43C0-8095-1CE39A31227C}"/>
          </ac:spMkLst>
        </pc:spChg>
        <pc:spChg chg="add mod">
          <ac:chgData name="Laurent Corso" userId="0219eb03-2eeb-46d4-b992-439547476408" providerId="ADAL" clId="{A0F51BD3-009B-43FC-9557-D2CE8E3E61C7}" dt="2021-02-11T13:06:17.062" v="2"/>
          <ac:spMkLst>
            <pc:docMk/>
            <pc:sldMk cId="1075275871" sldId="610"/>
            <ac:spMk id="5" creationId="{C8E1C251-43AD-464E-91B2-B14E89553464}"/>
          </ac:spMkLst>
        </pc:spChg>
        <pc:spChg chg="add mod">
          <ac:chgData name="Laurent Corso" userId="0219eb03-2eeb-46d4-b992-439547476408" providerId="ADAL" clId="{A0F51BD3-009B-43FC-9557-D2CE8E3E61C7}" dt="2021-02-11T13:06:17.062" v="2"/>
          <ac:spMkLst>
            <pc:docMk/>
            <pc:sldMk cId="1075275871" sldId="610"/>
            <ac:spMk id="6" creationId="{46789581-682B-4164-B131-8AD45FE46478}"/>
          </ac:spMkLst>
        </pc:spChg>
      </pc:sldChg>
      <pc:sldChg chg="add del">
        <pc:chgData name="Laurent Corso" userId="0219eb03-2eeb-46d4-b992-439547476408" providerId="ADAL" clId="{A0F51BD3-009B-43FC-9557-D2CE8E3E61C7}" dt="2021-02-11T13:15:20.964" v="467" actId="2696"/>
        <pc:sldMkLst>
          <pc:docMk/>
          <pc:sldMk cId="1194731733" sldId="610"/>
        </pc:sldMkLst>
      </pc:sldChg>
      <pc:sldChg chg="addSp modSp add modTransition modAnim">
        <pc:chgData name="Laurent Corso" userId="0219eb03-2eeb-46d4-b992-439547476408" providerId="ADAL" clId="{A0F51BD3-009B-43FC-9557-D2CE8E3E61C7}" dt="2021-02-11T14:22:09.895" v="3257"/>
        <pc:sldMkLst>
          <pc:docMk/>
          <pc:sldMk cId="1496688001" sldId="610"/>
        </pc:sldMkLst>
        <pc:spChg chg="mod">
          <ac:chgData name="Laurent Corso" userId="0219eb03-2eeb-46d4-b992-439547476408" providerId="ADAL" clId="{A0F51BD3-009B-43FC-9557-D2CE8E3E61C7}" dt="2021-02-11T13:16:17.739" v="487" actId="121"/>
          <ac:spMkLst>
            <pc:docMk/>
            <pc:sldMk cId="1496688001" sldId="610"/>
            <ac:spMk id="2" creationId="{CF4E476B-3C01-4083-B78C-33C956FC887A}"/>
          </ac:spMkLst>
        </pc:spChg>
        <pc:spChg chg="mod">
          <ac:chgData name="Laurent Corso" userId="0219eb03-2eeb-46d4-b992-439547476408" providerId="ADAL" clId="{A0F51BD3-009B-43FC-9557-D2CE8E3E61C7}" dt="2021-02-11T13:35:03.960" v="1450" actId="20577"/>
          <ac:spMkLst>
            <pc:docMk/>
            <pc:sldMk cId="1496688001" sldId="610"/>
            <ac:spMk id="3" creationId="{39E2F93C-59B9-4508-B923-2018151C1D08}"/>
          </ac:spMkLst>
        </pc:spChg>
        <pc:picChg chg="add mod modCrop">
          <ac:chgData name="Laurent Corso" userId="0219eb03-2eeb-46d4-b992-439547476408" providerId="ADAL" clId="{A0F51BD3-009B-43FC-9557-D2CE8E3E61C7}" dt="2021-02-11T13:31:11.421" v="1288" actId="1076"/>
          <ac:picMkLst>
            <pc:docMk/>
            <pc:sldMk cId="1496688001" sldId="610"/>
            <ac:picMk id="5" creationId="{D3C4D0D4-3219-4AEE-A02D-690F41ABCB52}"/>
          </ac:picMkLst>
        </pc:picChg>
      </pc:sldChg>
      <pc:sldChg chg="add del">
        <pc:chgData name="Laurent Corso" userId="0219eb03-2eeb-46d4-b992-439547476408" providerId="ADAL" clId="{A0F51BD3-009B-43FC-9557-D2CE8E3E61C7}" dt="2021-02-11T13:26:11.894" v="1045" actId="2696"/>
        <pc:sldMkLst>
          <pc:docMk/>
          <pc:sldMk cId="3936168493" sldId="611"/>
        </pc:sldMkLst>
      </pc:sldChg>
      <pc:sldChg chg="addSp modSp add modTransition modAnim">
        <pc:chgData name="Laurent Corso" userId="0219eb03-2eeb-46d4-b992-439547476408" providerId="ADAL" clId="{A0F51BD3-009B-43FC-9557-D2CE8E3E61C7}" dt="2021-02-11T14:22:09.895" v="3257"/>
        <pc:sldMkLst>
          <pc:docMk/>
          <pc:sldMk cId="4009481843" sldId="612"/>
        </pc:sldMkLst>
        <pc:spChg chg="mod">
          <ac:chgData name="Laurent Corso" userId="0219eb03-2eeb-46d4-b992-439547476408" providerId="ADAL" clId="{A0F51BD3-009B-43FC-9557-D2CE8E3E61C7}" dt="2021-02-11T13:35:11.751" v="1470" actId="20577"/>
          <ac:spMkLst>
            <pc:docMk/>
            <pc:sldMk cId="4009481843" sldId="612"/>
            <ac:spMk id="3" creationId="{39E2F93C-59B9-4508-B923-2018151C1D08}"/>
          </ac:spMkLst>
        </pc:spChg>
        <pc:picChg chg="add mod">
          <ac:chgData name="Laurent Corso" userId="0219eb03-2eeb-46d4-b992-439547476408" providerId="ADAL" clId="{A0F51BD3-009B-43FC-9557-D2CE8E3E61C7}" dt="2021-02-11T13:31:59.298" v="1302" actId="1076"/>
          <ac:picMkLst>
            <pc:docMk/>
            <pc:sldMk cId="4009481843" sldId="612"/>
            <ac:picMk id="5" creationId="{283E09CD-EA71-4EB4-9A19-4A23F5D31B60}"/>
          </ac:picMkLst>
        </pc:picChg>
      </pc:sldChg>
      <pc:sldChg chg="addSp delSp modSp add modTransition delAnim modAnim">
        <pc:chgData name="Laurent Corso" userId="0219eb03-2eeb-46d4-b992-439547476408" providerId="ADAL" clId="{A0F51BD3-009B-43FC-9557-D2CE8E3E61C7}" dt="2021-02-11T14:22:09.895" v="3257"/>
        <pc:sldMkLst>
          <pc:docMk/>
          <pc:sldMk cId="4225331060" sldId="613"/>
        </pc:sldMkLst>
        <pc:spChg chg="mod">
          <ac:chgData name="Laurent Corso" userId="0219eb03-2eeb-46d4-b992-439547476408" providerId="ADAL" clId="{A0F51BD3-009B-43FC-9557-D2CE8E3E61C7}" dt="2021-02-11T13:41:30.744" v="1503" actId="6549"/>
          <ac:spMkLst>
            <pc:docMk/>
            <pc:sldMk cId="4225331060" sldId="613"/>
            <ac:spMk id="2" creationId="{CF4E476B-3C01-4083-B78C-33C956FC887A}"/>
          </ac:spMkLst>
        </pc:spChg>
        <pc:spChg chg="del mod">
          <ac:chgData name="Laurent Corso" userId="0219eb03-2eeb-46d4-b992-439547476408" providerId="ADAL" clId="{A0F51BD3-009B-43FC-9557-D2CE8E3E61C7}" dt="2021-02-11T13:43:11.857" v="1552" actId="3680"/>
          <ac:spMkLst>
            <pc:docMk/>
            <pc:sldMk cId="4225331060" sldId="613"/>
            <ac:spMk id="3" creationId="{39E2F93C-59B9-4508-B923-2018151C1D08}"/>
          </ac:spMkLst>
        </pc:spChg>
        <pc:graphicFrameChg chg="add mod modGraphic">
          <ac:chgData name="Laurent Corso" userId="0219eb03-2eeb-46d4-b992-439547476408" providerId="ADAL" clId="{A0F51BD3-009B-43FC-9557-D2CE8E3E61C7}" dt="2021-02-11T14:17:25.580" v="2965" actId="6549"/>
          <ac:graphicFrameMkLst>
            <pc:docMk/>
            <pc:sldMk cId="4225331060" sldId="613"/>
            <ac:graphicFrameMk id="6" creationId="{9BE21F50-2A0C-4CAA-9CF5-806DC9E56DDA}"/>
          </ac:graphicFrameMkLst>
        </pc:graphicFrameChg>
        <pc:picChg chg="del">
          <ac:chgData name="Laurent Corso" userId="0219eb03-2eeb-46d4-b992-439547476408" providerId="ADAL" clId="{A0F51BD3-009B-43FC-9557-D2CE8E3E61C7}" dt="2021-02-11T13:41:33.847" v="1504" actId="478"/>
          <ac:picMkLst>
            <pc:docMk/>
            <pc:sldMk cId="4225331060" sldId="613"/>
            <ac:picMk id="5" creationId="{283E09CD-EA71-4EB4-9A19-4A23F5D31B60}"/>
          </ac:picMkLst>
        </pc:picChg>
      </pc:sldChg>
      <pc:sldChg chg="modSp add del">
        <pc:chgData name="Laurent Corso" userId="0219eb03-2eeb-46d4-b992-439547476408" providerId="ADAL" clId="{A0F51BD3-009B-43FC-9557-D2CE8E3E61C7}" dt="2021-02-11T13:56:53.188" v="2132" actId="2696"/>
        <pc:sldMkLst>
          <pc:docMk/>
          <pc:sldMk cId="253464428" sldId="614"/>
        </pc:sldMkLst>
        <pc:graphicFrameChg chg="modGraphic">
          <ac:chgData name="Laurent Corso" userId="0219eb03-2eeb-46d4-b992-439547476408" providerId="ADAL" clId="{A0F51BD3-009B-43FC-9557-D2CE8E3E61C7}" dt="2021-02-11T13:56:49.538" v="2131" actId="6549"/>
          <ac:graphicFrameMkLst>
            <pc:docMk/>
            <pc:sldMk cId="253464428" sldId="614"/>
            <ac:graphicFrameMk id="6" creationId="{9BE21F50-2A0C-4CAA-9CF5-806DC9E56DDA}"/>
          </ac:graphicFrameMkLst>
        </pc:graphicFrameChg>
      </pc:sldChg>
      <pc:sldChg chg="add del">
        <pc:chgData name="Laurent Corso" userId="0219eb03-2eeb-46d4-b992-439547476408" providerId="ADAL" clId="{A0F51BD3-009B-43FC-9557-D2CE8E3E61C7}" dt="2021-02-11T14:03:19.029" v="2336" actId="2696"/>
        <pc:sldMkLst>
          <pc:docMk/>
          <pc:sldMk cId="2774465954" sldId="614"/>
        </pc:sldMkLst>
      </pc:sldChg>
      <pc:sldChg chg="modSp add modTransition">
        <pc:chgData name="Laurent Corso" userId="0219eb03-2eeb-46d4-b992-439547476408" providerId="ADAL" clId="{A0F51BD3-009B-43FC-9557-D2CE8E3E61C7}" dt="2021-02-11T14:59:31.516" v="4654" actId="113"/>
        <pc:sldMkLst>
          <pc:docMk/>
          <pc:sldMk cId="3650499997" sldId="615"/>
        </pc:sldMkLst>
        <pc:graphicFrameChg chg="mod modGraphic">
          <ac:chgData name="Laurent Corso" userId="0219eb03-2eeb-46d4-b992-439547476408" providerId="ADAL" clId="{A0F51BD3-009B-43FC-9557-D2CE8E3E61C7}" dt="2021-02-11T14:59:31.516" v="4654" actId="113"/>
          <ac:graphicFrameMkLst>
            <pc:docMk/>
            <pc:sldMk cId="3650499997" sldId="615"/>
            <ac:graphicFrameMk id="6" creationId="{9BE21F50-2A0C-4CAA-9CF5-806DC9E56DDA}"/>
          </ac:graphicFrameMkLst>
        </pc:graphicFrameChg>
      </pc:sldChg>
      <pc:sldChg chg="modSp add modTransition modAnim">
        <pc:chgData name="Laurent Corso" userId="0219eb03-2eeb-46d4-b992-439547476408" providerId="ADAL" clId="{A0F51BD3-009B-43FC-9557-D2CE8E3E61C7}" dt="2021-02-11T14:22:09.895" v="3257"/>
        <pc:sldMkLst>
          <pc:docMk/>
          <pc:sldMk cId="1742126571" sldId="616"/>
        </pc:sldMkLst>
        <pc:spChg chg="mod">
          <ac:chgData name="Laurent Corso" userId="0219eb03-2eeb-46d4-b992-439547476408" providerId="ADAL" clId="{A0F51BD3-009B-43FC-9557-D2CE8E3E61C7}" dt="2021-02-11T14:13:18.626" v="2603" actId="121"/>
          <ac:spMkLst>
            <pc:docMk/>
            <pc:sldMk cId="1742126571" sldId="616"/>
            <ac:spMk id="2" creationId="{754996E5-7F37-46CA-9E1B-A034287374E7}"/>
          </ac:spMkLst>
        </pc:spChg>
        <pc:spChg chg="mod">
          <ac:chgData name="Laurent Corso" userId="0219eb03-2eeb-46d4-b992-439547476408" providerId="ADAL" clId="{A0F51BD3-009B-43FC-9557-D2CE8E3E61C7}" dt="2021-02-11T14:21:57.069" v="3256" actId="20577"/>
          <ac:spMkLst>
            <pc:docMk/>
            <pc:sldMk cId="1742126571" sldId="616"/>
            <ac:spMk id="3" creationId="{8128F092-72BA-4D08-909A-5C2AB1100AC0}"/>
          </ac:spMkLst>
        </pc:spChg>
      </pc:sldChg>
      <pc:sldChg chg="addSp delSp modSp">
        <pc:chgData name="Laurent Corso" userId="0219eb03-2eeb-46d4-b992-439547476408" providerId="ADAL" clId="{A0F51BD3-009B-43FC-9557-D2CE8E3E61C7}" dt="2021-02-11T14:59:41.625" v="4657" actId="113"/>
        <pc:sldMkLst>
          <pc:docMk/>
          <pc:sldMk cId="443185781" sldId="617"/>
        </pc:sldMkLst>
        <pc:spChg chg="mod">
          <ac:chgData name="Laurent Corso" userId="0219eb03-2eeb-46d4-b992-439547476408" providerId="ADAL" clId="{A0F51BD3-009B-43FC-9557-D2CE8E3E61C7}" dt="2021-02-11T14:40:41.773" v="3459" actId="20577"/>
          <ac:spMkLst>
            <pc:docMk/>
            <pc:sldMk cId="443185781" sldId="617"/>
            <ac:spMk id="2" creationId="{CF4E476B-3C01-4083-B78C-33C956FC887A}"/>
          </ac:spMkLst>
        </pc:spChg>
        <pc:spChg chg="add del mod">
          <ac:chgData name="Laurent Corso" userId="0219eb03-2eeb-46d4-b992-439547476408" providerId="ADAL" clId="{A0F51BD3-009B-43FC-9557-D2CE8E3E61C7}" dt="2021-02-11T14:39:32.444" v="3435"/>
          <ac:spMkLst>
            <pc:docMk/>
            <pc:sldMk cId="443185781" sldId="617"/>
            <ac:spMk id="3" creationId="{922A22CD-8663-4E88-8311-CFC9A03A2934}"/>
          </ac:spMkLst>
        </pc:spChg>
        <pc:spChg chg="add mod">
          <ac:chgData name="Laurent Corso" userId="0219eb03-2eeb-46d4-b992-439547476408" providerId="ADAL" clId="{A0F51BD3-009B-43FC-9557-D2CE8E3E61C7}" dt="2021-02-11T14:41:00.621" v="3461" actId="1076"/>
          <ac:spMkLst>
            <pc:docMk/>
            <pc:sldMk cId="443185781" sldId="617"/>
            <ac:spMk id="7" creationId="{F295673A-F668-470B-82DB-347297BCC843}"/>
          </ac:spMkLst>
        </pc:spChg>
        <pc:graphicFrameChg chg="mod modGraphic">
          <ac:chgData name="Laurent Corso" userId="0219eb03-2eeb-46d4-b992-439547476408" providerId="ADAL" clId="{A0F51BD3-009B-43FC-9557-D2CE8E3E61C7}" dt="2021-02-11T14:59:41.625" v="4657" actId="113"/>
          <ac:graphicFrameMkLst>
            <pc:docMk/>
            <pc:sldMk cId="443185781" sldId="617"/>
            <ac:graphicFrameMk id="6" creationId="{9BE21F50-2A0C-4CAA-9CF5-806DC9E56DDA}"/>
          </ac:graphicFrameMkLst>
        </pc:graphicFrameChg>
      </pc:sldChg>
      <pc:sldChg chg="modSp modAnim">
        <pc:chgData name="Laurent Corso" userId="0219eb03-2eeb-46d4-b992-439547476408" providerId="ADAL" clId="{A0F51BD3-009B-43FC-9557-D2CE8E3E61C7}" dt="2021-02-11T14:44:56.087" v="3620" actId="5793"/>
        <pc:sldMkLst>
          <pc:docMk/>
          <pc:sldMk cId="569007892" sldId="618"/>
        </pc:sldMkLst>
        <pc:spChg chg="mod">
          <ac:chgData name="Laurent Corso" userId="0219eb03-2eeb-46d4-b992-439547476408" providerId="ADAL" clId="{A0F51BD3-009B-43FC-9557-D2CE8E3E61C7}" dt="2021-02-11T14:40:37.666" v="3458" actId="20577"/>
          <ac:spMkLst>
            <pc:docMk/>
            <pc:sldMk cId="569007892" sldId="618"/>
            <ac:spMk id="2" creationId="{754996E5-7F37-46CA-9E1B-A034287374E7}"/>
          </ac:spMkLst>
        </pc:spChg>
        <pc:spChg chg="mod">
          <ac:chgData name="Laurent Corso" userId="0219eb03-2eeb-46d4-b992-439547476408" providerId="ADAL" clId="{A0F51BD3-009B-43FC-9557-D2CE8E3E61C7}" dt="2021-02-11T14:44:56.087" v="3620" actId="5793"/>
          <ac:spMkLst>
            <pc:docMk/>
            <pc:sldMk cId="569007892" sldId="618"/>
            <ac:spMk id="3" creationId="{8128F092-72BA-4D08-909A-5C2AB1100AC0}"/>
          </ac:spMkLst>
        </pc:spChg>
      </pc:sldChg>
      <pc:sldChg chg="delSp modSp modAnim">
        <pc:chgData name="Laurent Corso" userId="0219eb03-2eeb-46d4-b992-439547476408" providerId="ADAL" clId="{A0F51BD3-009B-43FC-9557-D2CE8E3E61C7}" dt="2021-02-11T14:51:15.140" v="3942"/>
        <pc:sldMkLst>
          <pc:docMk/>
          <pc:sldMk cId="1122649925" sldId="619"/>
        </pc:sldMkLst>
        <pc:spChg chg="mod">
          <ac:chgData name="Laurent Corso" userId="0219eb03-2eeb-46d4-b992-439547476408" providerId="ADAL" clId="{A0F51BD3-009B-43FC-9557-D2CE8E3E61C7}" dt="2021-02-11T14:47:58.908" v="3788" actId="20577"/>
          <ac:spMkLst>
            <pc:docMk/>
            <pc:sldMk cId="1122649925" sldId="619"/>
            <ac:spMk id="2" creationId="{754996E5-7F37-46CA-9E1B-A034287374E7}"/>
          </ac:spMkLst>
        </pc:spChg>
        <pc:spChg chg="mod">
          <ac:chgData name="Laurent Corso" userId="0219eb03-2eeb-46d4-b992-439547476408" providerId="ADAL" clId="{A0F51BD3-009B-43FC-9557-D2CE8E3E61C7}" dt="2021-02-11T14:48:58.747" v="3938" actId="20577"/>
          <ac:spMkLst>
            <pc:docMk/>
            <pc:sldMk cId="1122649925" sldId="619"/>
            <ac:spMk id="3" creationId="{8128F092-72BA-4D08-909A-5C2AB1100AC0}"/>
          </ac:spMkLst>
        </pc:spChg>
        <pc:spChg chg="del">
          <ac:chgData name="Laurent Corso" userId="0219eb03-2eeb-46d4-b992-439547476408" providerId="ADAL" clId="{A0F51BD3-009B-43FC-9557-D2CE8E3E61C7}" dt="2021-02-11T14:51:15.140" v="3942"/>
          <ac:spMkLst>
            <pc:docMk/>
            <pc:sldMk cId="1122649925" sldId="619"/>
            <ac:spMk id="5" creationId="{C147064B-C1AC-44B5-8AA2-BB95B69A25E3}"/>
          </ac:spMkLst>
        </pc:spChg>
      </pc:sldChg>
      <pc:sldChg chg="modSp add modAnim">
        <pc:chgData name="Laurent Corso" userId="0219eb03-2eeb-46d4-b992-439547476408" providerId="ADAL" clId="{A0F51BD3-009B-43FC-9557-D2CE8E3E61C7}" dt="2021-02-11T14:57:26.201" v="4639" actId="20578"/>
        <pc:sldMkLst>
          <pc:docMk/>
          <pc:sldMk cId="1797553680" sldId="620"/>
        </pc:sldMkLst>
        <pc:spChg chg="mod">
          <ac:chgData name="Laurent Corso" userId="0219eb03-2eeb-46d4-b992-439547476408" providerId="ADAL" clId="{A0F51BD3-009B-43FC-9557-D2CE8E3E61C7}" dt="2021-02-11T14:51:48.185" v="3982" actId="6549"/>
          <ac:spMkLst>
            <pc:docMk/>
            <pc:sldMk cId="1797553680" sldId="620"/>
            <ac:spMk id="2" creationId="{754996E5-7F37-46CA-9E1B-A034287374E7}"/>
          </ac:spMkLst>
        </pc:spChg>
        <pc:spChg chg="mod">
          <ac:chgData name="Laurent Corso" userId="0219eb03-2eeb-46d4-b992-439547476408" providerId="ADAL" clId="{A0F51BD3-009B-43FC-9557-D2CE8E3E61C7}" dt="2021-02-11T14:57:23.652" v="4638" actId="20578"/>
          <ac:spMkLst>
            <pc:docMk/>
            <pc:sldMk cId="1797553680" sldId="620"/>
            <ac:spMk id="3" creationId="{8128F092-72BA-4D08-909A-5C2AB1100AC0}"/>
          </ac:spMkLst>
        </pc:spChg>
      </pc:sldChg>
      <pc:sldChg chg="modSp add modAnim">
        <pc:chgData name="Laurent Corso" userId="0219eb03-2eeb-46d4-b992-439547476408" providerId="ADAL" clId="{A0F51BD3-009B-43FC-9557-D2CE8E3E61C7}" dt="2021-02-11T15:06:38.509" v="5098" actId="179"/>
        <pc:sldMkLst>
          <pc:docMk/>
          <pc:sldMk cId="973729158" sldId="621"/>
        </pc:sldMkLst>
        <pc:spChg chg="mod">
          <ac:chgData name="Laurent Corso" userId="0219eb03-2eeb-46d4-b992-439547476408" providerId="ADAL" clId="{A0F51BD3-009B-43FC-9557-D2CE8E3E61C7}" dt="2021-02-11T15:06:38.509" v="5098" actId="179"/>
          <ac:spMkLst>
            <pc:docMk/>
            <pc:sldMk cId="973729158" sldId="621"/>
            <ac:spMk id="3" creationId="{8128F092-72BA-4D08-909A-5C2AB1100AC0}"/>
          </ac:spMkLst>
        </pc:spChg>
      </pc:sldChg>
      <pc:sldChg chg="modSp add modAnim">
        <pc:chgData name="Laurent Corso" userId="0219eb03-2eeb-46d4-b992-439547476408" providerId="ADAL" clId="{A0F51BD3-009B-43FC-9557-D2CE8E3E61C7}" dt="2021-02-11T15:07:10.156" v="5110" actId="20577"/>
        <pc:sldMkLst>
          <pc:docMk/>
          <pc:sldMk cId="3003341167" sldId="622"/>
        </pc:sldMkLst>
        <pc:spChg chg="mod">
          <ac:chgData name="Laurent Corso" userId="0219eb03-2eeb-46d4-b992-439547476408" providerId="ADAL" clId="{A0F51BD3-009B-43FC-9557-D2CE8E3E61C7}" dt="2021-02-11T15:01:12.049" v="4669" actId="20577"/>
          <ac:spMkLst>
            <pc:docMk/>
            <pc:sldMk cId="3003341167" sldId="622"/>
            <ac:spMk id="2" creationId="{754996E5-7F37-46CA-9E1B-A034287374E7}"/>
          </ac:spMkLst>
        </pc:spChg>
        <pc:spChg chg="mod">
          <ac:chgData name="Laurent Corso" userId="0219eb03-2eeb-46d4-b992-439547476408" providerId="ADAL" clId="{A0F51BD3-009B-43FC-9557-D2CE8E3E61C7}" dt="2021-02-11T15:07:10.156" v="5110" actId="20577"/>
          <ac:spMkLst>
            <pc:docMk/>
            <pc:sldMk cId="3003341167" sldId="622"/>
            <ac:spMk id="3" creationId="{8128F092-72BA-4D08-909A-5C2AB1100AC0}"/>
          </ac:spMkLst>
        </pc:spChg>
      </pc:sldChg>
    </pc:docChg>
  </pc:docChgLst>
  <pc:docChgLst>
    <pc:chgData name="Jerome Martini" userId="cf445fd1-bb94-431f-9d69-de636e77a98d" providerId="ADAL" clId="{F2D11314-B01E-4171-869D-F9802F6A1026}"/>
    <pc:docChg chg="undo custSel delSld modSld">
      <pc:chgData name="Jerome Martini" userId="cf445fd1-bb94-431f-9d69-de636e77a98d" providerId="ADAL" clId="{F2D11314-B01E-4171-869D-F9802F6A1026}" dt="2022-05-31T13:35:01.031" v="123" actId="20577"/>
      <pc:docMkLst>
        <pc:docMk/>
      </pc:docMkLst>
      <pc:sldChg chg="modSp mod">
        <pc:chgData name="Jerome Martini" userId="cf445fd1-bb94-431f-9d69-de636e77a98d" providerId="ADAL" clId="{F2D11314-B01E-4171-869D-F9802F6A1026}" dt="2022-05-31T13:34:11.024" v="122" actId="20577"/>
        <pc:sldMkLst>
          <pc:docMk/>
          <pc:sldMk cId="2621890838" sldId="583"/>
        </pc:sldMkLst>
        <pc:spChg chg="mod">
          <ac:chgData name="Jerome Martini" userId="cf445fd1-bb94-431f-9d69-de636e77a98d" providerId="ADAL" clId="{F2D11314-B01E-4171-869D-F9802F6A1026}" dt="2022-05-31T13:34:11.024" v="122" actId="20577"/>
          <ac:spMkLst>
            <pc:docMk/>
            <pc:sldMk cId="2621890838" sldId="583"/>
            <ac:spMk id="8" creationId="{595B5E16-32E6-4654-8C6C-452AF69E9593}"/>
          </ac:spMkLst>
        </pc:spChg>
      </pc:sldChg>
      <pc:sldChg chg="modSp mod">
        <pc:chgData name="Jerome Martini" userId="cf445fd1-bb94-431f-9d69-de636e77a98d" providerId="ADAL" clId="{F2D11314-B01E-4171-869D-F9802F6A1026}" dt="2022-05-31T13:33:44.598" v="102" actId="20577"/>
        <pc:sldMkLst>
          <pc:docMk/>
          <pc:sldMk cId="1012446659" sldId="584"/>
        </pc:sldMkLst>
        <pc:spChg chg="mod">
          <ac:chgData name="Jerome Martini" userId="cf445fd1-bb94-431f-9d69-de636e77a98d" providerId="ADAL" clId="{F2D11314-B01E-4171-869D-F9802F6A1026}" dt="2022-05-31T13:33:44.598" v="102" actId="20577"/>
          <ac:spMkLst>
            <pc:docMk/>
            <pc:sldMk cId="1012446659" sldId="584"/>
            <ac:spMk id="6" creationId="{E7D18300-68D2-4078-A74A-ABDA6219BF3B}"/>
          </ac:spMkLst>
        </pc:spChg>
      </pc:sldChg>
      <pc:sldChg chg="del">
        <pc:chgData name="Jerome Martini" userId="cf445fd1-bb94-431f-9d69-de636e77a98d" providerId="ADAL" clId="{F2D11314-B01E-4171-869D-F9802F6A1026}" dt="2022-05-31T13:32:38.556" v="56" actId="47"/>
        <pc:sldMkLst>
          <pc:docMk/>
          <pc:sldMk cId="1797553680" sldId="620"/>
        </pc:sldMkLst>
      </pc:sldChg>
      <pc:sldChg chg="delSp modSp del mod delAnim">
        <pc:chgData name="Jerome Martini" userId="cf445fd1-bb94-431f-9d69-de636e77a98d" providerId="ADAL" clId="{F2D11314-B01E-4171-869D-F9802F6A1026}" dt="2022-05-31T13:29:47.345" v="15" actId="20577"/>
        <pc:sldMkLst>
          <pc:docMk/>
          <pc:sldMk cId="2462533598" sldId="633"/>
        </pc:sldMkLst>
        <pc:spChg chg="del">
          <ac:chgData name="Jerome Martini" userId="cf445fd1-bb94-431f-9d69-de636e77a98d" providerId="ADAL" clId="{F2D11314-B01E-4171-869D-F9802F6A1026}" dt="2022-05-31T13:29:20.132" v="5" actId="478"/>
          <ac:spMkLst>
            <pc:docMk/>
            <pc:sldMk cId="2462533598" sldId="633"/>
            <ac:spMk id="6" creationId="{2515CECD-0E07-4F21-BBEF-C7E6E9FCD4C4}"/>
          </ac:spMkLst>
        </pc:spChg>
        <pc:spChg chg="del">
          <ac:chgData name="Jerome Martini" userId="cf445fd1-bb94-431f-9d69-de636e77a98d" providerId="ADAL" clId="{F2D11314-B01E-4171-869D-F9802F6A1026}" dt="2022-05-31T13:29:11.019" v="4" actId="478"/>
          <ac:spMkLst>
            <pc:docMk/>
            <pc:sldMk cId="2462533598" sldId="633"/>
            <ac:spMk id="7" creationId="{87F7F7AD-8116-4EAD-8C23-FC9C6033C239}"/>
          </ac:spMkLst>
        </pc:spChg>
        <pc:spChg chg="del">
          <ac:chgData name="Jerome Martini" userId="cf445fd1-bb94-431f-9d69-de636e77a98d" providerId="ADAL" clId="{F2D11314-B01E-4171-869D-F9802F6A1026}" dt="2022-05-31T13:29:20.132" v="5" actId="478"/>
          <ac:spMkLst>
            <pc:docMk/>
            <pc:sldMk cId="2462533598" sldId="633"/>
            <ac:spMk id="8" creationId="{F541914A-5E50-4AE4-9668-E3E3EE7FF47F}"/>
          </ac:spMkLst>
        </pc:spChg>
        <pc:spChg chg="del">
          <ac:chgData name="Jerome Martini" userId="cf445fd1-bb94-431f-9d69-de636e77a98d" providerId="ADAL" clId="{F2D11314-B01E-4171-869D-F9802F6A1026}" dt="2022-05-31T13:29:20.132" v="5" actId="478"/>
          <ac:spMkLst>
            <pc:docMk/>
            <pc:sldMk cId="2462533598" sldId="633"/>
            <ac:spMk id="9" creationId="{1ECCB281-C564-411C-B2EA-3F5A221E1246}"/>
          </ac:spMkLst>
        </pc:spChg>
        <pc:spChg chg="del">
          <ac:chgData name="Jerome Martini" userId="cf445fd1-bb94-431f-9d69-de636e77a98d" providerId="ADAL" clId="{F2D11314-B01E-4171-869D-F9802F6A1026}" dt="2022-05-31T13:29:20.132" v="5" actId="478"/>
          <ac:spMkLst>
            <pc:docMk/>
            <pc:sldMk cId="2462533598" sldId="633"/>
            <ac:spMk id="10" creationId="{1BCC5FDD-3D9C-4B8F-89C1-E266B9B6FDAD}"/>
          </ac:spMkLst>
        </pc:spChg>
        <pc:spChg chg="del">
          <ac:chgData name="Jerome Martini" userId="cf445fd1-bb94-431f-9d69-de636e77a98d" providerId="ADAL" clId="{F2D11314-B01E-4171-869D-F9802F6A1026}" dt="2022-05-31T13:29:20.132" v="5" actId="478"/>
          <ac:spMkLst>
            <pc:docMk/>
            <pc:sldMk cId="2462533598" sldId="633"/>
            <ac:spMk id="11" creationId="{116F7268-46AD-45DC-8F56-A335DCF3B39D}"/>
          </ac:spMkLst>
        </pc:spChg>
        <pc:spChg chg="del">
          <ac:chgData name="Jerome Martini" userId="cf445fd1-bb94-431f-9d69-de636e77a98d" providerId="ADAL" clId="{F2D11314-B01E-4171-869D-F9802F6A1026}" dt="2022-05-31T13:29:20.132" v="5" actId="478"/>
          <ac:spMkLst>
            <pc:docMk/>
            <pc:sldMk cId="2462533598" sldId="633"/>
            <ac:spMk id="12" creationId="{7A7679AA-1A1C-46C2-B13D-F505AA5A3715}"/>
          </ac:spMkLst>
        </pc:spChg>
        <pc:spChg chg="del">
          <ac:chgData name="Jerome Martini" userId="cf445fd1-bb94-431f-9d69-de636e77a98d" providerId="ADAL" clId="{F2D11314-B01E-4171-869D-F9802F6A1026}" dt="2022-05-31T13:29:20.132" v="5" actId="478"/>
          <ac:spMkLst>
            <pc:docMk/>
            <pc:sldMk cId="2462533598" sldId="633"/>
            <ac:spMk id="13" creationId="{A0D8D829-1CEB-469D-A390-197AD2579D20}"/>
          </ac:spMkLst>
        </pc:spChg>
        <pc:spChg chg="del">
          <ac:chgData name="Jerome Martini" userId="cf445fd1-bb94-431f-9d69-de636e77a98d" providerId="ADAL" clId="{F2D11314-B01E-4171-869D-F9802F6A1026}" dt="2022-05-31T13:29:20.132" v="5" actId="478"/>
          <ac:spMkLst>
            <pc:docMk/>
            <pc:sldMk cId="2462533598" sldId="633"/>
            <ac:spMk id="14" creationId="{CE910C22-0336-490F-8E5E-A4E236DC4096}"/>
          </ac:spMkLst>
        </pc:spChg>
        <pc:spChg chg="del">
          <ac:chgData name="Jerome Martini" userId="cf445fd1-bb94-431f-9d69-de636e77a98d" providerId="ADAL" clId="{F2D11314-B01E-4171-869D-F9802F6A1026}" dt="2022-05-31T13:29:20.132" v="5" actId="478"/>
          <ac:spMkLst>
            <pc:docMk/>
            <pc:sldMk cId="2462533598" sldId="633"/>
            <ac:spMk id="15" creationId="{EC067A77-C400-474F-8B5E-2F9035E71261}"/>
          </ac:spMkLst>
        </pc:spChg>
        <pc:graphicFrameChg chg="modGraphic">
          <ac:chgData name="Jerome Martini" userId="cf445fd1-bb94-431f-9d69-de636e77a98d" providerId="ADAL" clId="{F2D11314-B01E-4171-869D-F9802F6A1026}" dt="2022-05-31T13:29:47.345" v="15" actId="20577"/>
          <ac:graphicFrameMkLst>
            <pc:docMk/>
            <pc:sldMk cId="2462533598" sldId="633"/>
            <ac:graphicFrameMk id="5" creationId="{ABE849C1-995E-4A1D-9423-A9A25241C141}"/>
          </ac:graphicFrameMkLst>
        </pc:graphicFrameChg>
      </pc:sldChg>
      <pc:sldChg chg="addSp delSp modSp del mod addAnim delAnim">
        <pc:chgData name="Jerome Martini" userId="cf445fd1-bb94-431f-9d69-de636e77a98d" providerId="ADAL" clId="{F2D11314-B01E-4171-869D-F9802F6A1026}" dt="2022-05-31T13:30:50.772" v="28" actId="20577"/>
        <pc:sldMkLst>
          <pc:docMk/>
          <pc:sldMk cId="2917881818" sldId="646"/>
        </pc:sldMkLst>
        <pc:spChg chg="add del">
          <ac:chgData name="Jerome Martini" userId="cf445fd1-bb94-431f-9d69-de636e77a98d" providerId="ADAL" clId="{F2D11314-B01E-4171-869D-F9802F6A1026}" dt="2022-05-31T13:30:21.880" v="18" actId="478"/>
          <ac:spMkLst>
            <pc:docMk/>
            <pc:sldMk cId="2917881818" sldId="646"/>
            <ac:spMk id="6" creationId="{C1C2973C-C47A-4587-BBB6-13394A3A5B24}"/>
          </ac:spMkLst>
        </pc:spChg>
        <pc:spChg chg="add del">
          <ac:chgData name="Jerome Martini" userId="cf445fd1-bb94-431f-9d69-de636e77a98d" providerId="ADAL" clId="{F2D11314-B01E-4171-869D-F9802F6A1026}" dt="2022-05-31T13:30:21.880" v="18" actId="478"/>
          <ac:spMkLst>
            <pc:docMk/>
            <pc:sldMk cId="2917881818" sldId="646"/>
            <ac:spMk id="7" creationId="{F4707054-7CF1-4664-AEDC-D26DA07F8C0C}"/>
          </ac:spMkLst>
        </pc:spChg>
        <pc:spChg chg="add del">
          <ac:chgData name="Jerome Martini" userId="cf445fd1-bb94-431f-9d69-de636e77a98d" providerId="ADAL" clId="{F2D11314-B01E-4171-869D-F9802F6A1026}" dt="2022-05-31T13:30:21.880" v="18" actId="478"/>
          <ac:spMkLst>
            <pc:docMk/>
            <pc:sldMk cId="2917881818" sldId="646"/>
            <ac:spMk id="8" creationId="{9FC44BFF-B02E-4842-8402-F9226E03A37F}"/>
          </ac:spMkLst>
        </pc:spChg>
        <pc:spChg chg="add del">
          <ac:chgData name="Jerome Martini" userId="cf445fd1-bb94-431f-9d69-de636e77a98d" providerId="ADAL" clId="{F2D11314-B01E-4171-869D-F9802F6A1026}" dt="2022-05-31T13:30:21.880" v="18" actId="478"/>
          <ac:spMkLst>
            <pc:docMk/>
            <pc:sldMk cId="2917881818" sldId="646"/>
            <ac:spMk id="9" creationId="{7B7394E6-9853-463E-A798-17AA7368A23D}"/>
          </ac:spMkLst>
        </pc:spChg>
        <pc:spChg chg="add del">
          <ac:chgData name="Jerome Martini" userId="cf445fd1-bb94-431f-9d69-de636e77a98d" providerId="ADAL" clId="{F2D11314-B01E-4171-869D-F9802F6A1026}" dt="2022-05-31T13:30:21.880" v="18" actId="478"/>
          <ac:spMkLst>
            <pc:docMk/>
            <pc:sldMk cId="2917881818" sldId="646"/>
            <ac:spMk id="10" creationId="{7DD2D254-E303-443C-B6C7-694572AB58D6}"/>
          </ac:spMkLst>
        </pc:spChg>
        <pc:spChg chg="add del">
          <ac:chgData name="Jerome Martini" userId="cf445fd1-bb94-431f-9d69-de636e77a98d" providerId="ADAL" clId="{F2D11314-B01E-4171-869D-F9802F6A1026}" dt="2022-05-31T13:30:21.880" v="18" actId="478"/>
          <ac:spMkLst>
            <pc:docMk/>
            <pc:sldMk cId="2917881818" sldId="646"/>
            <ac:spMk id="11" creationId="{064E5426-E2CA-49F4-8442-4CCED4844E7B}"/>
          </ac:spMkLst>
        </pc:spChg>
        <pc:spChg chg="add del">
          <ac:chgData name="Jerome Martini" userId="cf445fd1-bb94-431f-9d69-de636e77a98d" providerId="ADAL" clId="{F2D11314-B01E-4171-869D-F9802F6A1026}" dt="2022-05-31T13:30:21.880" v="18" actId="478"/>
          <ac:spMkLst>
            <pc:docMk/>
            <pc:sldMk cId="2917881818" sldId="646"/>
            <ac:spMk id="12" creationId="{C35BA335-51ED-4FE4-94CD-DBF84CC474D5}"/>
          </ac:spMkLst>
        </pc:spChg>
        <pc:spChg chg="add del">
          <ac:chgData name="Jerome Martini" userId="cf445fd1-bb94-431f-9d69-de636e77a98d" providerId="ADAL" clId="{F2D11314-B01E-4171-869D-F9802F6A1026}" dt="2022-05-31T13:30:21.880" v="18" actId="478"/>
          <ac:spMkLst>
            <pc:docMk/>
            <pc:sldMk cId="2917881818" sldId="646"/>
            <ac:spMk id="13" creationId="{37C85C61-41AB-4AE4-9781-E4D3739D73E7}"/>
          </ac:spMkLst>
        </pc:spChg>
        <pc:spChg chg="add del">
          <ac:chgData name="Jerome Martini" userId="cf445fd1-bb94-431f-9d69-de636e77a98d" providerId="ADAL" clId="{F2D11314-B01E-4171-869D-F9802F6A1026}" dt="2022-05-31T13:30:21.880" v="18" actId="478"/>
          <ac:spMkLst>
            <pc:docMk/>
            <pc:sldMk cId="2917881818" sldId="646"/>
            <ac:spMk id="14" creationId="{B7C0B4DF-12BE-42AD-B839-DB5BFD51C482}"/>
          </ac:spMkLst>
        </pc:spChg>
        <pc:spChg chg="add del">
          <ac:chgData name="Jerome Martini" userId="cf445fd1-bb94-431f-9d69-de636e77a98d" providerId="ADAL" clId="{F2D11314-B01E-4171-869D-F9802F6A1026}" dt="2022-05-31T13:30:21.880" v="18" actId="478"/>
          <ac:spMkLst>
            <pc:docMk/>
            <pc:sldMk cId="2917881818" sldId="646"/>
            <ac:spMk id="15" creationId="{5A014DBF-122C-465E-9292-6C3D2EF11C93}"/>
          </ac:spMkLst>
        </pc:spChg>
        <pc:graphicFrameChg chg="add del modGraphic">
          <ac:chgData name="Jerome Martini" userId="cf445fd1-bb94-431f-9d69-de636e77a98d" providerId="ADAL" clId="{F2D11314-B01E-4171-869D-F9802F6A1026}" dt="2022-05-31T13:30:50.772" v="28" actId="20577"/>
          <ac:graphicFrameMkLst>
            <pc:docMk/>
            <pc:sldMk cId="2917881818" sldId="646"/>
            <ac:graphicFrameMk id="5" creationId="{ABE849C1-995E-4A1D-9423-A9A25241C141}"/>
          </ac:graphicFrameMkLst>
        </pc:graphicFrameChg>
      </pc:sldChg>
      <pc:sldChg chg="delSp modSp mod delAnim">
        <pc:chgData name="Jerome Martini" userId="cf445fd1-bb94-431f-9d69-de636e77a98d" providerId="ADAL" clId="{F2D11314-B01E-4171-869D-F9802F6A1026}" dt="2022-05-31T13:31:32.826" v="41" actId="20577"/>
        <pc:sldMkLst>
          <pc:docMk/>
          <pc:sldMk cId="29619879" sldId="647"/>
        </pc:sldMkLst>
        <pc:spChg chg="del">
          <ac:chgData name="Jerome Martini" userId="cf445fd1-bb94-431f-9d69-de636e77a98d" providerId="ADAL" clId="{F2D11314-B01E-4171-869D-F9802F6A1026}" dt="2022-05-31T13:31:00.738" v="29" actId="478"/>
          <ac:spMkLst>
            <pc:docMk/>
            <pc:sldMk cId="29619879" sldId="647"/>
            <ac:spMk id="6" creationId="{40428CBA-F1C0-4AE4-A813-89E3BFF11C2F}"/>
          </ac:spMkLst>
        </pc:spChg>
        <pc:spChg chg="del">
          <ac:chgData name="Jerome Martini" userId="cf445fd1-bb94-431f-9d69-de636e77a98d" providerId="ADAL" clId="{F2D11314-B01E-4171-869D-F9802F6A1026}" dt="2022-05-31T13:31:00.738" v="29" actId="478"/>
          <ac:spMkLst>
            <pc:docMk/>
            <pc:sldMk cId="29619879" sldId="647"/>
            <ac:spMk id="7" creationId="{BBF3A22D-1C2C-47E4-8E85-52A69C8D3355}"/>
          </ac:spMkLst>
        </pc:spChg>
        <pc:spChg chg="del">
          <ac:chgData name="Jerome Martini" userId="cf445fd1-bb94-431f-9d69-de636e77a98d" providerId="ADAL" clId="{F2D11314-B01E-4171-869D-F9802F6A1026}" dt="2022-05-31T13:31:00.738" v="29" actId="478"/>
          <ac:spMkLst>
            <pc:docMk/>
            <pc:sldMk cId="29619879" sldId="647"/>
            <ac:spMk id="8" creationId="{F6B8EF91-240A-4F75-9888-DB5268B7C475}"/>
          </ac:spMkLst>
        </pc:spChg>
        <pc:spChg chg="del">
          <ac:chgData name="Jerome Martini" userId="cf445fd1-bb94-431f-9d69-de636e77a98d" providerId="ADAL" clId="{F2D11314-B01E-4171-869D-F9802F6A1026}" dt="2022-05-31T13:31:00.738" v="29" actId="478"/>
          <ac:spMkLst>
            <pc:docMk/>
            <pc:sldMk cId="29619879" sldId="647"/>
            <ac:spMk id="9" creationId="{850346B5-2930-48B1-A9F5-6A7A2F9539D4}"/>
          </ac:spMkLst>
        </pc:spChg>
        <pc:spChg chg="del">
          <ac:chgData name="Jerome Martini" userId="cf445fd1-bb94-431f-9d69-de636e77a98d" providerId="ADAL" clId="{F2D11314-B01E-4171-869D-F9802F6A1026}" dt="2022-05-31T13:31:00.738" v="29" actId="478"/>
          <ac:spMkLst>
            <pc:docMk/>
            <pc:sldMk cId="29619879" sldId="647"/>
            <ac:spMk id="10" creationId="{570E5939-F0ED-423B-87D7-C74ECD49AD89}"/>
          </ac:spMkLst>
        </pc:spChg>
        <pc:spChg chg="del">
          <ac:chgData name="Jerome Martini" userId="cf445fd1-bb94-431f-9d69-de636e77a98d" providerId="ADAL" clId="{F2D11314-B01E-4171-869D-F9802F6A1026}" dt="2022-05-31T13:31:00.738" v="29" actId="478"/>
          <ac:spMkLst>
            <pc:docMk/>
            <pc:sldMk cId="29619879" sldId="647"/>
            <ac:spMk id="11" creationId="{248DEF95-90AA-4723-A042-A485348D40D8}"/>
          </ac:spMkLst>
        </pc:spChg>
        <pc:spChg chg="del">
          <ac:chgData name="Jerome Martini" userId="cf445fd1-bb94-431f-9d69-de636e77a98d" providerId="ADAL" clId="{F2D11314-B01E-4171-869D-F9802F6A1026}" dt="2022-05-31T13:31:00.738" v="29" actId="478"/>
          <ac:spMkLst>
            <pc:docMk/>
            <pc:sldMk cId="29619879" sldId="647"/>
            <ac:spMk id="12" creationId="{4308A351-AF7D-4CCB-9155-3AA360203C21}"/>
          </ac:spMkLst>
        </pc:spChg>
        <pc:spChg chg="del">
          <ac:chgData name="Jerome Martini" userId="cf445fd1-bb94-431f-9d69-de636e77a98d" providerId="ADAL" clId="{F2D11314-B01E-4171-869D-F9802F6A1026}" dt="2022-05-31T13:31:00.738" v="29" actId="478"/>
          <ac:spMkLst>
            <pc:docMk/>
            <pc:sldMk cId="29619879" sldId="647"/>
            <ac:spMk id="13" creationId="{D45D9BC0-B731-4D80-9695-0A40D7C3282A}"/>
          </ac:spMkLst>
        </pc:spChg>
        <pc:spChg chg="del">
          <ac:chgData name="Jerome Martini" userId="cf445fd1-bb94-431f-9d69-de636e77a98d" providerId="ADAL" clId="{F2D11314-B01E-4171-869D-F9802F6A1026}" dt="2022-05-31T13:31:00.738" v="29" actId="478"/>
          <ac:spMkLst>
            <pc:docMk/>
            <pc:sldMk cId="29619879" sldId="647"/>
            <ac:spMk id="14" creationId="{FF871E7F-D0EC-4B2F-A08E-B1E6EEF95018}"/>
          </ac:spMkLst>
        </pc:spChg>
        <pc:spChg chg="del">
          <ac:chgData name="Jerome Martini" userId="cf445fd1-bb94-431f-9d69-de636e77a98d" providerId="ADAL" clId="{F2D11314-B01E-4171-869D-F9802F6A1026}" dt="2022-05-31T13:31:00.738" v="29" actId="478"/>
          <ac:spMkLst>
            <pc:docMk/>
            <pc:sldMk cId="29619879" sldId="647"/>
            <ac:spMk id="15" creationId="{854A3681-1D47-4FA4-A0FB-7E348D9CE7B4}"/>
          </ac:spMkLst>
        </pc:spChg>
        <pc:graphicFrameChg chg="modGraphic">
          <ac:chgData name="Jerome Martini" userId="cf445fd1-bb94-431f-9d69-de636e77a98d" providerId="ADAL" clId="{F2D11314-B01E-4171-869D-F9802F6A1026}" dt="2022-05-31T13:31:32.826" v="41" actId="20577"/>
          <ac:graphicFrameMkLst>
            <pc:docMk/>
            <pc:sldMk cId="29619879" sldId="647"/>
            <ac:graphicFrameMk id="5" creationId="{ABE849C1-995E-4A1D-9423-A9A25241C141}"/>
          </ac:graphicFrameMkLst>
        </pc:graphicFrameChg>
      </pc:sldChg>
      <pc:sldChg chg="addSp delSp modSp mod delAnim modAnim">
        <pc:chgData name="Jerome Martini" userId="cf445fd1-bb94-431f-9d69-de636e77a98d" providerId="ADAL" clId="{F2D11314-B01E-4171-869D-F9802F6A1026}" dt="2022-05-31T13:32:23.642" v="55" actId="20577"/>
        <pc:sldMkLst>
          <pc:docMk/>
          <pc:sldMk cId="3979896140" sldId="657"/>
        </pc:sldMkLst>
        <pc:spChg chg="del">
          <ac:chgData name="Jerome Martini" userId="cf445fd1-bb94-431f-9d69-de636e77a98d" providerId="ADAL" clId="{F2D11314-B01E-4171-869D-F9802F6A1026}" dt="2022-05-31T13:31:53.544" v="44" actId="478"/>
          <ac:spMkLst>
            <pc:docMk/>
            <pc:sldMk cId="3979896140" sldId="657"/>
            <ac:spMk id="6" creationId="{BC6C11B5-9A0C-4C26-AE90-96B3B6C5359E}"/>
          </ac:spMkLst>
        </pc:spChg>
        <pc:spChg chg="del">
          <ac:chgData name="Jerome Martini" userId="cf445fd1-bb94-431f-9d69-de636e77a98d" providerId="ADAL" clId="{F2D11314-B01E-4171-869D-F9802F6A1026}" dt="2022-05-31T13:31:53.544" v="44" actId="478"/>
          <ac:spMkLst>
            <pc:docMk/>
            <pc:sldMk cId="3979896140" sldId="657"/>
            <ac:spMk id="7" creationId="{54DAF72C-FA6D-4B3F-9DD9-F0D63341D87B}"/>
          </ac:spMkLst>
        </pc:spChg>
        <pc:spChg chg="del">
          <ac:chgData name="Jerome Martini" userId="cf445fd1-bb94-431f-9d69-de636e77a98d" providerId="ADAL" clId="{F2D11314-B01E-4171-869D-F9802F6A1026}" dt="2022-05-31T13:31:53.544" v="44" actId="478"/>
          <ac:spMkLst>
            <pc:docMk/>
            <pc:sldMk cId="3979896140" sldId="657"/>
            <ac:spMk id="8" creationId="{70E4EF0C-74BD-4DFE-9ED8-428D1BD62839}"/>
          </ac:spMkLst>
        </pc:spChg>
        <pc:spChg chg="del">
          <ac:chgData name="Jerome Martini" userId="cf445fd1-bb94-431f-9d69-de636e77a98d" providerId="ADAL" clId="{F2D11314-B01E-4171-869D-F9802F6A1026}" dt="2022-05-31T13:31:53.544" v="44" actId="478"/>
          <ac:spMkLst>
            <pc:docMk/>
            <pc:sldMk cId="3979896140" sldId="657"/>
            <ac:spMk id="9" creationId="{0CB2B30C-F931-4F3C-A9D5-200306631564}"/>
          </ac:spMkLst>
        </pc:spChg>
        <pc:spChg chg="del">
          <ac:chgData name="Jerome Martini" userId="cf445fd1-bb94-431f-9d69-de636e77a98d" providerId="ADAL" clId="{F2D11314-B01E-4171-869D-F9802F6A1026}" dt="2022-05-31T13:31:53.544" v="44" actId="478"/>
          <ac:spMkLst>
            <pc:docMk/>
            <pc:sldMk cId="3979896140" sldId="657"/>
            <ac:spMk id="10" creationId="{016E008E-7608-477C-B36B-90EAB2452296}"/>
          </ac:spMkLst>
        </pc:spChg>
        <pc:spChg chg="del">
          <ac:chgData name="Jerome Martini" userId="cf445fd1-bb94-431f-9d69-de636e77a98d" providerId="ADAL" clId="{F2D11314-B01E-4171-869D-F9802F6A1026}" dt="2022-05-31T13:31:53.544" v="44" actId="478"/>
          <ac:spMkLst>
            <pc:docMk/>
            <pc:sldMk cId="3979896140" sldId="657"/>
            <ac:spMk id="11" creationId="{BC26F20C-11B7-492A-AB50-D0D53E56547D}"/>
          </ac:spMkLst>
        </pc:spChg>
        <pc:spChg chg="del">
          <ac:chgData name="Jerome Martini" userId="cf445fd1-bb94-431f-9d69-de636e77a98d" providerId="ADAL" clId="{F2D11314-B01E-4171-869D-F9802F6A1026}" dt="2022-05-31T13:31:53.544" v="44" actId="478"/>
          <ac:spMkLst>
            <pc:docMk/>
            <pc:sldMk cId="3979896140" sldId="657"/>
            <ac:spMk id="12" creationId="{05436EEB-AAC7-4407-95BB-F4DE1C7DF8A2}"/>
          </ac:spMkLst>
        </pc:spChg>
        <pc:spChg chg="del">
          <ac:chgData name="Jerome Martini" userId="cf445fd1-bb94-431f-9d69-de636e77a98d" providerId="ADAL" clId="{F2D11314-B01E-4171-869D-F9802F6A1026}" dt="2022-05-31T13:31:46.328" v="43" actId="478"/>
          <ac:spMkLst>
            <pc:docMk/>
            <pc:sldMk cId="3979896140" sldId="657"/>
            <ac:spMk id="13" creationId="{6E9A19AB-898D-4C20-9996-1940BB6BE11F}"/>
          </ac:spMkLst>
        </pc:spChg>
        <pc:spChg chg="del">
          <ac:chgData name="Jerome Martini" userId="cf445fd1-bb94-431f-9d69-de636e77a98d" providerId="ADAL" clId="{F2D11314-B01E-4171-869D-F9802F6A1026}" dt="2022-05-31T13:31:46.328" v="43" actId="478"/>
          <ac:spMkLst>
            <pc:docMk/>
            <pc:sldMk cId="3979896140" sldId="657"/>
            <ac:spMk id="14" creationId="{8AB26D55-5B88-4274-A7E6-90CE21AAF644}"/>
          </ac:spMkLst>
        </pc:spChg>
        <pc:spChg chg="del">
          <ac:chgData name="Jerome Martini" userId="cf445fd1-bb94-431f-9d69-de636e77a98d" providerId="ADAL" clId="{F2D11314-B01E-4171-869D-F9802F6A1026}" dt="2022-05-31T13:31:46.328" v="43" actId="478"/>
          <ac:spMkLst>
            <pc:docMk/>
            <pc:sldMk cId="3979896140" sldId="657"/>
            <ac:spMk id="15" creationId="{C0F31A00-B7F0-4AC5-BB29-EE149C9E95CF}"/>
          </ac:spMkLst>
        </pc:spChg>
        <pc:spChg chg="add del mod">
          <ac:chgData name="Jerome Martini" userId="cf445fd1-bb94-431f-9d69-de636e77a98d" providerId="ADAL" clId="{F2D11314-B01E-4171-869D-F9802F6A1026}" dt="2022-05-31T13:31:46.328" v="43" actId="478"/>
          <ac:spMkLst>
            <pc:docMk/>
            <pc:sldMk cId="3979896140" sldId="657"/>
            <ac:spMk id="16" creationId="{80DC3C35-2265-48F6-886A-A9558E94E46F}"/>
          </ac:spMkLst>
        </pc:spChg>
        <pc:spChg chg="add del mod">
          <ac:chgData name="Jerome Martini" userId="cf445fd1-bb94-431f-9d69-de636e77a98d" providerId="ADAL" clId="{F2D11314-B01E-4171-869D-F9802F6A1026}" dt="2022-05-31T13:31:46.328" v="43" actId="478"/>
          <ac:spMkLst>
            <pc:docMk/>
            <pc:sldMk cId="3979896140" sldId="657"/>
            <ac:spMk id="17" creationId="{139FC5FE-CA2A-4A3A-8C09-427B2436E235}"/>
          </ac:spMkLst>
        </pc:spChg>
        <pc:spChg chg="add del mod">
          <ac:chgData name="Jerome Martini" userId="cf445fd1-bb94-431f-9d69-de636e77a98d" providerId="ADAL" clId="{F2D11314-B01E-4171-869D-F9802F6A1026}" dt="2022-05-31T13:31:46.328" v="43" actId="478"/>
          <ac:spMkLst>
            <pc:docMk/>
            <pc:sldMk cId="3979896140" sldId="657"/>
            <ac:spMk id="18" creationId="{348DFB7A-6D7A-4549-AE73-3283C4C64B52}"/>
          </ac:spMkLst>
        </pc:spChg>
        <pc:spChg chg="add del mod">
          <ac:chgData name="Jerome Martini" userId="cf445fd1-bb94-431f-9d69-de636e77a98d" providerId="ADAL" clId="{F2D11314-B01E-4171-869D-F9802F6A1026}" dt="2022-05-31T13:31:46.328" v="43" actId="478"/>
          <ac:spMkLst>
            <pc:docMk/>
            <pc:sldMk cId="3979896140" sldId="657"/>
            <ac:spMk id="19" creationId="{9700EEA1-C01F-4FEE-BE0B-3BAF2105AB7B}"/>
          </ac:spMkLst>
        </pc:spChg>
        <pc:spChg chg="add del mod">
          <ac:chgData name="Jerome Martini" userId="cf445fd1-bb94-431f-9d69-de636e77a98d" providerId="ADAL" clId="{F2D11314-B01E-4171-869D-F9802F6A1026}" dt="2022-05-31T13:31:46.328" v="43" actId="478"/>
          <ac:spMkLst>
            <pc:docMk/>
            <pc:sldMk cId="3979896140" sldId="657"/>
            <ac:spMk id="20" creationId="{490871C0-D978-4DD9-9E0E-57B5B87A1270}"/>
          </ac:spMkLst>
        </pc:spChg>
        <pc:spChg chg="add del mod">
          <ac:chgData name="Jerome Martini" userId="cf445fd1-bb94-431f-9d69-de636e77a98d" providerId="ADAL" clId="{F2D11314-B01E-4171-869D-F9802F6A1026}" dt="2022-05-31T13:31:46.328" v="43" actId="478"/>
          <ac:spMkLst>
            <pc:docMk/>
            <pc:sldMk cId="3979896140" sldId="657"/>
            <ac:spMk id="21" creationId="{1E10C190-2380-4833-8559-E748BC186788}"/>
          </ac:spMkLst>
        </pc:spChg>
        <pc:spChg chg="add del mod">
          <ac:chgData name="Jerome Martini" userId="cf445fd1-bb94-431f-9d69-de636e77a98d" providerId="ADAL" clId="{F2D11314-B01E-4171-869D-F9802F6A1026}" dt="2022-05-31T13:31:46.328" v="43" actId="478"/>
          <ac:spMkLst>
            <pc:docMk/>
            <pc:sldMk cId="3979896140" sldId="657"/>
            <ac:spMk id="22" creationId="{336E2E94-02AB-4BE8-8199-559780FFB129}"/>
          </ac:spMkLst>
        </pc:spChg>
        <pc:graphicFrameChg chg="modGraphic">
          <ac:chgData name="Jerome Martini" userId="cf445fd1-bb94-431f-9d69-de636e77a98d" providerId="ADAL" clId="{F2D11314-B01E-4171-869D-F9802F6A1026}" dt="2022-05-31T13:32:23.642" v="55" actId="20577"/>
          <ac:graphicFrameMkLst>
            <pc:docMk/>
            <pc:sldMk cId="3979896140" sldId="657"/>
            <ac:graphicFrameMk id="5" creationId="{ABE849C1-995E-4A1D-9423-A9A25241C141}"/>
          </ac:graphicFrameMkLst>
        </pc:graphicFrameChg>
      </pc:sldChg>
      <pc:sldChg chg="del">
        <pc:chgData name="Jerome Martini" userId="cf445fd1-bb94-431f-9d69-de636e77a98d" providerId="ADAL" clId="{F2D11314-B01E-4171-869D-F9802F6A1026}" dt="2022-05-31T13:28:58.523" v="1" actId="47"/>
        <pc:sldMkLst>
          <pc:docMk/>
          <pc:sldMk cId="1358075969" sldId="658"/>
        </pc:sldMkLst>
      </pc:sldChg>
      <pc:sldChg chg="del">
        <pc:chgData name="Jerome Martini" userId="cf445fd1-bb94-431f-9d69-de636e77a98d" providerId="ADAL" clId="{F2D11314-B01E-4171-869D-F9802F6A1026}" dt="2022-05-31T13:28:57.375" v="0" actId="47"/>
        <pc:sldMkLst>
          <pc:docMk/>
          <pc:sldMk cId="412524929" sldId="659"/>
        </pc:sldMkLst>
      </pc:sldChg>
      <pc:sldChg chg="modSp">
        <pc:chgData name="Jerome Martini" userId="cf445fd1-bb94-431f-9d69-de636e77a98d" providerId="ADAL" clId="{F2D11314-B01E-4171-869D-F9802F6A1026}" dt="2022-05-31T13:35:01.031" v="123" actId="20577"/>
        <pc:sldMkLst>
          <pc:docMk/>
          <pc:sldMk cId="2789018072" sldId="660"/>
        </pc:sldMkLst>
        <pc:spChg chg="mod">
          <ac:chgData name="Jerome Martini" userId="cf445fd1-bb94-431f-9d69-de636e77a98d" providerId="ADAL" clId="{F2D11314-B01E-4171-869D-F9802F6A1026}" dt="2022-05-31T13:35:01.031" v="123" actId="20577"/>
          <ac:spMkLst>
            <pc:docMk/>
            <pc:sldMk cId="2789018072" sldId="660"/>
            <ac:spMk id="6" creationId="{ADB4641A-F0C4-452D-8531-4C2C8F97BF57}"/>
          </ac:spMkLst>
        </pc:spChg>
      </pc:sldChg>
    </pc:docChg>
  </pc:docChgLst>
  <pc:docChgLst>
    <pc:chgData name="Jerome Martini" userId="cf445fd1-bb94-431f-9d69-de636e77a98d" providerId="ADAL" clId="{4EC8D3CC-E86A-473E-A711-2F64BF7CE017}"/>
    <pc:docChg chg="undo custSel delSld modSld">
      <pc:chgData name="Jerome Martini" userId="cf445fd1-bb94-431f-9d69-de636e77a98d" providerId="ADAL" clId="{4EC8D3CC-E86A-473E-A711-2F64BF7CE017}" dt="2021-11-15T09:09:04.732" v="347" actId="20577"/>
      <pc:docMkLst>
        <pc:docMk/>
      </pc:docMkLst>
      <pc:sldChg chg="modSp">
        <pc:chgData name="Jerome Martini" userId="cf445fd1-bb94-431f-9d69-de636e77a98d" providerId="ADAL" clId="{4EC8D3CC-E86A-473E-A711-2F64BF7CE017}" dt="2021-11-15T08:46:49.221" v="9" actId="20577"/>
        <pc:sldMkLst>
          <pc:docMk/>
          <pc:sldMk cId="2621890838" sldId="583"/>
        </pc:sldMkLst>
        <pc:spChg chg="mod">
          <ac:chgData name="Jerome Martini" userId="cf445fd1-bb94-431f-9d69-de636e77a98d" providerId="ADAL" clId="{4EC8D3CC-E86A-473E-A711-2F64BF7CE017}" dt="2021-11-15T08:46:49.221" v="9" actId="20577"/>
          <ac:spMkLst>
            <pc:docMk/>
            <pc:sldMk cId="2621890838" sldId="583"/>
            <ac:spMk id="8" creationId="{595B5E16-32E6-4654-8C6C-452AF69E9593}"/>
          </ac:spMkLst>
        </pc:spChg>
      </pc:sldChg>
      <pc:sldChg chg="del">
        <pc:chgData name="Jerome Martini" userId="cf445fd1-bb94-431f-9d69-de636e77a98d" providerId="ADAL" clId="{4EC8D3CC-E86A-473E-A711-2F64BF7CE017}" dt="2021-11-15T08:49:20.057" v="10" actId="2696"/>
        <pc:sldMkLst>
          <pc:docMk/>
          <pc:sldMk cId="3545445296" sldId="623"/>
        </pc:sldMkLst>
      </pc:sldChg>
      <pc:sldChg chg="delSp modSp delAnim">
        <pc:chgData name="Jerome Martini" userId="cf445fd1-bb94-431f-9d69-de636e77a98d" providerId="ADAL" clId="{4EC8D3CC-E86A-473E-A711-2F64BF7CE017}" dt="2021-11-15T08:55:22.842" v="91" actId="20577"/>
        <pc:sldMkLst>
          <pc:docMk/>
          <pc:sldMk cId="2462533598" sldId="633"/>
        </pc:sldMkLst>
        <pc:spChg chg="del">
          <ac:chgData name="Jerome Martini" userId="cf445fd1-bb94-431f-9d69-de636e77a98d" providerId="ADAL" clId="{4EC8D3CC-E86A-473E-A711-2F64BF7CE017}" dt="2021-11-15T08:54:17.979" v="77" actId="478"/>
          <ac:spMkLst>
            <pc:docMk/>
            <pc:sldMk cId="2462533598" sldId="633"/>
            <ac:spMk id="6" creationId="{2515CECD-0E07-4F21-BBEF-C7E6E9FCD4C4}"/>
          </ac:spMkLst>
        </pc:spChg>
        <pc:spChg chg="del">
          <ac:chgData name="Jerome Martini" userId="cf445fd1-bb94-431f-9d69-de636e77a98d" providerId="ADAL" clId="{4EC8D3CC-E86A-473E-A711-2F64BF7CE017}" dt="2021-11-15T08:54:09.361" v="72" actId="478"/>
          <ac:spMkLst>
            <pc:docMk/>
            <pc:sldMk cId="2462533598" sldId="633"/>
            <ac:spMk id="7" creationId="{87F7F7AD-8116-4EAD-8C23-FC9C6033C239}"/>
          </ac:spMkLst>
        </pc:spChg>
        <pc:spChg chg="del">
          <ac:chgData name="Jerome Martini" userId="cf445fd1-bb94-431f-9d69-de636e77a98d" providerId="ADAL" clId="{4EC8D3CC-E86A-473E-A711-2F64BF7CE017}" dt="2021-11-15T08:54:10.933" v="73" actId="478"/>
          <ac:spMkLst>
            <pc:docMk/>
            <pc:sldMk cId="2462533598" sldId="633"/>
            <ac:spMk id="8" creationId="{F541914A-5E50-4AE4-9668-E3E3EE7FF47F}"/>
          </ac:spMkLst>
        </pc:spChg>
        <pc:spChg chg="del">
          <ac:chgData name="Jerome Martini" userId="cf445fd1-bb94-431f-9d69-de636e77a98d" providerId="ADAL" clId="{4EC8D3CC-E86A-473E-A711-2F64BF7CE017}" dt="2021-11-15T08:54:19.586" v="78" actId="478"/>
          <ac:spMkLst>
            <pc:docMk/>
            <pc:sldMk cId="2462533598" sldId="633"/>
            <ac:spMk id="9" creationId="{1ECCB281-C564-411C-B2EA-3F5A221E1246}"/>
          </ac:spMkLst>
        </pc:spChg>
        <pc:spChg chg="del">
          <ac:chgData name="Jerome Martini" userId="cf445fd1-bb94-431f-9d69-de636e77a98d" providerId="ADAL" clId="{4EC8D3CC-E86A-473E-A711-2F64BF7CE017}" dt="2021-11-15T08:54:12.622" v="74" actId="478"/>
          <ac:spMkLst>
            <pc:docMk/>
            <pc:sldMk cId="2462533598" sldId="633"/>
            <ac:spMk id="10" creationId="{1BCC5FDD-3D9C-4B8F-89C1-E266B9B6FDAD}"/>
          </ac:spMkLst>
        </pc:spChg>
        <pc:spChg chg="del">
          <ac:chgData name="Jerome Martini" userId="cf445fd1-bb94-431f-9d69-de636e77a98d" providerId="ADAL" clId="{4EC8D3CC-E86A-473E-A711-2F64BF7CE017}" dt="2021-11-15T08:54:21.271" v="79" actId="478"/>
          <ac:spMkLst>
            <pc:docMk/>
            <pc:sldMk cId="2462533598" sldId="633"/>
            <ac:spMk id="11" creationId="{116F7268-46AD-45DC-8F56-A335DCF3B39D}"/>
          </ac:spMkLst>
        </pc:spChg>
        <pc:spChg chg="del">
          <ac:chgData name="Jerome Martini" userId="cf445fd1-bb94-431f-9d69-de636e77a98d" providerId="ADAL" clId="{4EC8D3CC-E86A-473E-A711-2F64BF7CE017}" dt="2021-11-15T08:54:14.225" v="75" actId="478"/>
          <ac:spMkLst>
            <pc:docMk/>
            <pc:sldMk cId="2462533598" sldId="633"/>
            <ac:spMk id="12" creationId="{7A7679AA-1A1C-46C2-B13D-F505AA5A3715}"/>
          </ac:spMkLst>
        </pc:spChg>
        <pc:spChg chg="del">
          <ac:chgData name="Jerome Martini" userId="cf445fd1-bb94-431f-9d69-de636e77a98d" providerId="ADAL" clId="{4EC8D3CC-E86A-473E-A711-2F64BF7CE017}" dt="2021-11-15T08:54:22.928" v="80" actId="478"/>
          <ac:spMkLst>
            <pc:docMk/>
            <pc:sldMk cId="2462533598" sldId="633"/>
            <ac:spMk id="13" creationId="{A0D8D829-1CEB-469D-A390-197AD2579D20}"/>
          </ac:spMkLst>
        </pc:spChg>
        <pc:spChg chg="del">
          <ac:chgData name="Jerome Martini" userId="cf445fd1-bb94-431f-9d69-de636e77a98d" providerId="ADAL" clId="{4EC8D3CC-E86A-473E-A711-2F64BF7CE017}" dt="2021-11-15T08:54:15.875" v="76" actId="478"/>
          <ac:spMkLst>
            <pc:docMk/>
            <pc:sldMk cId="2462533598" sldId="633"/>
            <ac:spMk id="14" creationId="{CE910C22-0336-490F-8E5E-A4E236DC4096}"/>
          </ac:spMkLst>
        </pc:spChg>
        <pc:spChg chg="del">
          <ac:chgData name="Jerome Martini" userId="cf445fd1-bb94-431f-9d69-de636e77a98d" providerId="ADAL" clId="{4EC8D3CC-E86A-473E-A711-2F64BF7CE017}" dt="2021-11-15T08:54:24.646" v="81" actId="478"/>
          <ac:spMkLst>
            <pc:docMk/>
            <pc:sldMk cId="2462533598" sldId="633"/>
            <ac:spMk id="15" creationId="{EC067A77-C400-474F-8B5E-2F9035E71261}"/>
          </ac:spMkLst>
        </pc:spChg>
        <pc:graphicFrameChg chg="modGraphic">
          <ac:chgData name="Jerome Martini" userId="cf445fd1-bb94-431f-9d69-de636e77a98d" providerId="ADAL" clId="{4EC8D3CC-E86A-473E-A711-2F64BF7CE017}" dt="2021-11-15T08:55:22.842" v="91" actId="20577"/>
          <ac:graphicFrameMkLst>
            <pc:docMk/>
            <pc:sldMk cId="2462533598" sldId="633"/>
            <ac:graphicFrameMk id="5" creationId="{ABE849C1-995E-4A1D-9423-A9A25241C141}"/>
          </ac:graphicFrameMkLst>
        </pc:graphicFrameChg>
      </pc:sldChg>
      <pc:sldChg chg="del">
        <pc:chgData name="Jerome Martini" userId="cf445fd1-bb94-431f-9d69-de636e77a98d" providerId="ADAL" clId="{4EC8D3CC-E86A-473E-A711-2F64BF7CE017}" dt="2021-11-15T08:49:25.909" v="11" actId="2696"/>
        <pc:sldMkLst>
          <pc:docMk/>
          <pc:sldMk cId="2797392937" sldId="637"/>
        </pc:sldMkLst>
      </pc:sldChg>
      <pc:sldChg chg="delSp modSp delAnim">
        <pc:chgData name="Jerome Martini" userId="cf445fd1-bb94-431f-9d69-de636e77a98d" providerId="ADAL" clId="{4EC8D3CC-E86A-473E-A711-2F64BF7CE017}" dt="2021-11-15T09:09:04.732" v="347" actId="20577"/>
        <pc:sldMkLst>
          <pc:docMk/>
          <pc:sldMk cId="2917881818" sldId="646"/>
        </pc:sldMkLst>
        <pc:spChg chg="del">
          <ac:chgData name="Jerome Martini" userId="cf445fd1-bb94-431f-9d69-de636e77a98d" providerId="ADAL" clId="{4EC8D3CC-E86A-473E-A711-2F64BF7CE017}" dt="2021-11-15T08:49:34.073" v="14" actId="478"/>
          <ac:spMkLst>
            <pc:docMk/>
            <pc:sldMk cId="2917881818" sldId="646"/>
            <ac:spMk id="6" creationId="{C1C2973C-C47A-4587-BBB6-13394A3A5B24}"/>
          </ac:spMkLst>
        </pc:spChg>
        <pc:spChg chg="del">
          <ac:chgData name="Jerome Martini" userId="cf445fd1-bb94-431f-9d69-de636e77a98d" providerId="ADAL" clId="{4EC8D3CC-E86A-473E-A711-2F64BF7CE017}" dt="2021-11-15T08:49:36.107" v="15" actId="478"/>
          <ac:spMkLst>
            <pc:docMk/>
            <pc:sldMk cId="2917881818" sldId="646"/>
            <ac:spMk id="7" creationId="{F4707054-7CF1-4664-AEDC-D26DA07F8C0C}"/>
          </ac:spMkLst>
        </pc:spChg>
        <pc:spChg chg="del">
          <ac:chgData name="Jerome Martini" userId="cf445fd1-bb94-431f-9d69-de636e77a98d" providerId="ADAL" clId="{4EC8D3CC-E86A-473E-A711-2F64BF7CE017}" dt="2021-11-15T08:50:00.660" v="42" actId="478"/>
          <ac:spMkLst>
            <pc:docMk/>
            <pc:sldMk cId="2917881818" sldId="646"/>
            <ac:spMk id="8" creationId="{9FC44BFF-B02E-4842-8402-F9226E03A37F}"/>
          </ac:spMkLst>
        </pc:spChg>
        <pc:spChg chg="del">
          <ac:chgData name="Jerome Martini" userId="cf445fd1-bb94-431f-9d69-de636e77a98d" providerId="ADAL" clId="{4EC8D3CC-E86A-473E-A711-2F64BF7CE017}" dt="2021-11-15T08:50:02.179" v="43" actId="478"/>
          <ac:spMkLst>
            <pc:docMk/>
            <pc:sldMk cId="2917881818" sldId="646"/>
            <ac:spMk id="9" creationId="{7B7394E6-9853-463E-A798-17AA7368A23D}"/>
          </ac:spMkLst>
        </pc:spChg>
        <pc:spChg chg="del">
          <ac:chgData name="Jerome Martini" userId="cf445fd1-bb94-431f-9d69-de636e77a98d" providerId="ADAL" clId="{4EC8D3CC-E86A-473E-A711-2F64BF7CE017}" dt="2021-11-15T08:49:37.857" v="16" actId="478"/>
          <ac:spMkLst>
            <pc:docMk/>
            <pc:sldMk cId="2917881818" sldId="646"/>
            <ac:spMk id="10" creationId="{7DD2D254-E303-443C-B6C7-694572AB58D6}"/>
          </ac:spMkLst>
        </pc:spChg>
        <pc:spChg chg="del">
          <ac:chgData name="Jerome Martini" userId="cf445fd1-bb94-431f-9d69-de636e77a98d" providerId="ADAL" clId="{4EC8D3CC-E86A-473E-A711-2F64BF7CE017}" dt="2021-11-15T08:50:04.338" v="44" actId="478"/>
          <ac:spMkLst>
            <pc:docMk/>
            <pc:sldMk cId="2917881818" sldId="646"/>
            <ac:spMk id="11" creationId="{064E5426-E2CA-49F4-8442-4CCED4844E7B}"/>
          </ac:spMkLst>
        </pc:spChg>
        <pc:spChg chg="del">
          <ac:chgData name="Jerome Martini" userId="cf445fd1-bb94-431f-9d69-de636e77a98d" providerId="ADAL" clId="{4EC8D3CC-E86A-473E-A711-2F64BF7CE017}" dt="2021-11-15T08:49:39.521" v="17" actId="478"/>
          <ac:spMkLst>
            <pc:docMk/>
            <pc:sldMk cId="2917881818" sldId="646"/>
            <ac:spMk id="12" creationId="{C35BA335-51ED-4FE4-94CD-DBF84CC474D5}"/>
          </ac:spMkLst>
        </pc:spChg>
        <pc:spChg chg="del">
          <ac:chgData name="Jerome Martini" userId="cf445fd1-bb94-431f-9d69-de636e77a98d" providerId="ADAL" clId="{4EC8D3CC-E86A-473E-A711-2F64BF7CE017}" dt="2021-11-15T08:50:08.439" v="46" actId="478"/>
          <ac:spMkLst>
            <pc:docMk/>
            <pc:sldMk cId="2917881818" sldId="646"/>
            <ac:spMk id="13" creationId="{37C85C61-41AB-4AE4-9781-E4D3739D73E7}"/>
          </ac:spMkLst>
        </pc:spChg>
        <pc:spChg chg="del">
          <ac:chgData name="Jerome Martini" userId="cf445fd1-bb94-431f-9d69-de636e77a98d" providerId="ADAL" clId="{4EC8D3CC-E86A-473E-A711-2F64BF7CE017}" dt="2021-11-15T08:49:41.264" v="18" actId="478"/>
          <ac:spMkLst>
            <pc:docMk/>
            <pc:sldMk cId="2917881818" sldId="646"/>
            <ac:spMk id="14" creationId="{B7C0B4DF-12BE-42AD-B839-DB5BFD51C482}"/>
          </ac:spMkLst>
        </pc:spChg>
        <pc:spChg chg="del">
          <ac:chgData name="Jerome Martini" userId="cf445fd1-bb94-431f-9d69-de636e77a98d" providerId="ADAL" clId="{4EC8D3CC-E86A-473E-A711-2F64BF7CE017}" dt="2021-11-15T08:50:06.303" v="45" actId="478"/>
          <ac:spMkLst>
            <pc:docMk/>
            <pc:sldMk cId="2917881818" sldId="646"/>
            <ac:spMk id="15" creationId="{5A014DBF-122C-465E-9292-6C3D2EF11C93}"/>
          </ac:spMkLst>
        </pc:spChg>
        <pc:graphicFrameChg chg="modGraphic">
          <ac:chgData name="Jerome Martini" userId="cf445fd1-bb94-431f-9d69-de636e77a98d" providerId="ADAL" clId="{4EC8D3CC-E86A-473E-A711-2F64BF7CE017}" dt="2021-11-15T09:09:04.732" v="347" actId="20577"/>
          <ac:graphicFrameMkLst>
            <pc:docMk/>
            <pc:sldMk cId="2917881818" sldId="646"/>
            <ac:graphicFrameMk id="5" creationId="{ABE849C1-995E-4A1D-9423-A9A25241C141}"/>
          </ac:graphicFrameMkLst>
        </pc:graphicFrameChg>
      </pc:sldChg>
      <pc:sldChg chg="del">
        <pc:chgData name="Jerome Martini" userId="cf445fd1-bb94-431f-9d69-de636e77a98d" providerId="ADAL" clId="{4EC8D3CC-E86A-473E-A711-2F64BF7CE017}" dt="2021-11-15T08:49:28.475" v="12" actId="2696"/>
        <pc:sldMkLst>
          <pc:docMk/>
          <pc:sldMk cId="29619879" sldId="647"/>
        </pc:sldMkLst>
      </pc:sldChg>
      <pc:sldChg chg="del">
        <pc:chgData name="Jerome Martini" userId="cf445fd1-bb94-431f-9d69-de636e77a98d" providerId="ADAL" clId="{4EC8D3CC-E86A-473E-A711-2F64BF7CE017}" dt="2021-11-15T08:49:31.161" v="13" actId="2696"/>
        <pc:sldMkLst>
          <pc:docMk/>
          <pc:sldMk cId="3979896140" sldId="657"/>
        </pc:sldMkLst>
      </pc:sldChg>
      <pc:sldChg chg="delSp modSp delAnim">
        <pc:chgData name="Jerome Martini" userId="cf445fd1-bb94-431f-9d69-de636e77a98d" providerId="ADAL" clId="{4EC8D3CC-E86A-473E-A711-2F64BF7CE017}" dt="2021-11-15T08:53:21.111" v="71" actId="20577"/>
        <pc:sldMkLst>
          <pc:docMk/>
          <pc:sldMk cId="1358075969" sldId="658"/>
        </pc:sldMkLst>
        <pc:spChg chg="del">
          <ac:chgData name="Jerome Martini" userId="cf445fd1-bb94-431f-9d69-de636e77a98d" providerId="ADAL" clId="{4EC8D3CC-E86A-473E-A711-2F64BF7CE017}" dt="2021-11-15T08:50:25.547" v="52" actId="478"/>
          <ac:spMkLst>
            <pc:docMk/>
            <pc:sldMk cId="1358075969" sldId="658"/>
            <ac:spMk id="6" creationId="{40428CBA-F1C0-4AE4-A813-89E3BFF11C2F}"/>
          </ac:spMkLst>
        </pc:spChg>
        <pc:spChg chg="del">
          <ac:chgData name="Jerome Martini" userId="cf445fd1-bb94-431f-9d69-de636e77a98d" providerId="ADAL" clId="{4EC8D3CC-E86A-473E-A711-2F64BF7CE017}" dt="2021-11-15T08:50:27.241" v="53" actId="478"/>
          <ac:spMkLst>
            <pc:docMk/>
            <pc:sldMk cId="1358075969" sldId="658"/>
            <ac:spMk id="7" creationId="{BBF3A22D-1C2C-47E4-8E85-52A69C8D3355}"/>
          </ac:spMkLst>
        </pc:spChg>
        <pc:spChg chg="del">
          <ac:chgData name="Jerome Martini" userId="cf445fd1-bb94-431f-9d69-de636e77a98d" providerId="ADAL" clId="{4EC8D3CC-E86A-473E-A711-2F64BF7CE017}" dt="2021-11-15T08:50:28.869" v="54" actId="478"/>
          <ac:spMkLst>
            <pc:docMk/>
            <pc:sldMk cId="1358075969" sldId="658"/>
            <ac:spMk id="8" creationId="{F6B8EF91-240A-4F75-9888-DB5268B7C475}"/>
          </ac:spMkLst>
        </pc:spChg>
        <pc:spChg chg="del">
          <ac:chgData name="Jerome Martini" userId="cf445fd1-bb94-431f-9d69-de636e77a98d" providerId="ADAL" clId="{4EC8D3CC-E86A-473E-A711-2F64BF7CE017}" dt="2021-11-15T08:50:30.503" v="55" actId="478"/>
          <ac:spMkLst>
            <pc:docMk/>
            <pc:sldMk cId="1358075969" sldId="658"/>
            <ac:spMk id="9" creationId="{850346B5-2930-48B1-A9F5-6A7A2F9539D4}"/>
          </ac:spMkLst>
        </pc:spChg>
        <pc:spChg chg="del">
          <ac:chgData name="Jerome Martini" userId="cf445fd1-bb94-431f-9d69-de636e77a98d" providerId="ADAL" clId="{4EC8D3CC-E86A-473E-A711-2F64BF7CE017}" dt="2021-11-15T08:50:32.229" v="56" actId="478"/>
          <ac:spMkLst>
            <pc:docMk/>
            <pc:sldMk cId="1358075969" sldId="658"/>
            <ac:spMk id="10" creationId="{570E5939-F0ED-423B-87D7-C74ECD49AD89}"/>
          </ac:spMkLst>
        </pc:spChg>
        <pc:spChg chg="del">
          <ac:chgData name="Jerome Martini" userId="cf445fd1-bb94-431f-9d69-de636e77a98d" providerId="ADAL" clId="{4EC8D3CC-E86A-473E-A711-2F64BF7CE017}" dt="2021-11-15T08:50:34.634" v="57" actId="478"/>
          <ac:spMkLst>
            <pc:docMk/>
            <pc:sldMk cId="1358075969" sldId="658"/>
            <ac:spMk id="11" creationId="{248DEF95-90AA-4723-A042-A485348D40D8}"/>
          </ac:spMkLst>
        </pc:spChg>
        <pc:spChg chg="del">
          <ac:chgData name="Jerome Martini" userId="cf445fd1-bb94-431f-9d69-de636e77a98d" providerId="ADAL" clId="{4EC8D3CC-E86A-473E-A711-2F64BF7CE017}" dt="2021-11-15T08:50:36.315" v="58" actId="478"/>
          <ac:spMkLst>
            <pc:docMk/>
            <pc:sldMk cId="1358075969" sldId="658"/>
            <ac:spMk id="12" creationId="{4308A351-AF7D-4CCB-9155-3AA360203C21}"/>
          </ac:spMkLst>
        </pc:spChg>
        <pc:spChg chg="del">
          <ac:chgData name="Jerome Martini" userId="cf445fd1-bb94-431f-9d69-de636e77a98d" providerId="ADAL" clId="{4EC8D3CC-E86A-473E-A711-2F64BF7CE017}" dt="2021-11-15T08:50:38.072" v="59" actId="478"/>
          <ac:spMkLst>
            <pc:docMk/>
            <pc:sldMk cId="1358075969" sldId="658"/>
            <ac:spMk id="13" creationId="{D45D9BC0-B731-4D80-9695-0A40D7C3282A}"/>
          </ac:spMkLst>
        </pc:spChg>
        <pc:spChg chg="del">
          <ac:chgData name="Jerome Martini" userId="cf445fd1-bb94-431f-9d69-de636e77a98d" providerId="ADAL" clId="{4EC8D3CC-E86A-473E-A711-2F64BF7CE017}" dt="2021-11-15T08:50:39.659" v="60" actId="478"/>
          <ac:spMkLst>
            <pc:docMk/>
            <pc:sldMk cId="1358075969" sldId="658"/>
            <ac:spMk id="14" creationId="{FF871E7F-D0EC-4B2F-A08E-B1E6EEF95018}"/>
          </ac:spMkLst>
        </pc:spChg>
        <pc:spChg chg="del">
          <ac:chgData name="Jerome Martini" userId="cf445fd1-bb94-431f-9d69-de636e77a98d" providerId="ADAL" clId="{4EC8D3CC-E86A-473E-A711-2F64BF7CE017}" dt="2021-11-15T08:50:41.579" v="61" actId="478"/>
          <ac:spMkLst>
            <pc:docMk/>
            <pc:sldMk cId="1358075969" sldId="658"/>
            <ac:spMk id="15" creationId="{854A3681-1D47-4FA4-A0FB-7E348D9CE7B4}"/>
          </ac:spMkLst>
        </pc:spChg>
        <pc:graphicFrameChg chg="modGraphic">
          <ac:chgData name="Jerome Martini" userId="cf445fd1-bb94-431f-9d69-de636e77a98d" providerId="ADAL" clId="{4EC8D3CC-E86A-473E-A711-2F64BF7CE017}" dt="2021-11-15T08:53:21.111" v="71" actId="20577"/>
          <ac:graphicFrameMkLst>
            <pc:docMk/>
            <pc:sldMk cId="1358075969" sldId="658"/>
            <ac:graphicFrameMk id="5" creationId="{ABE849C1-995E-4A1D-9423-A9A25241C141}"/>
          </ac:graphicFrameMkLst>
        </pc:graphicFrameChg>
      </pc:sldChg>
      <pc:sldChg chg="delSp modSp delAnim">
        <pc:chgData name="Jerome Martini" userId="cf445fd1-bb94-431f-9d69-de636e77a98d" providerId="ADAL" clId="{4EC8D3CC-E86A-473E-A711-2F64BF7CE017}" dt="2021-11-15T08:58:05.121" v="114" actId="20577"/>
        <pc:sldMkLst>
          <pc:docMk/>
          <pc:sldMk cId="412524929" sldId="659"/>
        </pc:sldMkLst>
        <pc:spChg chg="del">
          <ac:chgData name="Jerome Martini" userId="cf445fd1-bb94-431f-9d69-de636e77a98d" providerId="ADAL" clId="{4EC8D3CC-E86A-473E-A711-2F64BF7CE017}" dt="2021-11-15T08:56:39.408" v="92" actId="478"/>
          <ac:spMkLst>
            <pc:docMk/>
            <pc:sldMk cId="412524929" sldId="659"/>
            <ac:spMk id="6" creationId="{BC6C11B5-9A0C-4C26-AE90-96B3B6C5359E}"/>
          </ac:spMkLst>
        </pc:spChg>
        <pc:spChg chg="del">
          <ac:chgData name="Jerome Martini" userId="cf445fd1-bb94-431f-9d69-de636e77a98d" providerId="ADAL" clId="{4EC8D3CC-E86A-473E-A711-2F64BF7CE017}" dt="2021-11-15T08:56:41.127" v="93" actId="478"/>
          <ac:spMkLst>
            <pc:docMk/>
            <pc:sldMk cId="412524929" sldId="659"/>
            <ac:spMk id="7" creationId="{54DAF72C-FA6D-4B3F-9DD9-F0D63341D87B}"/>
          </ac:spMkLst>
        </pc:spChg>
        <pc:spChg chg="del">
          <ac:chgData name="Jerome Martini" userId="cf445fd1-bb94-431f-9d69-de636e77a98d" providerId="ADAL" clId="{4EC8D3CC-E86A-473E-A711-2F64BF7CE017}" dt="2021-11-15T08:56:42.777" v="94" actId="478"/>
          <ac:spMkLst>
            <pc:docMk/>
            <pc:sldMk cId="412524929" sldId="659"/>
            <ac:spMk id="8" creationId="{70E4EF0C-74BD-4DFE-9ED8-428D1BD62839}"/>
          </ac:spMkLst>
        </pc:spChg>
        <pc:spChg chg="del">
          <ac:chgData name="Jerome Martini" userId="cf445fd1-bb94-431f-9d69-de636e77a98d" providerId="ADAL" clId="{4EC8D3CC-E86A-473E-A711-2F64BF7CE017}" dt="2021-11-15T08:56:44.498" v="95" actId="478"/>
          <ac:spMkLst>
            <pc:docMk/>
            <pc:sldMk cId="412524929" sldId="659"/>
            <ac:spMk id="9" creationId="{0CB2B30C-F931-4F3C-A9D5-200306631564}"/>
          </ac:spMkLst>
        </pc:spChg>
        <pc:spChg chg="del">
          <ac:chgData name="Jerome Martini" userId="cf445fd1-bb94-431f-9d69-de636e77a98d" providerId="ADAL" clId="{4EC8D3CC-E86A-473E-A711-2F64BF7CE017}" dt="2021-11-15T08:56:46.078" v="96" actId="478"/>
          <ac:spMkLst>
            <pc:docMk/>
            <pc:sldMk cId="412524929" sldId="659"/>
            <ac:spMk id="10" creationId="{016E008E-7608-477C-B36B-90EAB2452296}"/>
          </ac:spMkLst>
        </pc:spChg>
        <pc:spChg chg="del">
          <ac:chgData name="Jerome Martini" userId="cf445fd1-bb94-431f-9d69-de636e77a98d" providerId="ADAL" clId="{4EC8D3CC-E86A-473E-A711-2F64BF7CE017}" dt="2021-11-15T08:56:48.405" v="97" actId="478"/>
          <ac:spMkLst>
            <pc:docMk/>
            <pc:sldMk cId="412524929" sldId="659"/>
            <ac:spMk id="11" creationId="{BC26F20C-11B7-492A-AB50-D0D53E56547D}"/>
          </ac:spMkLst>
        </pc:spChg>
        <pc:spChg chg="del">
          <ac:chgData name="Jerome Martini" userId="cf445fd1-bb94-431f-9d69-de636e77a98d" providerId="ADAL" clId="{4EC8D3CC-E86A-473E-A711-2F64BF7CE017}" dt="2021-11-15T08:56:49.942" v="98" actId="478"/>
          <ac:spMkLst>
            <pc:docMk/>
            <pc:sldMk cId="412524929" sldId="659"/>
            <ac:spMk id="12" creationId="{05436EEB-AAC7-4407-95BB-F4DE1C7DF8A2}"/>
          </ac:spMkLst>
        </pc:spChg>
        <pc:spChg chg="del mod">
          <ac:chgData name="Jerome Martini" userId="cf445fd1-bb94-431f-9d69-de636e77a98d" providerId="ADAL" clId="{4EC8D3CC-E86A-473E-A711-2F64BF7CE017}" dt="2021-11-15T08:56:52.769" v="100" actId="478"/>
          <ac:spMkLst>
            <pc:docMk/>
            <pc:sldMk cId="412524929" sldId="659"/>
            <ac:spMk id="13" creationId="{6E9A19AB-898D-4C20-9996-1940BB6BE11F}"/>
          </ac:spMkLst>
        </pc:spChg>
        <pc:spChg chg="del">
          <ac:chgData name="Jerome Martini" userId="cf445fd1-bb94-431f-9d69-de636e77a98d" providerId="ADAL" clId="{4EC8D3CC-E86A-473E-A711-2F64BF7CE017}" dt="2021-11-15T08:56:54.319" v="101" actId="478"/>
          <ac:spMkLst>
            <pc:docMk/>
            <pc:sldMk cId="412524929" sldId="659"/>
            <ac:spMk id="14" creationId="{8AB26D55-5B88-4274-A7E6-90CE21AAF644}"/>
          </ac:spMkLst>
        </pc:spChg>
        <pc:spChg chg="del">
          <ac:chgData name="Jerome Martini" userId="cf445fd1-bb94-431f-9d69-de636e77a98d" providerId="ADAL" clId="{4EC8D3CC-E86A-473E-A711-2F64BF7CE017}" dt="2021-11-15T08:56:55.907" v="102" actId="478"/>
          <ac:spMkLst>
            <pc:docMk/>
            <pc:sldMk cId="412524929" sldId="659"/>
            <ac:spMk id="15" creationId="{C0F31A00-B7F0-4AC5-BB29-EE149C9E95CF}"/>
          </ac:spMkLst>
        </pc:spChg>
        <pc:graphicFrameChg chg="modGraphic">
          <ac:chgData name="Jerome Martini" userId="cf445fd1-bb94-431f-9d69-de636e77a98d" providerId="ADAL" clId="{4EC8D3CC-E86A-473E-A711-2F64BF7CE017}" dt="2021-11-15T08:58:05.121" v="114" actId="20577"/>
          <ac:graphicFrameMkLst>
            <pc:docMk/>
            <pc:sldMk cId="412524929" sldId="659"/>
            <ac:graphicFrameMk id="5" creationId="{ABE849C1-995E-4A1D-9423-A9A25241C141}"/>
          </ac:graphicFrameMkLst>
        </pc:graphicFrameChg>
      </pc:sldChg>
    </pc:docChg>
  </pc:docChgLst>
  <pc:docChgLst>
    <pc:chgData name="Ali Bakhouch" userId="73dd2563-15dd-4a92-a603-4f4d9eda9088" providerId="ADAL" clId="{6C4415A5-A1EF-4980-9B8D-65DD684722C3}"/>
    <pc:docChg chg="modSld">
      <pc:chgData name="Ali Bakhouch" userId="73dd2563-15dd-4a92-a603-4f4d9eda9088" providerId="ADAL" clId="{6C4415A5-A1EF-4980-9B8D-65DD684722C3}" dt="2023-12-03T22:23:32.782" v="249" actId="113"/>
      <pc:docMkLst>
        <pc:docMk/>
      </pc:docMkLst>
      <pc:sldChg chg="addSp modSp mod modTransition">
        <pc:chgData name="Ali Bakhouch" userId="73dd2563-15dd-4a92-a603-4f4d9eda9088" providerId="ADAL" clId="{6C4415A5-A1EF-4980-9B8D-65DD684722C3}" dt="2023-12-03T22:23:32.782" v="249" actId="113"/>
        <pc:sldMkLst>
          <pc:docMk/>
          <pc:sldMk cId="1416965673" sldId="661"/>
        </pc:sldMkLst>
        <pc:graphicFrameChg chg="modGraphic">
          <ac:chgData name="Ali Bakhouch" userId="73dd2563-15dd-4a92-a603-4f4d9eda9088" providerId="ADAL" clId="{6C4415A5-A1EF-4980-9B8D-65DD684722C3}" dt="2023-12-03T22:23:32.782" v="249" actId="113"/>
          <ac:graphicFrameMkLst>
            <pc:docMk/>
            <pc:sldMk cId="1416965673" sldId="661"/>
            <ac:graphicFrameMk id="5" creationId="{ABE849C1-995E-4A1D-9423-A9A25241C141}"/>
          </ac:graphicFrameMkLst>
        </pc:graphicFrameChg>
        <pc:cxnChg chg="add mod">
          <ac:chgData name="Ali Bakhouch" userId="73dd2563-15dd-4a92-a603-4f4d9eda9088" providerId="ADAL" clId="{6C4415A5-A1EF-4980-9B8D-65DD684722C3}" dt="2023-12-03T22:18:49.370" v="244" actId="208"/>
          <ac:cxnSpMkLst>
            <pc:docMk/>
            <pc:sldMk cId="1416965673" sldId="661"/>
            <ac:cxnSpMk id="7" creationId="{7BDB743D-CACF-95F8-EDE7-429EBAEE934A}"/>
          </ac:cxnSpMkLst>
        </pc:cxnChg>
        <pc:cxnChg chg="add mod">
          <ac:chgData name="Ali Bakhouch" userId="73dd2563-15dd-4a92-a603-4f4d9eda9088" providerId="ADAL" clId="{6C4415A5-A1EF-4980-9B8D-65DD684722C3}" dt="2023-12-03T22:22:20.290" v="246" actId="13822"/>
          <ac:cxnSpMkLst>
            <pc:docMk/>
            <pc:sldMk cId="1416965673" sldId="661"/>
            <ac:cxnSpMk id="9" creationId="{10779C28-33A5-4BB3-1200-2DF9A2C13DC2}"/>
          </ac:cxnSpMkLst>
        </pc:cxnChg>
        <pc:cxnChg chg="add mod">
          <ac:chgData name="Ali Bakhouch" userId="73dd2563-15dd-4a92-a603-4f4d9eda9088" providerId="ADAL" clId="{6C4415A5-A1EF-4980-9B8D-65DD684722C3}" dt="2023-12-03T22:22:37.912" v="248" actId="13822"/>
          <ac:cxnSpMkLst>
            <pc:docMk/>
            <pc:sldMk cId="1416965673" sldId="661"/>
            <ac:cxnSpMk id="11" creationId="{FEE14D79-BC17-0F86-E7F3-D3BB25E90F22}"/>
          </ac:cxnSpMkLst>
        </pc:cxnChg>
      </pc:sldChg>
    </pc:docChg>
  </pc:docChgLst>
  <pc:docChgLst>
    <pc:chgData name="Laurent Corso" userId="0219eb03-2eeb-46d4-b992-439547476408" providerId="ADAL" clId="{10345B20-B6DD-4BCA-B9BD-5B798AE5E9FF}"/>
    <pc:docChg chg="delSld">
      <pc:chgData name="Laurent Corso" userId="0219eb03-2eeb-46d4-b992-439547476408" providerId="ADAL" clId="{10345B20-B6DD-4BCA-B9BD-5B798AE5E9FF}" dt="2021-03-09T13:45:26.695" v="39" actId="2696"/>
      <pc:docMkLst>
        <pc:docMk/>
      </pc:docMkLst>
      <pc:sldChg chg="del">
        <pc:chgData name="Laurent Corso" userId="0219eb03-2eeb-46d4-b992-439547476408" providerId="ADAL" clId="{10345B20-B6DD-4BCA-B9BD-5B798AE5E9FF}" dt="2021-03-09T13:45:19.229" v="29" actId="2696"/>
        <pc:sldMkLst>
          <pc:docMk/>
          <pc:sldMk cId="1781097322" sldId="624"/>
        </pc:sldMkLst>
      </pc:sldChg>
      <pc:sldChg chg="del">
        <pc:chgData name="Laurent Corso" userId="0219eb03-2eeb-46d4-b992-439547476408" providerId="ADAL" clId="{10345B20-B6DD-4BCA-B9BD-5B798AE5E9FF}" dt="2021-03-09T13:45:12.497" v="10" actId="2696"/>
        <pc:sldMkLst>
          <pc:docMk/>
          <pc:sldMk cId="977616959" sldId="625"/>
        </pc:sldMkLst>
      </pc:sldChg>
      <pc:sldChg chg="del">
        <pc:chgData name="Laurent Corso" userId="0219eb03-2eeb-46d4-b992-439547476408" providerId="ADAL" clId="{10345B20-B6DD-4BCA-B9BD-5B798AE5E9FF}" dt="2021-03-09T13:45:07.112" v="0" actId="2696"/>
        <pc:sldMkLst>
          <pc:docMk/>
          <pc:sldMk cId="431089460" sldId="626"/>
        </pc:sldMkLst>
      </pc:sldChg>
      <pc:sldChg chg="del">
        <pc:chgData name="Laurent Corso" userId="0219eb03-2eeb-46d4-b992-439547476408" providerId="ADAL" clId="{10345B20-B6DD-4BCA-B9BD-5B798AE5E9FF}" dt="2021-03-09T13:45:26.663" v="31" actId="2696"/>
        <pc:sldMkLst>
          <pc:docMk/>
          <pc:sldMk cId="2502081724" sldId="627"/>
        </pc:sldMkLst>
      </pc:sldChg>
      <pc:sldChg chg="del">
        <pc:chgData name="Laurent Corso" userId="0219eb03-2eeb-46d4-b992-439547476408" providerId="ADAL" clId="{10345B20-B6DD-4BCA-B9BD-5B798AE5E9FF}" dt="2021-03-09T13:45:26.667" v="32" actId="2696"/>
        <pc:sldMkLst>
          <pc:docMk/>
          <pc:sldMk cId="3705556650" sldId="628"/>
        </pc:sldMkLst>
      </pc:sldChg>
      <pc:sldChg chg="del">
        <pc:chgData name="Laurent Corso" userId="0219eb03-2eeb-46d4-b992-439547476408" providerId="ADAL" clId="{10345B20-B6DD-4BCA-B9BD-5B798AE5E9FF}" dt="2021-03-09T13:45:26.672" v="33" actId="2696"/>
        <pc:sldMkLst>
          <pc:docMk/>
          <pc:sldMk cId="1616944125" sldId="629"/>
        </pc:sldMkLst>
      </pc:sldChg>
      <pc:sldChg chg="del">
        <pc:chgData name="Laurent Corso" userId="0219eb03-2eeb-46d4-b992-439547476408" providerId="ADAL" clId="{10345B20-B6DD-4BCA-B9BD-5B798AE5E9FF}" dt="2021-03-09T13:45:26.676" v="34" actId="2696"/>
        <pc:sldMkLst>
          <pc:docMk/>
          <pc:sldMk cId="1354603485" sldId="630"/>
        </pc:sldMkLst>
      </pc:sldChg>
      <pc:sldChg chg="del">
        <pc:chgData name="Laurent Corso" userId="0219eb03-2eeb-46d4-b992-439547476408" providerId="ADAL" clId="{10345B20-B6DD-4BCA-B9BD-5B798AE5E9FF}" dt="2021-03-09T13:45:26.679" v="35" actId="2696"/>
        <pc:sldMkLst>
          <pc:docMk/>
          <pc:sldMk cId="3053553466" sldId="631"/>
        </pc:sldMkLst>
      </pc:sldChg>
      <pc:sldChg chg="del">
        <pc:chgData name="Laurent Corso" userId="0219eb03-2eeb-46d4-b992-439547476408" providerId="ADAL" clId="{10345B20-B6DD-4BCA-B9BD-5B798AE5E9FF}" dt="2021-03-09T13:45:26.683" v="36" actId="2696"/>
        <pc:sldMkLst>
          <pc:docMk/>
          <pc:sldMk cId="2613191807" sldId="632"/>
        </pc:sldMkLst>
      </pc:sldChg>
      <pc:sldChg chg="del">
        <pc:chgData name="Laurent Corso" userId="0219eb03-2eeb-46d4-b992-439547476408" providerId="ADAL" clId="{10345B20-B6DD-4BCA-B9BD-5B798AE5E9FF}" dt="2021-03-09T13:45:26.687" v="37" actId="2696"/>
        <pc:sldMkLst>
          <pc:docMk/>
          <pc:sldMk cId="2462533598" sldId="633"/>
        </pc:sldMkLst>
      </pc:sldChg>
      <pc:sldChg chg="del">
        <pc:chgData name="Laurent Corso" userId="0219eb03-2eeb-46d4-b992-439547476408" providerId="ADAL" clId="{10345B20-B6DD-4BCA-B9BD-5B798AE5E9FF}" dt="2021-03-09T13:45:26.691" v="38" actId="2696"/>
        <pc:sldMkLst>
          <pc:docMk/>
          <pc:sldMk cId="3681650906" sldId="634"/>
        </pc:sldMkLst>
      </pc:sldChg>
      <pc:sldChg chg="del">
        <pc:chgData name="Laurent Corso" userId="0219eb03-2eeb-46d4-b992-439547476408" providerId="ADAL" clId="{10345B20-B6DD-4BCA-B9BD-5B798AE5E9FF}" dt="2021-03-09T13:45:26.657" v="30" actId="2696"/>
        <pc:sldMkLst>
          <pc:docMk/>
          <pc:sldMk cId="3201924774" sldId="635"/>
        </pc:sldMkLst>
      </pc:sldChg>
      <pc:sldChg chg="del">
        <pc:chgData name="Laurent Corso" userId="0219eb03-2eeb-46d4-b992-439547476408" providerId="ADAL" clId="{10345B20-B6DD-4BCA-B9BD-5B798AE5E9FF}" dt="2021-03-09T13:45:26.695" v="39" actId="2696"/>
        <pc:sldMkLst>
          <pc:docMk/>
          <pc:sldMk cId="571125609" sldId="636"/>
        </pc:sldMkLst>
      </pc:sldChg>
      <pc:sldChg chg="del">
        <pc:chgData name="Laurent Corso" userId="0219eb03-2eeb-46d4-b992-439547476408" providerId="ADAL" clId="{10345B20-B6DD-4BCA-B9BD-5B798AE5E9FF}" dt="2021-03-09T13:45:19.198" v="21" actId="2696"/>
        <pc:sldMkLst>
          <pc:docMk/>
          <pc:sldMk cId="3762203934" sldId="638"/>
        </pc:sldMkLst>
      </pc:sldChg>
      <pc:sldChg chg="del">
        <pc:chgData name="Laurent Corso" userId="0219eb03-2eeb-46d4-b992-439547476408" providerId="ADAL" clId="{10345B20-B6DD-4BCA-B9BD-5B798AE5E9FF}" dt="2021-03-09T13:45:19.198" v="22" actId="2696"/>
        <pc:sldMkLst>
          <pc:docMk/>
          <pc:sldMk cId="671328821" sldId="639"/>
        </pc:sldMkLst>
      </pc:sldChg>
      <pc:sldChg chg="del">
        <pc:chgData name="Laurent Corso" userId="0219eb03-2eeb-46d4-b992-439547476408" providerId="ADAL" clId="{10345B20-B6DD-4BCA-B9BD-5B798AE5E9FF}" dt="2021-03-09T13:45:19.214" v="23" actId="2696"/>
        <pc:sldMkLst>
          <pc:docMk/>
          <pc:sldMk cId="1696860038" sldId="640"/>
        </pc:sldMkLst>
      </pc:sldChg>
      <pc:sldChg chg="del">
        <pc:chgData name="Laurent Corso" userId="0219eb03-2eeb-46d4-b992-439547476408" providerId="ADAL" clId="{10345B20-B6DD-4BCA-B9BD-5B798AE5E9FF}" dt="2021-03-09T13:45:19.214" v="24" actId="2696"/>
        <pc:sldMkLst>
          <pc:docMk/>
          <pc:sldMk cId="2736895313" sldId="641"/>
        </pc:sldMkLst>
      </pc:sldChg>
      <pc:sldChg chg="del">
        <pc:chgData name="Laurent Corso" userId="0219eb03-2eeb-46d4-b992-439547476408" providerId="ADAL" clId="{10345B20-B6DD-4BCA-B9BD-5B798AE5E9FF}" dt="2021-03-09T13:45:19.214" v="25" actId="2696"/>
        <pc:sldMkLst>
          <pc:docMk/>
          <pc:sldMk cId="1574839136" sldId="642"/>
        </pc:sldMkLst>
      </pc:sldChg>
      <pc:sldChg chg="del">
        <pc:chgData name="Laurent Corso" userId="0219eb03-2eeb-46d4-b992-439547476408" providerId="ADAL" clId="{10345B20-B6DD-4BCA-B9BD-5B798AE5E9FF}" dt="2021-03-09T13:45:19.214" v="26" actId="2696"/>
        <pc:sldMkLst>
          <pc:docMk/>
          <pc:sldMk cId="2765162939" sldId="643"/>
        </pc:sldMkLst>
      </pc:sldChg>
      <pc:sldChg chg="del">
        <pc:chgData name="Laurent Corso" userId="0219eb03-2eeb-46d4-b992-439547476408" providerId="ADAL" clId="{10345B20-B6DD-4BCA-B9BD-5B798AE5E9FF}" dt="2021-03-09T13:45:19.229" v="27" actId="2696"/>
        <pc:sldMkLst>
          <pc:docMk/>
          <pc:sldMk cId="1893174682" sldId="644"/>
        </pc:sldMkLst>
      </pc:sldChg>
      <pc:sldChg chg="del">
        <pc:chgData name="Laurent Corso" userId="0219eb03-2eeb-46d4-b992-439547476408" providerId="ADAL" clId="{10345B20-B6DD-4BCA-B9BD-5B798AE5E9FF}" dt="2021-03-09T13:45:19.229" v="28" actId="2696"/>
        <pc:sldMkLst>
          <pc:docMk/>
          <pc:sldMk cId="3287529512" sldId="645"/>
        </pc:sldMkLst>
      </pc:sldChg>
      <pc:sldChg chg="del">
        <pc:chgData name="Laurent Corso" userId="0219eb03-2eeb-46d4-b992-439547476408" providerId="ADAL" clId="{10345B20-B6DD-4BCA-B9BD-5B798AE5E9FF}" dt="2021-03-09T13:45:19.198" v="20" actId="2696"/>
        <pc:sldMkLst>
          <pc:docMk/>
          <pc:sldMk cId="2917881818" sldId="646"/>
        </pc:sldMkLst>
      </pc:sldChg>
      <pc:sldChg chg="del">
        <pc:chgData name="Laurent Corso" userId="0219eb03-2eeb-46d4-b992-439547476408" providerId="ADAL" clId="{10345B20-B6DD-4BCA-B9BD-5B798AE5E9FF}" dt="2021-03-09T13:45:12.497" v="11" actId="2696"/>
        <pc:sldMkLst>
          <pc:docMk/>
          <pc:sldMk cId="1083423146" sldId="648"/>
        </pc:sldMkLst>
      </pc:sldChg>
      <pc:sldChg chg="del">
        <pc:chgData name="Laurent Corso" userId="0219eb03-2eeb-46d4-b992-439547476408" providerId="ADAL" clId="{10345B20-B6DD-4BCA-B9BD-5B798AE5E9FF}" dt="2021-03-09T13:45:12.512" v="12" actId="2696"/>
        <pc:sldMkLst>
          <pc:docMk/>
          <pc:sldMk cId="992665136" sldId="649"/>
        </pc:sldMkLst>
      </pc:sldChg>
      <pc:sldChg chg="del">
        <pc:chgData name="Laurent Corso" userId="0219eb03-2eeb-46d4-b992-439547476408" providerId="ADAL" clId="{10345B20-B6DD-4BCA-B9BD-5B798AE5E9FF}" dt="2021-03-09T13:45:12.512" v="13" actId="2696"/>
        <pc:sldMkLst>
          <pc:docMk/>
          <pc:sldMk cId="3179766339" sldId="650"/>
        </pc:sldMkLst>
      </pc:sldChg>
      <pc:sldChg chg="del">
        <pc:chgData name="Laurent Corso" userId="0219eb03-2eeb-46d4-b992-439547476408" providerId="ADAL" clId="{10345B20-B6DD-4BCA-B9BD-5B798AE5E9FF}" dt="2021-03-09T13:45:12.512" v="14" actId="2696"/>
        <pc:sldMkLst>
          <pc:docMk/>
          <pc:sldMk cId="2515765217" sldId="651"/>
        </pc:sldMkLst>
      </pc:sldChg>
      <pc:sldChg chg="del">
        <pc:chgData name="Laurent Corso" userId="0219eb03-2eeb-46d4-b992-439547476408" providerId="ADAL" clId="{10345B20-B6DD-4BCA-B9BD-5B798AE5E9FF}" dt="2021-03-09T13:45:12.512" v="15" actId="2696"/>
        <pc:sldMkLst>
          <pc:docMk/>
          <pc:sldMk cId="3424702006" sldId="652"/>
        </pc:sldMkLst>
      </pc:sldChg>
      <pc:sldChg chg="del">
        <pc:chgData name="Laurent Corso" userId="0219eb03-2eeb-46d4-b992-439547476408" providerId="ADAL" clId="{10345B20-B6DD-4BCA-B9BD-5B798AE5E9FF}" dt="2021-03-09T13:45:12.528" v="16" actId="2696"/>
        <pc:sldMkLst>
          <pc:docMk/>
          <pc:sldMk cId="2322230438" sldId="653"/>
        </pc:sldMkLst>
      </pc:sldChg>
      <pc:sldChg chg="del">
        <pc:chgData name="Laurent Corso" userId="0219eb03-2eeb-46d4-b992-439547476408" providerId="ADAL" clId="{10345B20-B6DD-4BCA-B9BD-5B798AE5E9FF}" dt="2021-03-09T13:45:12.528" v="17" actId="2696"/>
        <pc:sldMkLst>
          <pc:docMk/>
          <pc:sldMk cId="1332898329" sldId="654"/>
        </pc:sldMkLst>
      </pc:sldChg>
      <pc:sldChg chg="del">
        <pc:chgData name="Laurent Corso" userId="0219eb03-2eeb-46d4-b992-439547476408" providerId="ADAL" clId="{10345B20-B6DD-4BCA-B9BD-5B798AE5E9FF}" dt="2021-03-09T13:45:12.535" v="18" actId="2696"/>
        <pc:sldMkLst>
          <pc:docMk/>
          <pc:sldMk cId="1240707696" sldId="655"/>
        </pc:sldMkLst>
      </pc:sldChg>
      <pc:sldChg chg="del">
        <pc:chgData name="Laurent Corso" userId="0219eb03-2eeb-46d4-b992-439547476408" providerId="ADAL" clId="{10345B20-B6DD-4BCA-B9BD-5B798AE5E9FF}" dt="2021-03-09T13:45:12.535" v="19" actId="2696"/>
        <pc:sldMkLst>
          <pc:docMk/>
          <pc:sldMk cId="634128357" sldId="656"/>
        </pc:sldMkLst>
      </pc:sldChg>
      <pc:sldChg chg="del">
        <pc:chgData name="Laurent Corso" userId="0219eb03-2eeb-46d4-b992-439547476408" providerId="ADAL" clId="{10345B20-B6DD-4BCA-B9BD-5B798AE5E9FF}" dt="2021-03-09T13:45:07.112" v="1" actId="2696"/>
        <pc:sldMkLst>
          <pc:docMk/>
          <pc:sldMk cId="1495101538" sldId="658"/>
        </pc:sldMkLst>
      </pc:sldChg>
      <pc:sldChg chg="del">
        <pc:chgData name="Laurent Corso" userId="0219eb03-2eeb-46d4-b992-439547476408" providerId="ADAL" clId="{10345B20-B6DD-4BCA-B9BD-5B798AE5E9FF}" dt="2021-03-09T13:45:07.120" v="2" actId="2696"/>
        <pc:sldMkLst>
          <pc:docMk/>
          <pc:sldMk cId="2659427443" sldId="659"/>
        </pc:sldMkLst>
      </pc:sldChg>
      <pc:sldChg chg="del">
        <pc:chgData name="Laurent Corso" userId="0219eb03-2eeb-46d4-b992-439547476408" providerId="ADAL" clId="{10345B20-B6DD-4BCA-B9BD-5B798AE5E9FF}" dt="2021-03-09T13:45:07.131" v="3" actId="2696"/>
        <pc:sldMkLst>
          <pc:docMk/>
          <pc:sldMk cId="1408585220" sldId="660"/>
        </pc:sldMkLst>
      </pc:sldChg>
      <pc:sldChg chg="del">
        <pc:chgData name="Laurent Corso" userId="0219eb03-2eeb-46d4-b992-439547476408" providerId="ADAL" clId="{10345B20-B6DD-4BCA-B9BD-5B798AE5E9FF}" dt="2021-03-09T13:45:07.133" v="4" actId="2696"/>
        <pc:sldMkLst>
          <pc:docMk/>
          <pc:sldMk cId="76680758" sldId="661"/>
        </pc:sldMkLst>
      </pc:sldChg>
      <pc:sldChg chg="del">
        <pc:chgData name="Laurent Corso" userId="0219eb03-2eeb-46d4-b992-439547476408" providerId="ADAL" clId="{10345B20-B6DD-4BCA-B9BD-5B798AE5E9FF}" dt="2021-03-09T13:45:07.133" v="5" actId="2696"/>
        <pc:sldMkLst>
          <pc:docMk/>
          <pc:sldMk cId="1462175483" sldId="662"/>
        </pc:sldMkLst>
      </pc:sldChg>
      <pc:sldChg chg="del">
        <pc:chgData name="Laurent Corso" userId="0219eb03-2eeb-46d4-b992-439547476408" providerId="ADAL" clId="{10345B20-B6DD-4BCA-B9BD-5B798AE5E9FF}" dt="2021-03-09T13:45:07.143" v="6" actId="2696"/>
        <pc:sldMkLst>
          <pc:docMk/>
          <pc:sldMk cId="2691499499" sldId="663"/>
        </pc:sldMkLst>
      </pc:sldChg>
      <pc:sldChg chg="del">
        <pc:chgData name="Laurent Corso" userId="0219eb03-2eeb-46d4-b992-439547476408" providerId="ADAL" clId="{10345B20-B6DD-4BCA-B9BD-5B798AE5E9FF}" dt="2021-03-09T13:45:07.143" v="7" actId="2696"/>
        <pc:sldMkLst>
          <pc:docMk/>
          <pc:sldMk cId="471850941" sldId="664"/>
        </pc:sldMkLst>
      </pc:sldChg>
      <pc:sldChg chg="del">
        <pc:chgData name="Laurent Corso" userId="0219eb03-2eeb-46d4-b992-439547476408" providerId="ADAL" clId="{10345B20-B6DD-4BCA-B9BD-5B798AE5E9FF}" dt="2021-03-09T13:45:07.153" v="8" actId="2696"/>
        <pc:sldMkLst>
          <pc:docMk/>
          <pc:sldMk cId="688090077" sldId="665"/>
        </pc:sldMkLst>
      </pc:sldChg>
      <pc:sldChg chg="del">
        <pc:chgData name="Laurent Corso" userId="0219eb03-2eeb-46d4-b992-439547476408" providerId="ADAL" clId="{10345B20-B6DD-4BCA-B9BD-5B798AE5E9FF}" dt="2021-03-09T13:45:07.193" v="9" actId="2696"/>
        <pc:sldMkLst>
          <pc:docMk/>
          <pc:sldMk cId="169855062" sldId="666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18830" cy="493316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15375" y="0"/>
            <a:ext cx="2918830" cy="493316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E47068CA-F0DC-447A-B9ED-AE95D731C7D8}" type="datetimeFigureOut">
              <a:rPr lang="fr-FR" smtClean="0"/>
              <a:pPr/>
              <a:t>03/12/2023</a:t>
            </a:fld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1" y="9371285"/>
            <a:ext cx="2918830" cy="493316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15375" y="9371285"/>
            <a:ext cx="2918830" cy="493316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49110657-391D-4BAF-82B8-BBA3EA77C61C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506286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18830" cy="493316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15375" y="0"/>
            <a:ext cx="2918830" cy="493316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B000F49C-6693-442B-81D1-9FE7387508D2}" type="datetimeFigureOut">
              <a:rPr lang="fr-FR" smtClean="0"/>
              <a:pPr/>
              <a:t>03/12/2023</a:t>
            </a:fld>
            <a:endParaRPr lang="fr-FR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900113" y="739775"/>
            <a:ext cx="4935537" cy="37004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fr-FR" dirty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73577" y="4686500"/>
            <a:ext cx="5388610" cy="4439841"/>
          </a:xfrm>
          <a:prstGeom prst="rect">
            <a:avLst/>
          </a:prstGeom>
        </p:spPr>
        <p:txBody>
          <a:bodyPr vert="horz" lIns="93177" tIns="46589" rIns="93177" bIns="46589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1" y="9371285"/>
            <a:ext cx="2918830" cy="493316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15375" y="9371285"/>
            <a:ext cx="2918830" cy="493316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784742A2-A700-4112-A494-09AD92282681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962851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916992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605025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54707-722F-4A60-9660-96DE0BD69967}" type="datetime1">
              <a:rPr lang="fr-FR" smtClean="0"/>
              <a:pPr/>
              <a:t>03/12/2023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6120437"/>
      </p:ext>
    </p:extLst>
  </p:cSld>
  <p:clrMapOvr>
    <a:masterClrMapping/>
  </p:clrMapOvr>
  <p:transition>
    <p:dissolv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CC7C1-4123-4C24-970B-DF08A948B31A}" type="datetime1">
              <a:rPr lang="fr-FR" smtClean="0"/>
              <a:pPr/>
              <a:t>03/12/2023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62437040"/>
      </p:ext>
    </p:extLst>
  </p:cSld>
  <p:clrMapOvr>
    <a:masterClrMapping/>
  </p:clrMapOvr>
  <p:transition>
    <p:dissolv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D4349-2926-4739-B2B4-B0A22C79AD76}" type="datetime1">
              <a:rPr lang="fr-FR" smtClean="0"/>
              <a:pPr/>
              <a:t>03/12/2023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98743144"/>
      </p:ext>
    </p:extLst>
  </p:cSld>
  <p:clrMapOvr>
    <a:masterClrMapping/>
  </p:clrMapOvr>
  <p:transition>
    <p:dissolv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1A9A2-D604-4289-935B-9578668F5708}" type="datetime1">
              <a:rPr lang="fr-FR" smtClean="0"/>
              <a:pPr/>
              <a:t>03/12/2023</a:t>
            </a:fld>
            <a:endParaRPr lang="fr-FR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13268227"/>
      </p:ext>
    </p:extLst>
  </p:cSld>
  <p:clrMapOvr>
    <a:masterClrMapping/>
  </p:clrMapOvr>
  <p:transition>
    <p:dissolv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F17A7-122D-4D2C-981C-2563884CC80D}" type="datetime1">
              <a:rPr lang="fr-FR" smtClean="0"/>
              <a:pPr/>
              <a:t>03/12/2023</a:t>
            </a:fld>
            <a:endParaRPr lang="fr-FR" dirty="0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92774561"/>
      </p:ext>
    </p:extLst>
  </p:cSld>
  <p:clrMapOvr>
    <a:masterClrMapping/>
  </p:clrMapOvr>
  <p:transition>
    <p:dissolv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64D67-A364-4951-A604-4FB7C704199C}" type="datetime1">
              <a:rPr lang="fr-FR" smtClean="0"/>
              <a:pPr/>
              <a:t>03/12/2023</a:t>
            </a:fld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02988046"/>
      </p:ext>
    </p:extLst>
  </p:cSld>
  <p:clrMapOvr>
    <a:masterClrMapping/>
  </p:clrMapOvr>
  <p:transition>
    <p:dissolv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B0018-CA76-4639-9B9A-2AF7193C4869}" type="datetime1">
              <a:rPr lang="fr-FR" smtClean="0"/>
              <a:pPr/>
              <a:t>03/12/2023</a:t>
            </a:fld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4977712"/>
      </p:ext>
    </p:extLst>
  </p:cSld>
  <p:clrMapOvr>
    <a:masterClrMapping/>
  </p:clrMapOvr>
  <p:transition>
    <p:dissolv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5FB98-594B-4234-8183-CBD2456B9B9F}" type="datetime1">
              <a:rPr lang="fr-FR" smtClean="0"/>
              <a:pPr/>
              <a:t>03/12/2023</a:t>
            </a:fld>
            <a:endParaRPr lang="fr-FR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07706099"/>
      </p:ext>
    </p:extLst>
  </p:cSld>
  <p:clrMapOvr>
    <a:masterClrMapping/>
  </p:clrMapOvr>
  <p:transition>
    <p:dissolv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778DC-9C57-4CFF-828C-427A77C042C6}" type="datetime1">
              <a:rPr lang="fr-FR" smtClean="0"/>
              <a:pPr/>
              <a:t>03/12/2023</a:t>
            </a:fld>
            <a:endParaRPr lang="fr-FR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97869016"/>
      </p:ext>
    </p:extLst>
  </p:cSld>
  <p:clrMapOvr>
    <a:masterClrMapping/>
  </p:clrMapOvr>
  <p:transition>
    <p:dissolv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D243E-C9CA-4284-A135-5AD0E7301BAF}" type="datetime1">
              <a:rPr lang="fr-FR" smtClean="0"/>
              <a:pPr/>
              <a:t>03/12/2023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45779792"/>
      </p:ext>
    </p:extLst>
  </p:cSld>
  <p:clrMapOvr>
    <a:masterClrMapping/>
  </p:clrMapOvr>
  <p:transition>
    <p:dissolv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5C91F-E0F1-4223-AF77-52AB0CC9E474}" type="datetime1">
              <a:rPr lang="fr-FR" smtClean="0"/>
              <a:pPr/>
              <a:t>03/12/2023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2737913"/>
      </p:ext>
    </p:extLst>
  </p:cSld>
  <p:clrMapOvr>
    <a:masterClrMapping/>
  </p:clrMapOvr>
  <p:transition>
    <p:dissolv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16000"/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319711-FEBE-4F6F-8DA5-FF72666C7073}" type="datetime1">
              <a:rPr lang="fr-FR" smtClean="0"/>
              <a:pPr/>
              <a:t>03/12/2023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63354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>
    <p:dissolve/>
  </p:transition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alphaModFix amt="16000"/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F4491179-0463-41A7-AC10-AFA71369D51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lvl="0">
              <a:spcBef>
                <a:spcPct val="20000"/>
              </a:spcBef>
            </a:pPr>
            <a:r>
              <a:rPr lang="fr-BE" sz="8000" b="1" i="1" dirty="0">
                <a:ea typeface="+mn-ea"/>
                <a:cs typeface="Times New Roman" pitchFamily="18" charset="0"/>
              </a:rPr>
              <a:t>Les transferts</a:t>
            </a:r>
            <a:endParaRPr lang="fr-BE" dirty="0"/>
          </a:p>
        </p:txBody>
      </p:sp>
      <p:sp>
        <p:nvSpPr>
          <p:cNvPr id="3" name="Espace réservé du contenu 2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pPr algn="ctr">
              <a:buNone/>
            </a:pPr>
            <a:r>
              <a:rPr lang="fr-BE" b="1" i="1" dirty="0">
                <a:solidFill>
                  <a:srgbClr val="C00000"/>
                </a:solidFill>
                <a:cs typeface="Times New Roman" pitchFamily="18" charset="0"/>
              </a:rPr>
              <a:t>Art. 132 </a:t>
            </a:r>
            <a:r>
              <a:rPr lang="fr-BE" b="1" i="1" dirty="0">
                <a:solidFill>
                  <a:schemeClr val="tx1"/>
                </a:solidFill>
                <a:cs typeface="Times New Roman" pitchFamily="18" charset="0"/>
              </a:rPr>
              <a:t>de l’</a:t>
            </a:r>
            <a:r>
              <a:rPr lang="fr-BE" b="1" i="1" dirty="0">
                <a:solidFill>
                  <a:srgbClr val="C00000"/>
                </a:solidFill>
                <a:cs typeface="Times New Roman" pitchFamily="18" charset="0"/>
              </a:rPr>
              <a:t>AR</a:t>
            </a:r>
            <a:r>
              <a:rPr lang="fr-BE" b="1" i="1" dirty="0">
                <a:solidFill>
                  <a:schemeClr val="tx1"/>
                </a:solidFill>
                <a:cs typeface="Times New Roman" pitchFamily="18" charset="0"/>
              </a:rPr>
              <a:t> du 25.11.1991</a:t>
            </a:r>
          </a:p>
          <a:p>
            <a:pPr algn="ctr">
              <a:buNone/>
            </a:pPr>
            <a:r>
              <a:rPr lang="fr-BE" b="1" i="1" dirty="0">
                <a:solidFill>
                  <a:srgbClr val="C00000"/>
                </a:solidFill>
                <a:cs typeface="Times New Roman" pitchFamily="18" charset="0"/>
              </a:rPr>
              <a:t>Art. 76 à 82 </a:t>
            </a:r>
            <a:r>
              <a:rPr lang="fr-BE" b="1" i="1" dirty="0">
                <a:solidFill>
                  <a:schemeClr val="tx1"/>
                </a:solidFill>
                <a:cs typeface="Times New Roman" pitchFamily="18" charset="0"/>
              </a:rPr>
              <a:t>de l’</a:t>
            </a:r>
            <a:r>
              <a:rPr lang="fr-BE" b="1" i="1" dirty="0">
                <a:solidFill>
                  <a:srgbClr val="C00000"/>
                </a:solidFill>
                <a:cs typeface="Times New Roman" pitchFamily="18" charset="0"/>
              </a:rPr>
              <a:t>AM</a:t>
            </a:r>
            <a:r>
              <a:rPr lang="fr-BE" b="1" i="1" dirty="0">
                <a:solidFill>
                  <a:schemeClr val="tx1"/>
                </a:solidFill>
                <a:cs typeface="Times New Roman" pitchFamily="18" charset="0"/>
              </a:rPr>
              <a:t> du 26.11.1991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</a:t>
            </a:fld>
            <a:endParaRPr lang="fr-FR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595B5E16-32E6-4654-8C6C-452AF69E9593}"/>
              </a:ext>
            </a:extLst>
          </p:cNvPr>
          <p:cNvSpPr txBox="1"/>
          <p:nvPr/>
        </p:nvSpPr>
        <p:spPr>
          <a:xfrm>
            <a:off x="685800" y="5987018"/>
            <a:ext cx="2880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dirty="0"/>
              <a:t>FLT – Version du 31.07.2023</a:t>
            </a:r>
          </a:p>
        </p:txBody>
      </p:sp>
    </p:spTree>
    <p:extLst>
      <p:ext uri="{BB962C8B-B14F-4D97-AF65-F5344CB8AC3E}">
        <p14:creationId xmlns:p14="http://schemas.microsoft.com/office/powerpoint/2010/main" val="26218908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alphaModFix amt="16000"/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Table des </a:t>
            </a:r>
            <a:r>
              <a:rPr lang="fr-BE" sz="4000" b="1" dirty="0"/>
              <a:t>matières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</a:t>
            </a:fld>
            <a:endParaRPr lang="fr-FR" dirty="0"/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E7D18300-68D2-4078-A74A-ABDA6219BF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363272" cy="4525963"/>
          </a:xfrm>
        </p:spPr>
        <p:txBody>
          <a:bodyPr>
            <a:noAutofit/>
          </a:bodyPr>
          <a:lstStyle/>
          <a:p>
            <a:pPr marL="514350" indent="-514350">
              <a:spcBef>
                <a:spcPts val="600"/>
              </a:spcBef>
              <a:buAutoNum type="arabicPeriod"/>
            </a:pPr>
            <a:r>
              <a:rPr lang="fr-BE" sz="3000" dirty="0"/>
              <a:t>Définitions						</a:t>
            </a:r>
            <a:r>
              <a:rPr lang="fr-BE" sz="2400" dirty="0"/>
              <a:t>pg. 3</a:t>
            </a:r>
            <a:endParaRPr lang="fr-BE" sz="3000" dirty="0"/>
          </a:p>
          <a:p>
            <a:pPr marL="514350" indent="-514350">
              <a:spcBef>
                <a:spcPts val="600"/>
              </a:spcBef>
              <a:buFont typeface="Arial" pitchFamily="34" charset="0"/>
              <a:buAutoNum type="arabicPeriod"/>
            </a:pPr>
            <a:r>
              <a:rPr lang="fr-BE" sz="3000" dirty="0"/>
              <a:t>Transferts d’OP.					</a:t>
            </a:r>
            <a:r>
              <a:rPr lang="fr-BE" sz="2400" dirty="0"/>
              <a:t>pg. 5</a:t>
            </a:r>
          </a:p>
          <a:p>
            <a:pPr marL="514350" indent="-514350">
              <a:spcBef>
                <a:spcPts val="600"/>
              </a:spcBef>
              <a:buFont typeface="Arial" pitchFamily="34" charset="0"/>
              <a:buAutoNum type="arabicPeriod"/>
            </a:pPr>
            <a:r>
              <a:rPr lang="fr-BE" sz="3000" dirty="0"/>
              <a:t>Transferts de BC.					</a:t>
            </a:r>
            <a:r>
              <a:rPr lang="fr-BE" sz="2400" dirty="0"/>
              <a:t>pg. 8</a:t>
            </a:r>
            <a:endParaRPr lang="fr-BE" sz="4000" dirty="0"/>
          </a:p>
          <a:p>
            <a:pPr marL="514350" indent="-514350">
              <a:spcBef>
                <a:spcPts val="600"/>
              </a:spcBef>
              <a:buFont typeface="Arial" pitchFamily="34" charset="0"/>
              <a:buAutoNum type="arabicPeriod"/>
            </a:pPr>
            <a:r>
              <a:rPr lang="fr-BE" sz="3000" dirty="0"/>
              <a:t>Transferts de BC &amp; d’OP.</a:t>
            </a:r>
            <a:r>
              <a:rPr lang="fr-BE" dirty="0"/>
              <a:t> 				</a:t>
            </a:r>
            <a:r>
              <a:rPr lang="fr-BE" sz="2400" dirty="0"/>
              <a:t>pg. 10</a:t>
            </a:r>
            <a:endParaRPr lang="fr-BE" sz="3000" dirty="0"/>
          </a:p>
          <a:p>
            <a:pPr marL="514350" indent="-514350">
              <a:spcBef>
                <a:spcPts val="600"/>
              </a:spcBef>
              <a:buFont typeface="Arial" pitchFamily="34" charset="0"/>
              <a:buAutoNum type="arabicPeriod"/>
            </a:pPr>
            <a:r>
              <a:rPr lang="fr-BE" sz="3000" dirty="0"/>
              <a:t>Modalités pratiques.				</a:t>
            </a:r>
            <a:r>
              <a:rPr lang="fr-BE" sz="2400" dirty="0"/>
              <a:t>pg. 11</a:t>
            </a:r>
          </a:p>
          <a:p>
            <a:pPr marL="514350" indent="-514350">
              <a:spcBef>
                <a:spcPts val="600"/>
              </a:spcBef>
              <a:buFont typeface="Arial" pitchFamily="34" charset="0"/>
              <a:buAutoNum type="arabicPeriod"/>
            </a:pPr>
            <a:r>
              <a:rPr lang="fr-BE" sz="3000" dirty="0"/>
              <a:t>Types C9						</a:t>
            </a:r>
            <a:r>
              <a:rPr lang="fr-BE" sz="2400" dirty="0"/>
              <a:t>pg. 14</a:t>
            </a:r>
            <a:endParaRPr lang="fr-BE" sz="3000" dirty="0"/>
          </a:p>
          <a:p>
            <a:pPr marL="514350" lvl="0" indent="-514350">
              <a:spcBef>
                <a:spcPts val="600"/>
              </a:spcBef>
              <a:buFont typeface="Arial" pitchFamily="34" charset="0"/>
              <a:buAutoNum type="arabicPeriod"/>
            </a:pPr>
            <a:r>
              <a:rPr lang="fr-BE" sz="3000" dirty="0"/>
              <a:t>Exercices.						</a:t>
            </a:r>
            <a:r>
              <a:rPr lang="fr-BE" sz="2400" dirty="0">
                <a:solidFill>
                  <a:prstClr val="black"/>
                </a:solidFill>
              </a:rPr>
              <a:t>pg. 15</a:t>
            </a:r>
            <a:endParaRPr lang="fr-BE" sz="40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24466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F4E476B-3C01-4083-B78C-33C956FC8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/>
              <a:t>1. Définitions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9E2F93C-59B9-4508-B923-2018151C1D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BE" sz="3000" b="1" u="sng" dirty="0">
                <a:solidFill>
                  <a:srgbClr val="C00000"/>
                </a:solidFill>
              </a:rPr>
              <a:t>OP</a:t>
            </a:r>
            <a:r>
              <a:rPr lang="fr-BE" sz="3000" dirty="0"/>
              <a:t> = </a:t>
            </a:r>
            <a:r>
              <a:rPr lang="fr-BE" sz="3000" b="1" u="sng" dirty="0"/>
              <a:t>O</a:t>
            </a:r>
            <a:r>
              <a:rPr lang="fr-BE" sz="3000" dirty="0"/>
              <a:t>rganisme de </a:t>
            </a:r>
            <a:r>
              <a:rPr lang="fr-BE" sz="3000" b="1" u="sng" dirty="0"/>
              <a:t>P</a:t>
            </a:r>
            <a:r>
              <a:rPr lang="fr-BE" sz="3000" dirty="0"/>
              <a:t>aiement.</a:t>
            </a:r>
          </a:p>
          <a:p>
            <a:pPr marL="544513" indent="0">
              <a:spcBef>
                <a:spcPts val="600"/>
              </a:spcBef>
              <a:buNone/>
            </a:pPr>
            <a:r>
              <a:rPr lang="fr-BE" sz="3000" i="1" dirty="0">
                <a:solidFill>
                  <a:srgbClr val="002060"/>
                </a:solidFill>
              </a:rPr>
              <a:t>CAPAC (1) – CSC (2) – FGTB (3) – CGSLB (4)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BE" sz="3000" b="1" dirty="0">
                <a:solidFill>
                  <a:srgbClr val="C00000"/>
                </a:solidFill>
              </a:rPr>
              <a:t>Section d’OP</a:t>
            </a:r>
            <a:r>
              <a:rPr lang="fr-BE" sz="3000" b="1" dirty="0"/>
              <a:t> = Section d’organisme de paiement.</a:t>
            </a:r>
          </a:p>
          <a:p>
            <a:pPr marL="544513" lvl="0" indent="0">
              <a:spcBef>
                <a:spcPts val="600"/>
              </a:spcBef>
              <a:buNone/>
            </a:pPr>
            <a:r>
              <a:rPr lang="fr-BE" sz="3000" i="1" dirty="0">
                <a:solidFill>
                  <a:srgbClr val="002060"/>
                </a:solidFill>
              </a:rPr>
              <a:t>CSC OP Wallon (2.920) – CSC Bruxelles </a:t>
            </a:r>
            <a:r>
              <a:rPr lang="fr-BE" sz="3000" i="1">
                <a:solidFill>
                  <a:srgbClr val="002060"/>
                </a:solidFill>
              </a:rPr>
              <a:t>(2.210</a:t>
            </a:r>
            <a:r>
              <a:rPr lang="fr-BE" sz="3000" i="1" dirty="0">
                <a:solidFill>
                  <a:srgbClr val="002060"/>
                </a:solidFill>
              </a:rPr>
              <a:t>)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BE" sz="3000" b="1" dirty="0"/>
              <a:t>OP cédant </a:t>
            </a:r>
            <a:r>
              <a:rPr lang="fr-BE" sz="3000" dirty="0"/>
              <a:t>= OP que l’assuré social quitte.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BE" sz="3000" b="1" dirty="0"/>
              <a:t>OP prenant </a:t>
            </a:r>
            <a:r>
              <a:rPr lang="fr-BE" sz="3000" dirty="0"/>
              <a:t>= OP auprès duquel l’assuré social s’inscrit.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fr-BE" sz="3000" dirty="0"/>
              <a:t>    Le choix de l’OP est libre pour les assurés sociaux.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1180809-02BF-4E71-A233-272905CF2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3</a:t>
            </a:fld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3C4D0D4-3219-4AEE-A02D-690F41ABCB5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76" t="20586" r="83074" b="54202"/>
          <a:stretch/>
        </p:blipFill>
        <p:spPr>
          <a:xfrm>
            <a:off x="457200" y="5806869"/>
            <a:ext cx="368866" cy="331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688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F4E476B-3C01-4083-B78C-33C956FC8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/>
              <a:t>1. Définitions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9E2F93C-59B9-4508-B923-2018151C1D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BE" sz="3000" b="1" u="sng" dirty="0">
                <a:solidFill>
                  <a:srgbClr val="C00000"/>
                </a:solidFill>
              </a:rPr>
              <a:t>BC</a:t>
            </a:r>
            <a:r>
              <a:rPr lang="fr-BE" sz="3000" dirty="0"/>
              <a:t> = </a:t>
            </a:r>
            <a:r>
              <a:rPr lang="fr-BE" sz="3000" b="1" u="sng" dirty="0"/>
              <a:t>B</a:t>
            </a:r>
            <a:r>
              <a:rPr lang="fr-BE" sz="3000" dirty="0"/>
              <a:t>ureau de </a:t>
            </a:r>
            <a:r>
              <a:rPr lang="fr-BE" sz="3000" b="1" u="sng" dirty="0"/>
              <a:t>C</a:t>
            </a:r>
            <a:r>
              <a:rPr lang="fr-BE" sz="3000" dirty="0"/>
              <a:t>hômage.</a:t>
            </a:r>
          </a:p>
          <a:p>
            <a:pPr marL="544513" indent="0">
              <a:spcBef>
                <a:spcPts val="600"/>
              </a:spcBef>
              <a:buNone/>
            </a:pPr>
            <a:r>
              <a:rPr lang="fr-BE" sz="3000" i="1" dirty="0">
                <a:solidFill>
                  <a:srgbClr val="002060"/>
                </a:solidFill>
              </a:rPr>
              <a:t>BC Liège (62) – BC Tournai (56)</a:t>
            </a:r>
          </a:p>
          <a:p>
            <a:pPr marL="544513" indent="0">
              <a:spcBef>
                <a:spcPts val="600"/>
              </a:spcBef>
              <a:buNone/>
            </a:pPr>
            <a:r>
              <a:rPr lang="fr-BE" sz="3000" i="1" dirty="0">
                <a:solidFill>
                  <a:srgbClr val="002060"/>
                </a:solidFill>
              </a:rPr>
              <a:t>BC La Louvière (54) – BC Bruxelles (21)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BE" sz="3000" b="1" dirty="0"/>
              <a:t>BC cédant </a:t>
            </a:r>
            <a:r>
              <a:rPr lang="fr-BE" sz="3000" dirty="0"/>
              <a:t>= BC que l’assuré social quitte.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BE" sz="3000" b="1" dirty="0"/>
              <a:t>BC prenant </a:t>
            </a:r>
            <a:r>
              <a:rPr lang="fr-BE" sz="3000" dirty="0"/>
              <a:t>= BC auprès duquel l’assuré social s’inscrit.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§"/>
            </a:pPr>
            <a:endParaRPr lang="fr-BE" sz="1200" dirty="0"/>
          </a:p>
          <a:p>
            <a:pPr marL="0" indent="0">
              <a:spcBef>
                <a:spcPts val="600"/>
              </a:spcBef>
              <a:buNone/>
            </a:pPr>
            <a:r>
              <a:rPr lang="fr-BE" sz="3000" dirty="0"/>
              <a:t>    Le choix du BC dépend de l’adresse de résidence (code postal) de l’assuré social.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1180809-02BF-4E71-A233-272905CF2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4</a:t>
            </a:fld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83E09CD-EA71-4EB4-9A19-4A23F5D31B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093193"/>
            <a:ext cx="371888" cy="329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481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F4E476B-3C01-4083-B78C-33C956FC8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/>
              <a:t>2. Transferts d’OP</a:t>
            </a:r>
          </a:p>
        </p:txBody>
      </p:sp>
      <p:graphicFrame>
        <p:nvGraphicFramePr>
          <p:cNvPr id="6" name="Espace réservé du contenu 5">
            <a:extLst>
              <a:ext uri="{FF2B5EF4-FFF2-40B4-BE49-F238E27FC236}">
                <a16:creationId xmlns:a16="http://schemas.microsoft.com/office/drawing/2014/main" id="{9BE21F50-2A0C-4CAA-9CF5-806DC9E56DD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62015944"/>
              </p:ext>
            </p:extLst>
          </p:nvPr>
        </p:nvGraphicFramePr>
        <p:xfrm>
          <a:off x="457200" y="1600200"/>
          <a:ext cx="8229600" cy="51206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738536">
                  <a:extLst>
                    <a:ext uri="{9D8B030D-6E8A-4147-A177-3AD203B41FA5}">
                      <a16:colId xmlns:a16="http://schemas.microsoft.com/office/drawing/2014/main" val="3779658469"/>
                    </a:ext>
                  </a:extLst>
                </a:gridCol>
                <a:gridCol w="3199224">
                  <a:extLst>
                    <a:ext uri="{9D8B030D-6E8A-4147-A177-3AD203B41FA5}">
                      <a16:colId xmlns:a16="http://schemas.microsoft.com/office/drawing/2014/main" val="1179540269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509921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BE" sz="2400" b="1" dirty="0">
                          <a:solidFill>
                            <a:srgbClr val="C00000"/>
                          </a:solidFill>
                        </a:rPr>
                        <a:t>En cours </a:t>
                      </a:r>
                      <a:r>
                        <a:rPr lang="fr-BE" sz="2400" b="1" dirty="0">
                          <a:solidFill>
                            <a:schemeClr val="tx1"/>
                          </a:solidFill>
                        </a:rPr>
                        <a:t>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400" dirty="0">
                          <a:solidFill>
                            <a:schemeClr val="tx1"/>
                          </a:solidFill>
                        </a:rPr>
                        <a:t>Délai d’introduction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400" dirty="0">
                          <a:solidFill>
                            <a:schemeClr val="tx1"/>
                          </a:solidFill>
                        </a:rPr>
                        <a:t>Prise d’effet du transfert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3275904"/>
                  </a:ext>
                </a:extLst>
              </a:tr>
              <a:tr h="514856">
                <a:tc>
                  <a:txBody>
                    <a:bodyPr/>
                    <a:lstStyle/>
                    <a:p>
                      <a:r>
                        <a:rPr lang="fr-BE" sz="2400" b="1" dirty="0"/>
                        <a:t>Chômage Complet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BE" sz="2400" b="0" dirty="0">
                          <a:solidFill>
                            <a:schemeClr val="tx1"/>
                          </a:solidFill>
                        </a:rPr>
                        <a:t>Le </a:t>
                      </a:r>
                      <a:r>
                        <a:rPr lang="fr-BE" sz="2400" b="1" dirty="0">
                          <a:solidFill>
                            <a:schemeClr val="tx1"/>
                          </a:solidFill>
                        </a:rPr>
                        <a:t>dernier jour du mois précédant</a:t>
                      </a:r>
                      <a:r>
                        <a:rPr lang="fr-BE" sz="2400" b="0" dirty="0">
                          <a:solidFill>
                            <a:schemeClr val="tx1"/>
                          </a:solidFill>
                        </a:rPr>
                        <a:t> celui pour lequel le transfert est demandé.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BE" sz="2400" dirty="0">
                          <a:solidFill>
                            <a:schemeClr val="tx1"/>
                          </a:solidFill>
                        </a:rPr>
                        <a:t>Au </a:t>
                      </a:r>
                      <a:r>
                        <a:rPr lang="fr-BE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fr-BE" sz="2400" b="1" baseline="30000" dirty="0">
                          <a:solidFill>
                            <a:schemeClr val="tx1"/>
                          </a:solidFill>
                        </a:rPr>
                        <a:t>ier</a:t>
                      </a:r>
                      <a:r>
                        <a:rPr lang="fr-BE" sz="2400" b="1" dirty="0">
                          <a:solidFill>
                            <a:schemeClr val="tx1"/>
                          </a:solidFill>
                        </a:rPr>
                        <a:t> jour du mois qui suit </a:t>
                      </a:r>
                      <a:r>
                        <a:rPr lang="fr-BE" sz="2400" dirty="0">
                          <a:solidFill>
                            <a:schemeClr val="tx1"/>
                          </a:solidFill>
                        </a:rPr>
                        <a:t>celui au cours duquel le BC a reçu le flux EC8.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34207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BE" sz="2400" b="1" dirty="0"/>
                        <a:t>AGR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BE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 </a:t>
                      </a:r>
                      <a:r>
                        <a:rPr kumimoji="0" lang="fr-BE" sz="2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dernier jour du mois précédant</a:t>
                      </a:r>
                      <a:r>
                        <a:rPr kumimoji="0" lang="fr-BE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celui pour lequel le transfert est demandé.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BE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Au </a:t>
                      </a:r>
                      <a:r>
                        <a:rPr kumimoji="0" lang="fr-BE" sz="2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kumimoji="0" lang="fr-BE" sz="2400" b="1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ier</a:t>
                      </a:r>
                      <a:r>
                        <a:rPr kumimoji="0" lang="fr-BE" sz="2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jour du mois qui suit </a:t>
                      </a:r>
                      <a:r>
                        <a:rPr kumimoji="0" lang="fr-BE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celui au cours duquel le BC a reçu le flux EC8.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00443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BE" sz="2400" b="1" dirty="0"/>
                        <a:t>Chômage Temporaire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BE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 </a:t>
                      </a:r>
                      <a:r>
                        <a:rPr kumimoji="0" lang="fr-BE" sz="2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dernier jour du 2</a:t>
                      </a:r>
                      <a:r>
                        <a:rPr kumimoji="0" lang="fr-BE" sz="2400" b="1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ème</a:t>
                      </a:r>
                      <a:r>
                        <a:rPr kumimoji="0" lang="fr-BE" sz="2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mois qui suit</a:t>
                      </a:r>
                      <a:r>
                        <a:rPr kumimoji="0" lang="fr-BE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celui pour lequel le transfert est demandé.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BE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Au </a:t>
                      </a:r>
                      <a:r>
                        <a:rPr kumimoji="0" lang="fr-BE" sz="2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kumimoji="0" lang="fr-BE" sz="2400" b="1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ier</a:t>
                      </a:r>
                      <a:r>
                        <a:rPr kumimoji="0" lang="fr-BE" sz="2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jour du mois pour lequel le transfert est demandé </a:t>
                      </a:r>
                      <a:r>
                        <a:rPr kumimoji="0" lang="fr-BE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(sauf si CT déjà indemnisé).</a:t>
                      </a:r>
                      <a:endParaRPr lang="fr-BE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0250364"/>
                  </a:ext>
                </a:extLst>
              </a:tr>
            </a:tbl>
          </a:graphicData>
        </a:graphic>
      </p:graphicFrame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1180809-02BF-4E71-A233-272905CF2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25331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F4E476B-3C01-4083-B78C-33C956FC8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/>
              <a:t>2. Transferts d’OP</a:t>
            </a:r>
          </a:p>
        </p:txBody>
      </p:sp>
      <p:graphicFrame>
        <p:nvGraphicFramePr>
          <p:cNvPr id="6" name="Espace réservé du contenu 5">
            <a:extLst>
              <a:ext uri="{FF2B5EF4-FFF2-40B4-BE49-F238E27FC236}">
                <a16:creationId xmlns:a16="http://schemas.microsoft.com/office/drawing/2014/main" id="{9BE21F50-2A0C-4CAA-9CF5-806DC9E56DD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99899392"/>
              </p:ext>
            </p:extLst>
          </p:nvPr>
        </p:nvGraphicFramePr>
        <p:xfrm>
          <a:off x="457200" y="1600200"/>
          <a:ext cx="8229600" cy="45720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738536">
                  <a:extLst>
                    <a:ext uri="{9D8B030D-6E8A-4147-A177-3AD203B41FA5}">
                      <a16:colId xmlns:a16="http://schemas.microsoft.com/office/drawing/2014/main" val="3779658469"/>
                    </a:ext>
                  </a:extLst>
                </a:gridCol>
                <a:gridCol w="3199224">
                  <a:extLst>
                    <a:ext uri="{9D8B030D-6E8A-4147-A177-3AD203B41FA5}">
                      <a16:colId xmlns:a16="http://schemas.microsoft.com/office/drawing/2014/main" val="1179540269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509921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BE" sz="2400" b="1" dirty="0">
                          <a:solidFill>
                            <a:srgbClr val="C00000"/>
                          </a:solidFill>
                        </a:rPr>
                        <a:t>DA</a:t>
                      </a:r>
                      <a:r>
                        <a:rPr lang="fr-BE" sz="2400" b="1" dirty="0">
                          <a:solidFill>
                            <a:schemeClr val="tx1"/>
                          </a:solidFill>
                        </a:rPr>
                        <a:t> 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400" dirty="0">
                          <a:solidFill>
                            <a:schemeClr val="tx1"/>
                          </a:solidFill>
                        </a:rPr>
                        <a:t>Délai d’introduction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400" dirty="0">
                          <a:solidFill>
                            <a:schemeClr val="tx1"/>
                          </a:solidFill>
                        </a:rPr>
                        <a:t>Prise d’effet du transfert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3275904"/>
                  </a:ext>
                </a:extLst>
              </a:tr>
              <a:tr h="514856">
                <a:tc>
                  <a:txBody>
                    <a:bodyPr/>
                    <a:lstStyle/>
                    <a:p>
                      <a:r>
                        <a:rPr lang="fr-BE" sz="2400" b="1" dirty="0"/>
                        <a:t>Chômage Complet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BE" sz="2400" b="1" dirty="0">
                          <a:solidFill>
                            <a:schemeClr val="tx1"/>
                          </a:solidFill>
                        </a:rPr>
                        <a:t>2 mois prenant cours le lendemain de la DA.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BE" sz="2400" b="1" dirty="0">
                          <a:solidFill>
                            <a:schemeClr val="tx1"/>
                          </a:solidFill>
                        </a:rPr>
                        <a:t>À la date de DA.</a:t>
                      </a:r>
                    </a:p>
                    <a:p>
                      <a:r>
                        <a:rPr lang="fr-BE" sz="2000" dirty="0">
                          <a:solidFill>
                            <a:schemeClr val="tx1"/>
                          </a:solidFill>
                        </a:rPr>
                        <a:t>Si la DA n’est pas le 1</a:t>
                      </a:r>
                      <a:r>
                        <a:rPr lang="fr-BE" sz="2000" baseline="30000" dirty="0">
                          <a:solidFill>
                            <a:schemeClr val="tx1"/>
                          </a:solidFill>
                        </a:rPr>
                        <a:t>ier</a:t>
                      </a:r>
                      <a:r>
                        <a:rPr lang="fr-BE" sz="2000" dirty="0">
                          <a:solidFill>
                            <a:schemeClr val="tx1"/>
                          </a:solidFill>
                        </a:rPr>
                        <a:t> jour de CC du mois. </a:t>
                      </a:r>
                      <a:r>
                        <a:rPr lang="fr-BE" sz="1600" dirty="0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</a:t>
                      </a:r>
                      <a:r>
                        <a:rPr lang="fr-BE" sz="2000" dirty="0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 Accordé au 1</a:t>
                      </a:r>
                      <a:r>
                        <a:rPr lang="fr-BE" sz="2000" baseline="30000" dirty="0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ier</a:t>
                      </a:r>
                      <a:r>
                        <a:rPr lang="fr-BE" sz="2000" dirty="0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 jour du mois suivant.</a:t>
                      </a:r>
                      <a:endParaRPr lang="fr-BE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34207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BE" sz="2400" b="1" dirty="0"/>
                        <a:t>AGR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BE" sz="2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 mois prenant cours le lendemain de la DA.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BE" sz="2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À la date de DA.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BE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Sauf si déjà indemnisé au cours de mois. </a:t>
                      </a:r>
                      <a:r>
                        <a:rPr kumimoji="0" lang="fr-BE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</a:t>
                      </a:r>
                      <a:r>
                        <a:rPr kumimoji="0" lang="fr-BE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Accordé au 1</a:t>
                      </a:r>
                      <a:r>
                        <a:rPr kumimoji="0" lang="fr-BE" sz="20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ier</a:t>
                      </a:r>
                      <a:r>
                        <a:rPr kumimoji="0" lang="fr-BE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jour du mois suivant</a:t>
                      </a:r>
                      <a:endParaRPr kumimoji="0" lang="fr-BE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00443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BE" sz="2400" b="1" dirty="0"/>
                        <a:t>Chômage Temporaire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BE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 </a:t>
                      </a:r>
                      <a:r>
                        <a:rPr kumimoji="0" lang="fr-BE" sz="2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dernier jour du 2</a:t>
                      </a:r>
                      <a:r>
                        <a:rPr kumimoji="0" lang="fr-BE" sz="2400" b="1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ème</a:t>
                      </a:r>
                      <a:r>
                        <a:rPr kumimoji="0" lang="fr-BE" sz="2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mois qui suit</a:t>
                      </a:r>
                      <a:r>
                        <a:rPr kumimoji="0" lang="fr-BE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le mois de la DA.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BE" sz="2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À la date de DA.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BE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Sauf si déjà indemnisé au cours de mois. </a:t>
                      </a:r>
                      <a:r>
                        <a:rPr kumimoji="0" lang="fr-BE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</a:t>
                      </a:r>
                      <a:r>
                        <a:rPr kumimoji="0" lang="fr-BE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Accordé au 1</a:t>
                      </a:r>
                      <a:r>
                        <a:rPr kumimoji="0" lang="fr-BE" sz="20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ier</a:t>
                      </a:r>
                      <a:r>
                        <a:rPr kumimoji="0" lang="fr-BE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jour du mois suivant.</a:t>
                      </a:r>
                      <a:endParaRPr kumimoji="0" lang="fr-BE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0250364"/>
                  </a:ext>
                </a:extLst>
              </a:tr>
            </a:tbl>
          </a:graphicData>
        </a:graphic>
      </p:graphicFrame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1180809-02BF-4E71-A233-272905CF2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50499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54996E5-7F37-46CA-9E1B-A03428737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sz="4000" b="1" i="1" dirty="0">
                <a:solidFill>
                  <a:prstClr val="black"/>
                </a:solidFill>
              </a:rPr>
              <a:t>2. Transferts d’OP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128F092-72BA-4D08-909A-5C2AB1100A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BE" sz="3000" dirty="0"/>
              <a:t>En cas d’</a:t>
            </a:r>
            <a:r>
              <a:rPr lang="fr-BE" sz="3000" b="1" dirty="0"/>
              <a:t>introduction</a:t>
            </a:r>
            <a:r>
              <a:rPr lang="fr-BE" sz="3000" dirty="0"/>
              <a:t> de la demande de transfert </a:t>
            </a:r>
            <a:r>
              <a:rPr lang="fr-BE" sz="3000" b="1" dirty="0"/>
              <a:t>hors-délai</a:t>
            </a:r>
            <a:r>
              <a:rPr lang="fr-BE" sz="3000" dirty="0"/>
              <a:t> :</a:t>
            </a:r>
          </a:p>
          <a:p>
            <a:pPr marL="358775" indent="0">
              <a:spcBef>
                <a:spcPts val="600"/>
              </a:spcBef>
              <a:buNone/>
            </a:pPr>
            <a:r>
              <a:rPr lang="fr-BE" sz="2400" dirty="0">
                <a:sym typeface="Wingdings" panose="05000000000000000000" pitchFamily="2" charset="2"/>
              </a:rPr>
              <a:t></a:t>
            </a:r>
            <a:r>
              <a:rPr lang="fr-BE" sz="3000" dirty="0">
                <a:sym typeface="Wingdings" panose="05000000000000000000" pitchFamily="2" charset="2"/>
              </a:rPr>
              <a:t> Si transfert en cours de chômage : Accordé au 1</a:t>
            </a:r>
            <a:r>
              <a:rPr lang="fr-BE" sz="3000" baseline="30000" dirty="0">
                <a:sym typeface="Wingdings" panose="05000000000000000000" pitchFamily="2" charset="2"/>
              </a:rPr>
              <a:t>ier</a:t>
            </a:r>
            <a:r>
              <a:rPr lang="fr-BE" sz="3000" dirty="0">
                <a:sym typeface="Wingdings" panose="05000000000000000000" pitchFamily="2" charset="2"/>
              </a:rPr>
              <a:t> jour du mois suivant celui au cours duquel le dossier est réceptionné à l’ONEm.</a:t>
            </a:r>
          </a:p>
          <a:p>
            <a:pPr marL="358775" lvl="0" indent="0">
              <a:spcBef>
                <a:spcPts val="600"/>
              </a:spcBef>
              <a:buNone/>
            </a:pPr>
            <a:r>
              <a:rPr lang="fr-BE" sz="2400" dirty="0">
                <a:solidFill>
                  <a:prstClr val="black"/>
                </a:solidFill>
                <a:sym typeface="Wingdings" panose="05000000000000000000" pitchFamily="2" charset="2"/>
              </a:rPr>
              <a:t></a:t>
            </a:r>
            <a:r>
              <a:rPr lang="fr-BE" sz="3000" dirty="0">
                <a:solidFill>
                  <a:prstClr val="black"/>
                </a:solidFill>
                <a:sym typeface="Wingdings" panose="05000000000000000000" pitchFamily="2" charset="2"/>
              </a:rPr>
              <a:t> Si transfert avec une DA : Accordé à la date de réception du dossier à l’ONEm.</a:t>
            </a:r>
          </a:p>
          <a:p>
            <a:pPr marL="0" indent="0">
              <a:spcBef>
                <a:spcPts val="600"/>
              </a:spcBef>
              <a:buNone/>
            </a:pPr>
            <a:endParaRPr lang="fr-BE" sz="600" dirty="0"/>
          </a:p>
          <a:p>
            <a:pPr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BE" sz="3000" dirty="0"/>
              <a:t>Un transfert de section d’OP = Un transfert d’OP. </a:t>
            </a:r>
            <a:r>
              <a:rPr lang="fr-BE" sz="2400" dirty="0">
                <a:solidFill>
                  <a:prstClr val="black"/>
                </a:solidFill>
                <a:sym typeface="Wingdings" panose="05000000000000000000" pitchFamily="2" charset="2"/>
              </a:rPr>
              <a:t></a:t>
            </a:r>
            <a:r>
              <a:rPr lang="fr-BE" sz="3000" dirty="0">
                <a:solidFill>
                  <a:prstClr val="black"/>
                </a:solidFill>
                <a:sym typeface="Wingdings" panose="05000000000000000000" pitchFamily="2" charset="2"/>
              </a:rPr>
              <a:t> Mêmes délais &amp; prises d’effets.</a:t>
            </a:r>
            <a:endParaRPr lang="fr-BE" sz="3000" dirty="0"/>
          </a:p>
          <a:p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0039B93-585F-4620-8845-967AAE7AA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42126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F4E476B-3C01-4083-B78C-33C956FC8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/>
              <a:t>3. Transferts de BC</a:t>
            </a:r>
          </a:p>
        </p:txBody>
      </p:sp>
      <p:graphicFrame>
        <p:nvGraphicFramePr>
          <p:cNvPr id="6" name="Espace réservé du contenu 5">
            <a:extLst>
              <a:ext uri="{FF2B5EF4-FFF2-40B4-BE49-F238E27FC236}">
                <a16:creationId xmlns:a16="http://schemas.microsoft.com/office/drawing/2014/main" id="{9BE21F50-2A0C-4CAA-9CF5-806DC9E56DD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65755713"/>
              </p:ext>
            </p:extLst>
          </p:nvPr>
        </p:nvGraphicFramePr>
        <p:xfrm>
          <a:off x="457200" y="1963964"/>
          <a:ext cx="8229600" cy="46939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882552">
                  <a:extLst>
                    <a:ext uri="{9D8B030D-6E8A-4147-A177-3AD203B41FA5}">
                      <a16:colId xmlns:a16="http://schemas.microsoft.com/office/drawing/2014/main" val="3779658469"/>
                    </a:ext>
                  </a:extLst>
                </a:gridCol>
                <a:gridCol w="3055208">
                  <a:extLst>
                    <a:ext uri="{9D8B030D-6E8A-4147-A177-3AD203B41FA5}">
                      <a16:colId xmlns:a16="http://schemas.microsoft.com/office/drawing/2014/main" val="1179540269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509921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BE" sz="2400" b="1" dirty="0">
                          <a:solidFill>
                            <a:schemeClr val="tx1"/>
                          </a:solidFill>
                        </a:rPr>
                        <a:t>En cours / 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400" dirty="0">
                          <a:solidFill>
                            <a:schemeClr val="tx1"/>
                          </a:solidFill>
                        </a:rPr>
                        <a:t>Délai d’introduction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400" dirty="0">
                          <a:solidFill>
                            <a:schemeClr val="tx1"/>
                          </a:solidFill>
                        </a:rPr>
                        <a:t>Prise d’effet du transfert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3275904"/>
                  </a:ext>
                </a:extLst>
              </a:tr>
              <a:tr h="514856">
                <a:tc>
                  <a:txBody>
                    <a:bodyPr/>
                    <a:lstStyle/>
                    <a:p>
                      <a:r>
                        <a:rPr lang="fr-BE" sz="2400" b="1" dirty="0"/>
                        <a:t>Chômage Complet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BE" sz="2400" b="1" dirty="0">
                          <a:solidFill>
                            <a:schemeClr val="tx1"/>
                          </a:solidFill>
                        </a:rPr>
                        <a:t>2 mois prenant cours le lendemain de la DA.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BE" sz="2400" b="1" dirty="0">
                          <a:solidFill>
                            <a:schemeClr val="tx1"/>
                          </a:solidFill>
                        </a:rPr>
                        <a:t>À la date de DA.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34207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BE" sz="2400" b="1" dirty="0"/>
                        <a:t>AGR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BE" sz="2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 mois prenant cours le lendemain de la DA.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BE" sz="2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Au 1</a:t>
                      </a:r>
                      <a:r>
                        <a:rPr kumimoji="0" lang="fr-BE" sz="2400" b="1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ier</a:t>
                      </a:r>
                      <a:r>
                        <a:rPr kumimoji="0" lang="fr-BE" sz="2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jour du mois suivant.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BE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Sauf si DA au début ou à la fin de l’occupation. </a:t>
                      </a:r>
                      <a:r>
                        <a:rPr kumimoji="0" lang="fr-BE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</a:t>
                      </a:r>
                      <a:r>
                        <a:rPr kumimoji="0" lang="fr-BE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Accordé à la date de DA.</a:t>
                      </a:r>
                      <a:endParaRPr kumimoji="0" lang="fr-BE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00443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BE" sz="2400" b="1" dirty="0"/>
                        <a:t>Chômage Temporaire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BE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 </a:t>
                      </a:r>
                      <a:r>
                        <a:rPr kumimoji="0" lang="fr-BE" sz="2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dernier jour du 2</a:t>
                      </a:r>
                      <a:r>
                        <a:rPr kumimoji="0" lang="fr-BE" sz="2400" b="1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ème</a:t>
                      </a:r>
                      <a:r>
                        <a:rPr kumimoji="0" lang="fr-BE" sz="2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mois qui suit</a:t>
                      </a:r>
                      <a:r>
                        <a:rPr kumimoji="0" lang="fr-BE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le mois de la DA.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BE" sz="2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À la date de DA.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BE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Sauf si la DA n’est pas au 1</a:t>
                      </a:r>
                      <a:r>
                        <a:rPr kumimoji="0" lang="fr-BE" sz="20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ier</a:t>
                      </a:r>
                      <a:r>
                        <a:rPr kumimoji="0" lang="fr-BE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jour de CT du mois. </a:t>
                      </a:r>
                      <a:r>
                        <a:rPr kumimoji="0" lang="fr-BE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</a:t>
                      </a:r>
                      <a:r>
                        <a:rPr kumimoji="0" lang="fr-BE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Accordé au 1</a:t>
                      </a:r>
                      <a:r>
                        <a:rPr kumimoji="0" lang="fr-BE" sz="20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ier</a:t>
                      </a:r>
                      <a:r>
                        <a:rPr kumimoji="0" lang="fr-BE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jour du mois suivant.</a:t>
                      </a:r>
                      <a:endParaRPr kumimoji="0" lang="fr-BE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0250364"/>
                  </a:ext>
                </a:extLst>
              </a:tr>
            </a:tbl>
          </a:graphicData>
        </a:graphic>
      </p:graphicFrame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1180809-02BF-4E71-A233-272905CF2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E9056B-6A30-4F99-BDE9-C450E66AE125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F295673A-F668-470B-82DB-347297BCC843}"/>
              </a:ext>
            </a:extLst>
          </p:cNvPr>
          <p:cNvSpPr txBox="1"/>
          <p:nvPr/>
        </p:nvSpPr>
        <p:spPr>
          <a:xfrm>
            <a:off x="425861" y="1413802"/>
            <a:ext cx="821347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fr-BE" sz="3000" b="1" dirty="0"/>
              <a:t>Transfert de BC = DA </a:t>
            </a:r>
            <a:r>
              <a:rPr lang="fr-BE" sz="2400" dirty="0"/>
              <a:t>(même si en cours de chômage).</a:t>
            </a:r>
            <a:endParaRPr lang="fr-BE" sz="3000" dirty="0"/>
          </a:p>
        </p:txBody>
      </p:sp>
    </p:spTree>
    <p:extLst>
      <p:ext uri="{BB962C8B-B14F-4D97-AF65-F5344CB8AC3E}">
        <p14:creationId xmlns:p14="http://schemas.microsoft.com/office/powerpoint/2010/main" val="443185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54996E5-7F37-46CA-9E1B-A03428737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sz="4000" b="1" i="1" dirty="0">
                <a:solidFill>
                  <a:prstClr val="black"/>
                </a:solidFill>
              </a:rPr>
              <a:t>3. Transferts de BC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128F092-72BA-4D08-909A-5C2AB1100A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BE" sz="3000" dirty="0">
                <a:sym typeface="Wingdings" panose="05000000000000000000" pitchFamily="2" charset="2"/>
              </a:rPr>
              <a:t>Possible d’avoir 2 BC compétant pour un même mois d’indemnisation</a:t>
            </a:r>
            <a:r>
              <a:rPr lang="fr-BE" sz="3000" dirty="0">
                <a:solidFill>
                  <a:prstClr val="black"/>
                </a:solidFill>
                <a:sym typeface="Wingdings" panose="05000000000000000000" pitchFamily="2" charset="2"/>
              </a:rPr>
              <a:t>.</a:t>
            </a:r>
          </a:p>
          <a:p>
            <a:pPr marL="0" lvl="0" indent="0">
              <a:spcBef>
                <a:spcPts val="600"/>
              </a:spcBef>
              <a:buNone/>
            </a:pPr>
            <a:endParaRPr lang="fr-BE" sz="3000" dirty="0">
              <a:solidFill>
                <a:prstClr val="black"/>
              </a:solidFill>
            </a:endParaRPr>
          </a:p>
          <a:p>
            <a:pPr lvl="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BE" sz="3000" dirty="0">
                <a:solidFill>
                  <a:prstClr val="black"/>
                </a:solidFill>
              </a:rPr>
              <a:t>En cas d’</a:t>
            </a:r>
            <a:r>
              <a:rPr lang="fr-BE" sz="3000" b="1" dirty="0">
                <a:solidFill>
                  <a:prstClr val="black"/>
                </a:solidFill>
              </a:rPr>
              <a:t>introduction</a:t>
            </a:r>
            <a:r>
              <a:rPr lang="fr-BE" sz="3000" dirty="0">
                <a:solidFill>
                  <a:prstClr val="black"/>
                </a:solidFill>
              </a:rPr>
              <a:t> de la demande de transfert </a:t>
            </a:r>
            <a:r>
              <a:rPr lang="fr-BE" sz="3000" b="1" dirty="0">
                <a:solidFill>
                  <a:prstClr val="black"/>
                </a:solidFill>
              </a:rPr>
              <a:t>hors-délai</a:t>
            </a:r>
            <a:r>
              <a:rPr lang="fr-BE" sz="3000" dirty="0">
                <a:solidFill>
                  <a:prstClr val="black"/>
                </a:solidFill>
              </a:rPr>
              <a:t> :</a:t>
            </a:r>
          </a:p>
          <a:p>
            <a:pPr marL="358775" lvl="0" indent="0">
              <a:spcBef>
                <a:spcPts val="600"/>
              </a:spcBef>
              <a:buNone/>
            </a:pPr>
            <a:r>
              <a:rPr lang="fr-BE" sz="2400" dirty="0">
                <a:solidFill>
                  <a:prstClr val="black"/>
                </a:solidFill>
                <a:sym typeface="Wingdings" panose="05000000000000000000" pitchFamily="2" charset="2"/>
              </a:rPr>
              <a:t></a:t>
            </a:r>
            <a:r>
              <a:rPr lang="fr-BE" sz="3000" dirty="0">
                <a:solidFill>
                  <a:prstClr val="black"/>
                </a:solidFill>
                <a:sym typeface="Wingdings" panose="05000000000000000000" pitchFamily="2" charset="2"/>
              </a:rPr>
              <a:t> Accordé à la date de réception du dossier à l’ONEm.</a:t>
            </a:r>
          </a:p>
          <a:p>
            <a:pPr marL="0" indent="0">
              <a:spcBef>
                <a:spcPts val="600"/>
              </a:spcBef>
              <a:buNone/>
            </a:pPr>
            <a:endParaRPr lang="fr-BE" sz="3000" dirty="0">
              <a:solidFill>
                <a:prstClr val="black"/>
              </a:solidFill>
              <a:sym typeface="Wingdings" panose="05000000000000000000" pitchFamily="2" charset="2"/>
            </a:endParaRP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§"/>
            </a:pPr>
            <a:endParaRPr lang="fr-BE" sz="3000" dirty="0"/>
          </a:p>
          <a:p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0039B93-585F-4620-8845-967AAE7AA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E9056B-6A30-4F99-BDE9-C450E66AE125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9007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54996E5-7F37-46CA-9E1B-A03428737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sz="4000" b="1" i="1" dirty="0">
                <a:solidFill>
                  <a:prstClr val="black"/>
                </a:solidFill>
              </a:rPr>
              <a:t>4. Transferts d’OP &amp; BC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128F092-72BA-4D08-909A-5C2AB1100A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BE" sz="3000" dirty="0">
                <a:sym typeface="Wingdings" panose="05000000000000000000" pitchFamily="2" charset="2"/>
              </a:rPr>
              <a:t>En cas de transfert d’OP &amp; de BC simultanément</a:t>
            </a:r>
            <a:r>
              <a:rPr lang="fr-BE" sz="3000" dirty="0">
                <a:solidFill>
                  <a:prstClr val="black"/>
                </a:solidFill>
                <a:sym typeface="Wingdings" panose="05000000000000000000" pitchFamily="2" charset="2"/>
              </a:rPr>
              <a:t>.</a:t>
            </a:r>
          </a:p>
          <a:p>
            <a:pPr marL="358775" lvl="0" indent="0">
              <a:spcBef>
                <a:spcPts val="600"/>
              </a:spcBef>
              <a:buNone/>
            </a:pPr>
            <a:r>
              <a:rPr lang="fr-BE" sz="2400" dirty="0">
                <a:solidFill>
                  <a:prstClr val="black"/>
                </a:solidFill>
                <a:sym typeface="Wingdings" panose="05000000000000000000" pitchFamily="2" charset="2"/>
              </a:rPr>
              <a:t></a:t>
            </a:r>
            <a:r>
              <a:rPr lang="fr-BE" sz="3000" dirty="0">
                <a:solidFill>
                  <a:prstClr val="black"/>
                </a:solidFill>
                <a:sym typeface="Wingdings" panose="05000000000000000000" pitchFamily="2" charset="2"/>
              </a:rPr>
              <a:t> Application des règles d’un transfert de BC.</a:t>
            </a:r>
          </a:p>
          <a:p>
            <a:pPr marL="358775" lvl="0" indent="0">
              <a:spcBef>
                <a:spcPts val="600"/>
              </a:spcBef>
              <a:buNone/>
            </a:pPr>
            <a:endParaRPr lang="fr-BE" sz="3000" dirty="0">
              <a:solidFill>
                <a:prstClr val="black"/>
              </a:solidFill>
              <a:sym typeface="Wingdings" panose="05000000000000000000" pitchFamily="2" charset="2"/>
            </a:endParaRPr>
          </a:p>
          <a:p>
            <a:pPr lvl="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BE" sz="3000" dirty="0">
                <a:solidFill>
                  <a:prstClr val="black"/>
                </a:solidFill>
                <a:sym typeface="Wingdings" panose="05000000000000000000" pitchFamily="2" charset="2"/>
              </a:rPr>
              <a:t>En cas de transfert de section d’OP &amp; de BC simultanément.</a:t>
            </a:r>
          </a:p>
          <a:p>
            <a:pPr marL="358775" lvl="0" indent="0">
              <a:spcBef>
                <a:spcPts val="600"/>
              </a:spcBef>
              <a:buNone/>
            </a:pPr>
            <a:r>
              <a:rPr lang="fr-BE" sz="2400" dirty="0">
                <a:solidFill>
                  <a:prstClr val="black"/>
                </a:solidFill>
                <a:sym typeface="Wingdings" panose="05000000000000000000" pitchFamily="2" charset="2"/>
              </a:rPr>
              <a:t></a:t>
            </a:r>
            <a:r>
              <a:rPr lang="fr-BE" sz="3000" dirty="0">
                <a:solidFill>
                  <a:prstClr val="black"/>
                </a:solidFill>
                <a:sym typeface="Wingdings" panose="05000000000000000000" pitchFamily="2" charset="2"/>
              </a:rPr>
              <a:t> Application des règles d’un transfert de BC.</a:t>
            </a:r>
          </a:p>
          <a:p>
            <a:pPr marL="358775" lvl="0" indent="0">
              <a:spcBef>
                <a:spcPts val="600"/>
              </a:spcBef>
              <a:buNone/>
            </a:pPr>
            <a:endParaRPr lang="fr-BE" sz="3000" dirty="0">
              <a:solidFill>
                <a:prstClr val="black"/>
              </a:solidFill>
              <a:sym typeface="Wingdings" panose="05000000000000000000" pitchFamily="2" charset="2"/>
            </a:endParaRP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§"/>
            </a:pPr>
            <a:endParaRPr lang="fr-BE" sz="3000" dirty="0"/>
          </a:p>
          <a:p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0039B93-585F-4620-8845-967AAE7AA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E9056B-6A30-4F99-BDE9-C450E66AE125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22649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54996E5-7F37-46CA-9E1B-A03428737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sz="4000" b="1" i="1" dirty="0">
                <a:solidFill>
                  <a:prstClr val="black"/>
                </a:solidFill>
              </a:rPr>
              <a:t>Modalités pratiques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128F092-72BA-4D08-909A-5C2AB1100A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fr-BE" sz="3000" dirty="0">
                <a:sym typeface="Wingdings" panose="05000000000000000000" pitchFamily="2" charset="2"/>
              </a:rPr>
              <a:t>Depuis le 01.05.2022</a:t>
            </a:r>
            <a:r>
              <a:rPr lang="fr-BE" sz="3000" dirty="0">
                <a:solidFill>
                  <a:prstClr val="black"/>
                </a:solidFill>
                <a:sym typeface="Wingdings" panose="05000000000000000000" pitchFamily="2" charset="2"/>
              </a:rPr>
              <a:t>, pour toutes les DA pour lesquelles il n’y a jamais eu d’intégration pour notre OP ou l’intégration a été clôturée pour notre OP:</a:t>
            </a:r>
          </a:p>
          <a:p>
            <a:pPr marL="0" indent="0">
              <a:spcBef>
                <a:spcPts val="600"/>
              </a:spcBef>
              <a:buNone/>
            </a:pPr>
            <a:endParaRPr lang="fr-BE" sz="3000" dirty="0">
              <a:solidFill>
                <a:prstClr val="black"/>
              </a:solidFill>
              <a:sym typeface="Wingdings" panose="05000000000000000000" pitchFamily="2" charset="2"/>
            </a:endParaRP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è"/>
            </a:pPr>
            <a:r>
              <a:rPr lang="fr-BE" sz="3000" dirty="0">
                <a:solidFill>
                  <a:prstClr val="black"/>
                </a:solidFill>
                <a:sym typeface="Wingdings" panose="05000000000000000000" pitchFamily="2" charset="2"/>
              </a:rPr>
              <a:t>Interrogation de l’inter-OP via l’application FLUX;</a:t>
            </a:r>
          </a:p>
          <a:p>
            <a:pPr marL="0" indent="0">
              <a:spcBef>
                <a:spcPts val="600"/>
              </a:spcBef>
              <a:buNone/>
            </a:pPr>
            <a:endParaRPr lang="fr-BE" sz="3000" dirty="0">
              <a:solidFill>
                <a:prstClr val="black"/>
              </a:solidFill>
              <a:sym typeface="Wingdings" panose="05000000000000000000" pitchFamily="2" charset="2"/>
            </a:endParaRP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è"/>
            </a:pPr>
            <a:r>
              <a:rPr lang="fr-BE" sz="3000" dirty="0">
                <a:solidFill>
                  <a:prstClr val="black"/>
                </a:solidFill>
                <a:sym typeface="Wingdings" panose="05000000000000000000" pitchFamily="2" charset="2"/>
              </a:rPr>
              <a:t>Intégration et constitution du dossier dans Horizon;</a:t>
            </a:r>
          </a:p>
          <a:p>
            <a:pPr marL="358775" lvl="0" indent="0">
              <a:spcBef>
                <a:spcPts val="600"/>
              </a:spcBef>
              <a:buNone/>
            </a:pPr>
            <a:endParaRPr lang="fr-BE" sz="3000" dirty="0">
              <a:solidFill>
                <a:prstClr val="black"/>
              </a:solidFill>
              <a:sym typeface="Wingdings" panose="05000000000000000000" pitchFamily="2" charset="2"/>
            </a:endParaRP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§"/>
            </a:pPr>
            <a:endParaRPr lang="fr-BE" sz="3000" dirty="0"/>
          </a:p>
          <a:p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0039B93-585F-4620-8845-967AAE7AA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E9056B-6A30-4F99-BDE9-C450E66AE125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882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54996E5-7F37-46CA-9E1B-A03428737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fr-BE" b="1" i="1" dirty="0">
                <a:solidFill>
                  <a:prstClr val="black"/>
                </a:solidFill>
              </a:rPr>
              <a:t>Modalités pratiques</a:t>
            </a:r>
            <a:br>
              <a:rPr lang="fr-BE" sz="4000" b="1" i="1" dirty="0">
                <a:solidFill>
                  <a:prstClr val="black"/>
                </a:solidFill>
              </a:rPr>
            </a:br>
            <a:r>
              <a:rPr lang="fr-BE" sz="3100" b="1" i="1" dirty="0">
                <a:solidFill>
                  <a:prstClr val="black"/>
                </a:solidFill>
              </a:rPr>
              <a:t>Interrogation de l’inter-OP via l’application FLUX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128F092-72BA-4D08-909A-5C2AB1100A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358775" lvl="0" indent="0">
              <a:spcBef>
                <a:spcPts val="600"/>
              </a:spcBef>
              <a:buNone/>
            </a:pPr>
            <a:endParaRPr lang="fr-BE" sz="3000" dirty="0">
              <a:solidFill>
                <a:prstClr val="black"/>
              </a:solidFill>
              <a:sym typeface="Wingdings" panose="05000000000000000000" pitchFamily="2" charset="2"/>
            </a:endParaRP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§"/>
            </a:pPr>
            <a:endParaRPr lang="fr-BE" sz="3000" dirty="0"/>
          </a:p>
          <a:p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0039B93-585F-4620-8845-967AAE7AA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E9056B-6A30-4F99-BDE9-C450E66AE125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8F130419-63A8-42D7-8E60-A840BA6095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638" y="1683322"/>
            <a:ext cx="8001000" cy="2886075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9C728BBB-3688-460E-8F0B-1671531F49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025" y="4751959"/>
            <a:ext cx="7896225" cy="133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114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54996E5-7F37-46CA-9E1B-A03428737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fr-BE" b="1" i="1" dirty="0">
                <a:solidFill>
                  <a:prstClr val="black"/>
                </a:solidFill>
              </a:rPr>
              <a:t>Modalités pratiques</a:t>
            </a:r>
            <a:br>
              <a:rPr lang="fr-BE" sz="4000" b="1" i="1" dirty="0">
                <a:solidFill>
                  <a:prstClr val="black"/>
                </a:solidFill>
              </a:rPr>
            </a:br>
            <a:r>
              <a:rPr lang="fr-BE" sz="3100" b="1" i="1" dirty="0">
                <a:solidFill>
                  <a:prstClr val="black"/>
                </a:solidFill>
              </a:rPr>
              <a:t>Intégration et constitution du dossier</a:t>
            </a: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0039B93-585F-4620-8845-967AAE7AA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E9056B-6A30-4F99-BDE9-C450E66AE125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ADB4641A-F0C4-452D-8531-4C2C8F97BF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BE" sz="3200" dirty="0">
                <a:sym typeface="Wingdings" panose="05000000000000000000" pitchFamily="2" charset="2"/>
              </a:rPr>
              <a:t>Une demande de transfert doit contenir :</a:t>
            </a:r>
            <a:endParaRPr lang="fr-BE" sz="3200" dirty="0">
              <a:solidFill>
                <a:prstClr val="black"/>
              </a:solidFill>
              <a:sym typeface="Wingdings" panose="05000000000000000000" pitchFamily="2" charset="2"/>
            </a:endParaRPr>
          </a:p>
          <a:p>
            <a:pPr marL="815975" lvl="0" indent="-457200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fr-BE" dirty="0">
                <a:solidFill>
                  <a:prstClr val="black"/>
                </a:solidFill>
                <a:sym typeface="Wingdings" panose="05000000000000000000" pitchFamily="2" charset="2"/>
              </a:rPr>
              <a:t>Flux EC8.</a:t>
            </a:r>
            <a:endParaRPr lang="fr-BE" sz="3200" dirty="0">
              <a:solidFill>
                <a:prstClr val="black"/>
              </a:solidFill>
              <a:sym typeface="Wingdings" panose="05000000000000000000" pitchFamily="2" charset="2"/>
            </a:endParaRPr>
          </a:p>
          <a:p>
            <a:pPr marL="815975" lvl="0" indent="-457200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fr-BE" sz="3200" dirty="0">
                <a:solidFill>
                  <a:prstClr val="black"/>
                </a:solidFill>
                <a:sym typeface="Wingdings" panose="05000000000000000000" pitchFamily="2" charset="2"/>
              </a:rPr>
              <a:t>C1.</a:t>
            </a:r>
          </a:p>
          <a:p>
            <a:pPr marL="815975" lvl="0" indent="-457200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fr-BE" sz="3200" dirty="0">
                <a:solidFill>
                  <a:prstClr val="black"/>
                </a:solidFill>
                <a:sym typeface="Wingdings" panose="05000000000000000000" pitchFamily="2" charset="2"/>
              </a:rPr>
              <a:t>Consultation REGIS*.</a:t>
            </a:r>
          </a:p>
          <a:p>
            <a:pPr marL="815975" lvl="0" indent="-457200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fr-BE" sz="3200" dirty="0">
                <a:solidFill>
                  <a:prstClr val="black"/>
                </a:solidFill>
                <a:sym typeface="Wingdings" panose="05000000000000000000" pitchFamily="2" charset="2"/>
              </a:rPr>
              <a:t>Si nécessaire C1 annexe-REGIS*.</a:t>
            </a:r>
          </a:p>
          <a:p>
            <a:pPr marL="0" indent="0">
              <a:spcBef>
                <a:spcPts val="600"/>
              </a:spcBef>
              <a:buNone/>
            </a:pPr>
            <a:endParaRPr lang="fr-BE" sz="700" dirty="0"/>
          </a:p>
          <a:p>
            <a:pPr marL="0" indent="0">
              <a:spcBef>
                <a:spcPts val="600"/>
              </a:spcBef>
              <a:buNone/>
            </a:pPr>
            <a:r>
              <a:rPr lang="fr-BE" sz="2200" dirty="0"/>
              <a:t>*La consultation REGIS n’est pas nécessaire pour les dossiers de CT.</a:t>
            </a:r>
          </a:p>
          <a:p>
            <a:pPr marL="0" indent="0">
              <a:spcBef>
                <a:spcPts val="600"/>
              </a:spcBef>
              <a:buNone/>
            </a:pPr>
            <a:endParaRPr lang="fr-BE" sz="3200" dirty="0"/>
          </a:p>
          <a:p>
            <a:pPr marL="0" indent="0">
              <a:spcBef>
                <a:spcPts val="600"/>
              </a:spcBef>
              <a:buNone/>
            </a:pPr>
            <a:r>
              <a:rPr lang="fr-BE" sz="3200" dirty="0"/>
              <a:t>	L’usage du C8-Transfert papier est supprimé à 	partir du 1/05/2022!</a:t>
            </a:r>
          </a:p>
          <a:p>
            <a:pPr marL="0" indent="0">
              <a:spcBef>
                <a:spcPts val="600"/>
              </a:spcBef>
              <a:buNone/>
            </a:pPr>
            <a:endParaRPr lang="fr-BE" sz="3200" dirty="0"/>
          </a:p>
          <a:p>
            <a:pPr marL="0" indent="0">
              <a:buNone/>
            </a:pPr>
            <a:endParaRPr lang="fr-BE" dirty="0"/>
          </a:p>
        </p:txBody>
      </p:sp>
      <p:pic>
        <p:nvPicPr>
          <p:cNvPr id="10" name="Graphique 9" descr="Avertissement avec un remplissage uni">
            <a:extLst>
              <a:ext uri="{FF2B5EF4-FFF2-40B4-BE49-F238E27FC236}">
                <a16:creationId xmlns:a16="http://schemas.microsoft.com/office/drawing/2014/main" id="{CC426899-47BA-44E0-B879-637CF1070A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501317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018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54996E5-7F37-46CA-9E1B-A03428737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sz="4000" b="1" i="1" dirty="0">
                <a:solidFill>
                  <a:prstClr val="black"/>
                </a:solidFill>
              </a:rPr>
              <a:t>6. Types C9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128F092-72BA-4D08-909A-5C2AB1100A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BE" sz="3000" dirty="0">
                <a:sym typeface="Wingdings" panose="05000000000000000000" pitchFamily="2" charset="2"/>
              </a:rPr>
              <a:t>100 = Transfert uniquement d’OP.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BE" sz="3000" dirty="0">
                <a:solidFill>
                  <a:prstClr val="black"/>
                </a:solidFill>
                <a:sym typeface="Wingdings" panose="05000000000000000000" pitchFamily="2" charset="2"/>
              </a:rPr>
              <a:t>110 = Transfert uniquement de BC.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BE" sz="3000" dirty="0">
                <a:solidFill>
                  <a:prstClr val="black"/>
                </a:solidFill>
                <a:sym typeface="Wingdings" panose="05000000000000000000" pitchFamily="2" charset="2"/>
              </a:rPr>
              <a:t>120 = Transfert d’OP et de BC.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BE" sz="3000" dirty="0">
                <a:solidFill>
                  <a:prstClr val="black"/>
                </a:solidFill>
                <a:sym typeface="Wingdings" panose="05000000000000000000" pitchFamily="2" charset="2"/>
              </a:rPr>
              <a:t>130 = Transfert de section d’OP.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BE" sz="3000" dirty="0">
                <a:solidFill>
                  <a:prstClr val="black"/>
                </a:solidFill>
                <a:sym typeface="Wingdings" panose="05000000000000000000" pitchFamily="2" charset="2"/>
              </a:rPr>
              <a:t>140 = Transfert de section d’OP et de BC.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BE" sz="3000" dirty="0">
                <a:solidFill>
                  <a:prstClr val="black"/>
                </a:solidFill>
                <a:sym typeface="Wingdings" panose="05000000000000000000" pitchFamily="2" charset="2"/>
              </a:rPr>
              <a:t>190 = Autre d’introduction transfert.</a:t>
            </a:r>
          </a:p>
          <a:p>
            <a:pPr marL="0" indent="0">
              <a:spcBef>
                <a:spcPts val="600"/>
              </a:spcBef>
              <a:buNone/>
            </a:pPr>
            <a:endParaRPr lang="fr-BE" sz="600" dirty="0">
              <a:solidFill>
                <a:prstClr val="black"/>
              </a:solidFill>
              <a:sym typeface="Wingdings" panose="05000000000000000000" pitchFamily="2" charset="2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fr-BE" sz="3000" i="1" u="sng" dirty="0">
                <a:solidFill>
                  <a:prstClr val="black"/>
                </a:solidFill>
                <a:sym typeface="Wingdings" panose="05000000000000000000" pitchFamily="2" charset="2"/>
              </a:rPr>
              <a:t>Rmq</a:t>
            </a:r>
            <a:r>
              <a:rPr lang="fr-BE" sz="3000" i="1" dirty="0">
                <a:solidFill>
                  <a:prstClr val="black"/>
                </a:solidFill>
                <a:sym typeface="Wingdings" panose="05000000000000000000" pitchFamily="2" charset="2"/>
              </a:rPr>
              <a:t> : Si la DA contient une demande de transfert, c’est le type C9 du transfert qui doit être utilisé.</a:t>
            </a:r>
            <a:endParaRPr lang="fr-BE" sz="2600" i="1" dirty="0">
              <a:solidFill>
                <a:prstClr val="black"/>
              </a:solidFill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0039B93-585F-4620-8845-967AAE7AA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E9056B-6A30-4F99-BDE9-C450E66AE125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3341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54996E5-7F37-46CA-9E1B-A03428737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sz="4000" b="1" i="1" dirty="0">
                <a:solidFill>
                  <a:prstClr val="black"/>
                </a:solidFill>
              </a:rPr>
              <a:t>7. Exercices</a:t>
            </a:r>
            <a:r>
              <a:rPr lang="fr-BE" b="1" i="1" dirty="0">
                <a:solidFill>
                  <a:prstClr val="black"/>
                </a:solidFill>
              </a:rPr>
              <a:t> (1)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128F092-72BA-4D08-909A-5C2AB1100A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lvl="0" indent="0">
              <a:spcBef>
                <a:spcPts val="600"/>
              </a:spcBef>
              <a:buNone/>
            </a:pPr>
            <a:endParaRPr lang="fr-BE" sz="3000" dirty="0">
              <a:solidFill>
                <a:prstClr val="black"/>
              </a:solidFill>
              <a:sym typeface="Wingdings" panose="05000000000000000000" pitchFamily="2" charset="2"/>
            </a:endParaRP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§"/>
            </a:pPr>
            <a:endParaRPr lang="fr-BE" sz="3000" dirty="0"/>
          </a:p>
          <a:p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0039B93-585F-4620-8845-967AAE7AA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E9056B-6A30-4F99-BDE9-C450E66AE125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5" name="Tableau 5">
            <a:extLst>
              <a:ext uri="{FF2B5EF4-FFF2-40B4-BE49-F238E27FC236}">
                <a16:creationId xmlns:a16="http://schemas.microsoft.com/office/drawing/2014/main" id="{ABE849C1-995E-4A1D-9423-A9A25241C1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6586544"/>
              </p:ext>
            </p:extLst>
          </p:nvPr>
        </p:nvGraphicFramePr>
        <p:xfrm>
          <a:off x="611560" y="1397000"/>
          <a:ext cx="7992890" cy="495934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598578">
                  <a:extLst>
                    <a:ext uri="{9D8B030D-6E8A-4147-A177-3AD203B41FA5}">
                      <a16:colId xmlns:a16="http://schemas.microsoft.com/office/drawing/2014/main" val="1785455527"/>
                    </a:ext>
                  </a:extLst>
                </a:gridCol>
                <a:gridCol w="1598578">
                  <a:extLst>
                    <a:ext uri="{9D8B030D-6E8A-4147-A177-3AD203B41FA5}">
                      <a16:colId xmlns:a16="http://schemas.microsoft.com/office/drawing/2014/main" val="1549695262"/>
                    </a:ext>
                  </a:extLst>
                </a:gridCol>
                <a:gridCol w="1598578">
                  <a:extLst>
                    <a:ext uri="{9D8B030D-6E8A-4147-A177-3AD203B41FA5}">
                      <a16:colId xmlns:a16="http://schemas.microsoft.com/office/drawing/2014/main" val="2182902274"/>
                    </a:ext>
                  </a:extLst>
                </a:gridCol>
                <a:gridCol w="1598578">
                  <a:extLst>
                    <a:ext uri="{9D8B030D-6E8A-4147-A177-3AD203B41FA5}">
                      <a16:colId xmlns:a16="http://schemas.microsoft.com/office/drawing/2014/main" val="738543947"/>
                    </a:ext>
                  </a:extLst>
                </a:gridCol>
                <a:gridCol w="1598578">
                  <a:extLst>
                    <a:ext uri="{9D8B030D-6E8A-4147-A177-3AD203B41FA5}">
                      <a16:colId xmlns:a16="http://schemas.microsoft.com/office/drawing/2014/main" val="2410120671"/>
                    </a:ext>
                  </a:extLst>
                </a:gridCol>
              </a:tblGrid>
              <a:tr h="1102078">
                <a:tc>
                  <a:txBody>
                    <a:bodyPr/>
                    <a:lstStyle/>
                    <a:p>
                      <a:r>
                        <a:rPr lang="fr-BE" dirty="0">
                          <a:solidFill>
                            <a:schemeClr val="tx1"/>
                          </a:solidFill>
                        </a:rPr>
                        <a:t>Type de transfert 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BE" dirty="0">
                          <a:solidFill>
                            <a:schemeClr val="tx1"/>
                          </a:solidFill>
                        </a:rPr>
                        <a:t>Pour obtenir un transfert </a:t>
                      </a:r>
                    </a:p>
                    <a:p>
                      <a:pPr algn="l"/>
                      <a:r>
                        <a:rPr lang="fr-BE" dirty="0">
                          <a:solidFill>
                            <a:schemeClr val="tx1"/>
                          </a:solidFill>
                        </a:rPr>
                        <a:t>au ….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BE" i="0" dirty="0">
                          <a:solidFill>
                            <a:schemeClr val="tx1"/>
                          </a:solidFill>
                        </a:rPr>
                        <a:t>Le dossier doit parvenir  au BC pour le … 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BE" dirty="0">
                          <a:solidFill>
                            <a:schemeClr val="tx1"/>
                          </a:solidFill>
                        </a:rPr>
                        <a:t>Si le dossier est introduit </a:t>
                      </a:r>
                    </a:p>
                    <a:p>
                      <a:r>
                        <a:rPr lang="fr-BE" dirty="0">
                          <a:solidFill>
                            <a:schemeClr val="tx1"/>
                          </a:solidFill>
                        </a:rPr>
                        <a:t>le 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BE" dirty="0">
                          <a:solidFill>
                            <a:schemeClr val="tx1"/>
                          </a:solidFill>
                        </a:rPr>
                        <a:t>Date de prise d’effet du transfert 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5327982"/>
                  </a:ext>
                </a:extLst>
              </a:tr>
              <a:tr h="771454">
                <a:tc>
                  <a:txBody>
                    <a:bodyPr/>
                    <a:lstStyle/>
                    <a:p>
                      <a:r>
                        <a:rPr lang="fr-BE" b="0" dirty="0"/>
                        <a:t>Tft BC en cours de CC.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15.11.2023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b="1" strike="sngStrike" dirty="0"/>
                        <a:t>31/10/2023</a:t>
                      </a:r>
                    </a:p>
                    <a:p>
                      <a:pPr algn="ctr"/>
                      <a:r>
                        <a:rPr lang="fr-BE" b="1" strike="noStrike" dirty="0"/>
                        <a:t>15/01/2024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18.12.2023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b="1" strike="sngStrike" dirty="0"/>
                        <a:t>01/12/2023</a:t>
                      </a:r>
                    </a:p>
                    <a:p>
                      <a:pPr algn="ctr"/>
                      <a:r>
                        <a:rPr lang="fr-BE" b="1" dirty="0"/>
                        <a:t>15/11/2023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347762"/>
                  </a:ext>
                </a:extLst>
              </a:tr>
              <a:tr h="771454">
                <a:tc>
                  <a:txBody>
                    <a:bodyPr/>
                    <a:lstStyle/>
                    <a:p>
                      <a:r>
                        <a:rPr lang="fr-BE" b="0" dirty="0"/>
                        <a:t>Tft OP avec DA de CT </a:t>
                      </a:r>
                      <a:r>
                        <a:rPr lang="fr-BE" sz="1600" b="0" dirty="0"/>
                        <a:t>(1</a:t>
                      </a:r>
                      <a:r>
                        <a:rPr lang="fr-BE" sz="1600" b="0" baseline="30000" dirty="0"/>
                        <a:t>ier</a:t>
                      </a:r>
                      <a:r>
                        <a:rPr lang="fr-BE" sz="1600" b="0" dirty="0"/>
                        <a:t> jour).</a:t>
                      </a:r>
                      <a:endParaRPr lang="fr-BE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20.10.2023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b="1" dirty="0"/>
                        <a:t>29/12/2023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27.11.2023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b="1" strike="sngStrike" dirty="0"/>
                        <a:t>20/11/2023</a:t>
                      </a:r>
                    </a:p>
                    <a:p>
                      <a:pPr algn="ctr"/>
                      <a:r>
                        <a:rPr lang="fr-BE" b="1" dirty="0"/>
                        <a:t>20/10/2023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0313279"/>
                  </a:ext>
                </a:extLst>
              </a:tr>
              <a:tr h="771454">
                <a:tc>
                  <a:txBody>
                    <a:bodyPr/>
                    <a:lstStyle/>
                    <a:p>
                      <a:r>
                        <a:rPr lang="fr-BE" b="0" dirty="0"/>
                        <a:t>Tft OP en cours d’AGR.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01.12.2023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b="1" dirty="0"/>
                        <a:t>30/11/2023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08.12.2023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b="1" strike="sngStrike" dirty="0"/>
                        <a:t>01/12/2023</a:t>
                      </a:r>
                    </a:p>
                    <a:p>
                      <a:pPr algn="ctr"/>
                      <a:r>
                        <a:rPr lang="fr-BE" b="1" dirty="0"/>
                        <a:t>01/01/2024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704057"/>
                  </a:ext>
                </a:extLst>
              </a:tr>
              <a:tr h="771454">
                <a:tc>
                  <a:txBody>
                    <a:bodyPr/>
                    <a:lstStyle/>
                    <a:p>
                      <a:r>
                        <a:rPr lang="fr-BE" b="0" dirty="0"/>
                        <a:t>Tft BC </a:t>
                      </a:r>
                      <a:r>
                        <a:rPr lang="fr-BE" b="1" dirty="0"/>
                        <a:t>avec DA </a:t>
                      </a:r>
                      <a:r>
                        <a:rPr lang="fr-BE" b="0" dirty="0"/>
                        <a:t>de CT </a:t>
                      </a:r>
                      <a:r>
                        <a:rPr lang="fr-BE" sz="1600" b="0" dirty="0"/>
                        <a:t>(1</a:t>
                      </a:r>
                      <a:r>
                        <a:rPr lang="fr-BE" sz="1600" b="0" baseline="30000" dirty="0"/>
                        <a:t>ier</a:t>
                      </a:r>
                      <a:r>
                        <a:rPr lang="fr-BE" sz="1600" b="0" dirty="0"/>
                        <a:t> jour).</a:t>
                      </a:r>
                      <a:endParaRPr lang="fr-BE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06.11.2023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b="1" dirty="0"/>
                        <a:t>31/01/2024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08.01.2024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b="1" dirty="0"/>
                        <a:t>06/11/2023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3789323"/>
                  </a:ext>
                </a:extLst>
              </a:tr>
              <a:tr h="771454">
                <a:tc>
                  <a:txBody>
                    <a:bodyPr/>
                    <a:lstStyle/>
                    <a:p>
                      <a:r>
                        <a:rPr lang="fr-BE" b="0" dirty="0"/>
                        <a:t>Tft OP/BC en cours de CT.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21.08.2023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b="1" dirty="0"/>
                        <a:t>31/10/2023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03.11.2023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b="1" dirty="0"/>
                        <a:t>03/11/2023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62328807"/>
                  </a:ext>
                </a:extLst>
              </a:tr>
            </a:tbl>
          </a:graphicData>
        </a:graphic>
      </p:graphicFrame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7BDB743D-CACF-95F8-EDE7-429EBAEE934A}"/>
              </a:ext>
            </a:extLst>
          </p:cNvPr>
          <p:cNvCxnSpPr/>
          <p:nvPr/>
        </p:nvCxnSpPr>
        <p:spPr>
          <a:xfrm>
            <a:off x="5436096" y="1124744"/>
            <a:ext cx="0" cy="545861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10779C28-33A5-4BB3-1200-2DF9A2C13DC2}"/>
              </a:ext>
            </a:extLst>
          </p:cNvPr>
          <p:cNvCxnSpPr/>
          <p:nvPr/>
        </p:nvCxnSpPr>
        <p:spPr>
          <a:xfrm>
            <a:off x="3923928" y="1417638"/>
            <a:ext cx="1224136" cy="5165724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FEE14D79-BC17-0F86-E7F3-D3BB25E90F22}"/>
              </a:ext>
            </a:extLst>
          </p:cNvPr>
          <p:cNvCxnSpPr/>
          <p:nvPr/>
        </p:nvCxnSpPr>
        <p:spPr>
          <a:xfrm flipH="1">
            <a:off x="3851920" y="1417638"/>
            <a:ext cx="1440160" cy="493871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69656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54996E5-7F37-46CA-9E1B-A03428737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sz="4000" b="1" i="1" dirty="0">
                <a:solidFill>
                  <a:prstClr val="black"/>
                </a:solidFill>
              </a:rPr>
              <a:t>7. Exercices (2)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128F092-72BA-4D08-909A-5C2AB1100A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lvl="0" indent="0">
              <a:spcBef>
                <a:spcPts val="600"/>
              </a:spcBef>
              <a:buNone/>
            </a:pPr>
            <a:endParaRPr lang="fr-BE" sz="3000" dirty="0">
              <a:solidFill>
                <a:prstClr val="black"/>
              </a:solidFill>
              <a:sym typeface="Wingdings" panose="05000000000000000000" pitchFamily="2" charset="2"/>
            </a:endParaRP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§"/>
            </a:pPr>
            <a:endParaRPr lang="fr-BE" sz="3000" dirty="0"/>
          </a:p>
          <a:p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0039B93-585F-4620-8845-967AAE7AA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E9056B-6A30-4F99-BDE9-C450E66AE125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5" name="Tableau 5">
            <a:extLst>
              <a:ext uri="{FF2B5EF4-FFF2-40B4-BE49-F238E27FC236}">
                <a16:creationId xmlns:a16="http://schemas.microsoft.com/office/drawing/2014/main" id="{ABE849C1-995E-4A1D-9423-A9A25241C1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1977850"/>
              </p:ext>
            </p:extLst>
          </p:nvPr>
        </p:nvGraphicFramePr>
        <p:xfrm>
          <a:off x="611560" y="1397000"/>
          <a:ext cx="7992890" cy="5071814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598578">
                  <a:extLst>
                    <a:ext uri="{9D8B030D-6E8A-4147-A177-3AD203B41FA5}">
                      <a16:colId xmlns:a16="http://schemas.microsoft.com/office/drawing/2014/main" val="1785455527"/>
                    </a:ext>
                  </a:extLst>
                </a:gridCol>
                <a:gridCol w="1598578">
                  <a:extLst>
                    <a:ext uri="{9D8B030D-6E8A-4147-A177-3AD203B41FA5}">
                      <a16:colId xmlns:a16="http://schemas.microsoft.com/office/drawing/2014/main" val="1549695262"/>
                    </a:ext>
                  </a:extLst>
                </a:gridCol>
                <a:gridCol w="1598578">
                  <a:extLst>
                    <a:ext uri="{9D8B030D-6E8A-4147-A177-3AD203B41FA5}">
                      <a16:colId xmlns:a16="http://schemas.microsoft.com/office/drawing/2014/main" val="2182902274"/>
                    </a:ext>
                  </a:extLst>
                </a:gridCol>
                <a:gridCol w="1598578">
                  <a:extLst>
                    <a:ext uri="{9D8B030D-6E8A-4147-A177-3AD203B41FA5}">
                      <a16:colId xmlns:a16="http://schemas.microsoft.com/office/drawing/2014/main" val="738543947"/>
                    </a:ext>
                  </a:extLst>
                </a:gridCol>
                <a:gridCol w="1598578">
                  <a:extLst>
                    <a:ext uri="{9D8B030D-6E8A-4147-A177-3AD203B41FA5}">
                      <a16:colId xmlns:a16="http://schemas.microsoft.com/office/drawing/2014/main" val="2410120671"/>
                    </a:ext>
                  </a:extLst>
                </a:gridCol>
              </a:tblGrid>
              <a:tr h="1102078">
                <a:tc>
                  <a:txBody>
                    <a:bodyPr/>
                    <a:lstStyle/>
                    <a:p>
                      <a:r>
                        <a:rPr lang="fr-BE" dirty="0">
                          <a:solidFill>
                            <a:schemeClr val="tx1"/>
                          </a:solidFill>
                        </a:rPr>
                        <a:t>Type de transfert 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BE" dirty="0">
                          <a:solidFill>
                            <a:schemeClr val="tx1"/>
                          </a:solidFill>
                        </a:rPr>
                        <a:t>Pour obtenir un transfert </a:t>
                      </a:r>
                    </a:p>
                    <a:p>
                      <a:pPr algn="l"/>
                      <a:r>
                        <a:rPr lang="fr-BE" dirty="0">
                          <a:solidFill>
                            <a:schemeClr val="tx1"/>
                          </a:solidFill>
                        </a:rPr>
                        <a:t>au ….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BE" i="0" dirty="0">
                          <a:solidFill>
                            <a:schemeClr val="tx1"/>
                          </a:solidFill>
                        </a:rPr>
                        <a:t>Le dossier doit parvenir  au BC pour le … 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BE" dirty="0">
                          <a:solidFill>
                            <a:schemeClr val="tx1"/>
                          </a:solidFill>
                        </a:rPr>
                        <a:t>Si le dossier est introduit </a:t>
                      </a:r>
                    </a:p>
                    <a:p>
                      <a:r>
                        <a:rPr lang="fr-BE" dirty="0">
                          <a:solidFill>
                            <a:schemeClr val="tx1"/>
                          </a:solidFill>
                        </a:rPr>
                        <a:t>le 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BE" dirty="0">
                          <a:solidFill>
                            <a:schemeClr val="tx1"/>
                          </a:solidFill>
                        </a:rPr>
                        <a:t>Date de prise d’effet du transfert 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5327982"/>
                  </a:ext>
                </a:extLst>
              </a:tr>
              <a:tr h="771454">
                <a:tc>
                  <a:txBody>
                    <a:bodyPr/>
                    <a:lstStyle/>
                    <a:p>
                      <a:r>
                        <a:rPr lang="fr-BE" b="0" dirty="0"/>
                        <a:t>Tft BC en cours d’AGR.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26.07.2023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B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13.09.2023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B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347762"/>
                  </a:ext>
                </a:extLst>
              </a:tr>
              <a:tr h="771454">
                <a:tc>
                  <a:txBody>
                    <a:bodyPr/>
                    <a:lstStyle/>
                    <a:p>
                      <a:r>
                        <a:rPr lang="fr-BE" b="0" dirty="0"/>
                        <a:t>Tft OP avec DA de CC.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10.10.2023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B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22.11.2023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B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0313279"/>
                  </a:ext>
                </a:extLst>
              </a:tr>
              <a:tr h="771454">
                <a:tc>
                  <a:txBody>
                    <a:bodyPr/>
                    <a:lstStyle/>
                    <a:p>
                      <a:r>
                        <a:rPr lang="fr-BE" b="0" dirty="0"/>
                        <a:t>Tft OP/BC avec DA AGR </a:t>
                      </a:r>
                      <a:r>
                        <a:rPr lang="fr-BE" sz="1600" b="0" dirty="0"/>
                        <a:t>(pas déb. </a:t>
                      </a:r>
                      <a:r>
                        <a:rPr lang="fr-BE" sz="1600" b="0" dirty="0" err="1"/>
                        <a:t>occup</a:t>
                      </a:r>
                      <a:r>
                        <a:rPr lang="fr-BE" sz="1600" b="0" dirty="0"/>
                        <a:t>.).</a:t>
                      </a:r>
                      <a:endParaRPr lang="fr-BE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11.09.2023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B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26.09.2023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B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704057"/>
                  </a:ext>
                </a:extLst>
              </a:tr>
              <a:tr h="771454">
                <a:tc>
                  <a:txBody>
                    <a:bodyPr/>
                    <a:lstStyle/>
                    <a:p>
                      <a:r>
                        <a:rPr lang="fr-BE" b="0" dirty="0"/>
                        <a:t>Tft OP en cours de CT.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06.11.2023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B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18.01.2024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B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3789323"/>
                  </a:ext>
                </a:extLst>
              </a:tr>
              <a:tr h="771454">
                <a:tc>
                  <a:txBody>
                    <a:bodyPr/>
                    <a:lstStyle/>
                    <a:p>
                      <a:r>
                        <a:rPr lang="fr-BE" b="0" dirty="0"/>
                        <a:t>Tft OP/BC en cours de CC.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08.11.2023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B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03.01.2024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B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623288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924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54996E5-7F37-46CA-9E1B-A03428737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sz="4000" b="1" i="1" dirty="0">
                <a:solidFill>
                  <a:prstClr val="black"/>
                </a:solidFill>
              </a:rPr>
              <a:t>7. Exercices (3)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128F092-72BA-4D08-909A-5C2AB1100A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lvl="0" indent="0">
              <a:spcBef>
                <a:spcPts val="600"/>
              </a:spcBef>
              <a:buNone/>
            </a:pPr>
            <a:endParaRPr lang="fr-BE" sz="3000" dirty="0">
              <a:solidFill>
                <a:prstClr val="black"/>
              </a:solidFill>
              <a:sym typeface="Wingdings" panose="05000000000000000000" pitchFamily="2" charset="2"/>
            </a:endParaRP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§"/>
            </a:pPr>
            <a:endParaRPr lang="fr-BE" sz="3000" dirty="0"/>
          </a:p>
          <a:p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0039B93-585F-4620-8845-967AAE7AA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E9056B-6A30-4F99-BDE9-C450E66AE125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5" name="Tableau 5">
            <a:extLst>
              <a:ext uri="{FF2B5EF4-FFF2-40B4-BE49-F238E27FC236}">
                <a16:creationId xmlns:a16="http://schemas.microsoft.com/office/drawing/2014/main" id="{ABE849C1-995E-4A1D-9423-A9A25241C1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2778737"/>
              </p:ext>
            </p:extLst>
          </p:nvPr>
        </p:nvGraphicFramePr>
        <p:xfrm>
          <a:off x="611560" y="1397000"/>
          <a:ext cx="7992890" cy="5071814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598578">
                  <a:extLst>
                    <a:ext uri="{9D8B030D-6E8A-4147-A177-3AD203B41FA5}">
                      <a16:colId xmlns:a16="http://schemas.microsoft.com/office/drawing/2014/main" val="1785455527"/>
                    </a:ext>
                  </a:extLst>
                </a:gridCol>
                <a:gridCol w="1598578">
                  <a:extLst>
                    <a:ext uri="{9D8B030D-6E8A-4147-A177-3AD203B41FA5}">
                      <a16:colId xmlns:a16="http://schemas.microsoft.com/office/drawing/2014/main" val="1549695262"/>
                    </a:ext>
                  </a:extLst>
                </a:gridCol>
                <a:gridCol w="1598578">
                  <a:extLst>
                    <a:ext uri="{9D8B030D-6E8A-4147-A177-3AD203B41FA5}">
                      <a16:colId xmlns:a16="http://schemas.microsoft.com/office/drawing/2014/main" val="2182902274"/>
                    </a:ext>
                  </a:extLst>
                </a:gridCol>
                <a:gridCol w="1598578">
                  <a:extLst>
                    <a:ext uri="{9D8B030D-6E8A-4147-A177-3AD203B41FA5}">
                      <a16:colId xmlns:a16="http://schemas.microsoft.com/office/drawing/2014/main" val="738543947"/>
                    </a:ext>
                  </a:extLst>
                </a:gridCol>
                <a:gridCol w="1598578">
                  <a:extLst>
                    <a:ext uri="{9D8B030D-6E8A-4147-A177-3AD203B41FA5}">
                      <a16:colId xmlns:a16="http://schemas.microsoft.com/office/drawing/2014/main" val="2410120671"/>
                    </a:ext>
                  </a:extLst>
                </a:gridCol>
              </a:tblGrid>
              <a:tr h="1102078">
                <a:tc>
                  <a:txBody>
                    <a:bodyPr/>
                    <a:lstStyle/>
                    <a:p>
                      <a:r>
                        <a:rPr lang="fr-BE" dirty="0">
                          <a:solidFill>
                            <a:schemeClr val="tx1"/>
                          </a:solidFill>
                        </a:rPr>
                        <a:t>Type de transfert 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BE" dirty="0">
                          <a:solidFill>
                            <a:schemeClr val="tx1"/>
                          </a:solidFill>
                        </a:rPr>
                        <a:t>Pour obtenir un transfert </a:t>
                      </a:r>
                    </a:p>
                    <a:p>
                      <a:pPr algn="l"/>
                      <a:r>
                        <a:rPr lang="fr-BE" dirty="0">
                          <a:solidFill>
                            <a:schemeClr val="tx1"/>
                          </a:solidFill>
                        </a:rPr>
                        <a:t>au ….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BE" i="0" dirty="0">
                          <a:solidFill>
                            <a:schemeClr val="tx1"/>
                          </a:solidFill>
                        </a:rPr>
                        <a:t>Le dossier doit parvenir  au BC pour le … 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BE" dirty="0">
                          <a:solidFill>
                            <a:schemeClr val="tx1"/>
                          </a:solidFill>
                        </a:rPr>
                        <a:t>Si le dossier est introduit </a:t>
                      </a:r>
                    </a:p>
                    <a:p>
                      <a:r>
                        <a:rPr lang="fr-BE" dirty="0">
                          <a:solidFill>
                            <a:schemeClr val="tx1"/>
                          </a:solidFill>
                        </a:rPr>
                        <a:t>le 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BE" dirty="0">
                          <a:solidFill>
                            <a:schemeClr val="tx1"/>
                          </a:solidFill>
                        </a:rPr>
                        <a:t>Date de prise d’effet du transfert 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5327982"/>
                  </a:ext>
                </a:extLst>
              </a:tr>
              <a:tr h="771454">
                <a:tc>
                  <a:txBody>
                    <a:bodyPr/>
                    <a:lstStyle/>
                    <a:p>
                      <a:r>
                        <a:rPr lang="fr-BE" b="0" dirty="0"/>
                        <a:t>Tft BC avec DA AGR </a:t>
                      </a:r>
                      <a:r>
                        <a:rPr lang="fr-BE" sz="1600" b="0" dirty="0"/>
                        <a:t>(déb</a:t>
                      </a:r>
                      <a:r>
                        <a:rPr lang="fr-BE" b="0" dirty="0"/>
                        <a:t>. </a:t>
                      </a:r>
                      <a:r>
                        <a:rPr lang="fr-BE" sz="1600" b="0" dirty="0" err="1"/>
                        <a:t>occup</a:t>
                      </a:r>
                      <a:r>
                        <a:rPr lang="fr-BE" sz="1600" b="0" dirty="0"/>
                        <a:t>.)</a:t>
                      </a:r>
                      <a:endParaRPr lang="fr-BE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08.09.2023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B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09.10.2023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B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347762"/>
                  </a:ext>
                </a:extLst>
              </a:tr>
              <a:tr h="771454">
                <a:tc>
                  <a:txBody>
                    <a:bodyPr/>
                    <a:lstStyle/>
                    <a:p>
                      <a:r>
                        <a:rPr lang="fr-BE" b="0" dirty="0"/>
                        <a:t>Tft OP en cours de CC.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01.12.2023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B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04.12.2023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B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0313279"/>
                  </a:ext>
                </a:extLst>
              </a:tr>
              <a:tr h="771454">
                <a:tc>
                  <a:txBody>
                    <a:bodyPr/>
                    <a:lstStyle/>
                    <a:p>
                      <a:r>
                        <a:rPr lang="fr-BE" b="0" dirty="0"/>
                        <a:t>Tft OP/BC avec DA CT </a:t>
                      </a:r>
                      <a:r>
                        <a:rPr lang="fr-BE" sz="1600" b="0" dirty="0"/>
                        <a:t>(1</a:t>
                      </a:r>
                      <a:r>
                        <a:rPr lang="fr-BE" sz="1600" b="0" baseline="30000" dirty="0"/>
                        <a:t>ier</a:t>
                      </a:r>
                      <a:r>
                        <a:rPr lang="fr-BE" sz="1600" b="0" dirty="0"/>
                        <a:t> jour).</a:t>
                      </a:r>
                      <a:endParaRPr lang="fr-BE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16.11.2023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B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29.01.2024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B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704057"/>
                  </a:ext>
                </a:extLst>
              </a:tr>
              <a:tr h="771454">
                <a:tc>
                  <a:txBody>
                    <a:bodyPr/>
                    <a:lstStyle/>
                    <a:p>
                      <a:r>
                        <a:rPr lang="fr-BE" b="0" dirty="0"/>
                        <a:t>Tft OP avec DA en AGR.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01.12.2023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B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25.01.2024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B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3789323"/>
                  </a:ext>
                </a:extLst>
              </a:tr>
              <a:tr h="771454">
                <a:tc>
                  <a:txBody>
                    <a:bodyPr/>
                    <a:lstStyle/>
                    <a:p>
                      <a:r>
                        <a:rPr lang="fr-BE" b="0" dirty="0"/>
                        <a:t>Tft OP/BC avec DA de CC.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13.11.2023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B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15.01.2024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B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623288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7743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54996E5-7F37-46CA-9E1B-A03428737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sz="4000" b="1" i="1" dirty="0">
                <a:solidFill>
                  <a:prstClr val="black"/>
                </a:solidFill>
              </a:rPr>
              <a:t>7. Exercices (4)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128F092-72BA-4D08-909A-5C2AB1100A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lvl="0" indent="0">
              <a:spcBef>
                <a:spcPts val="600"/>
              </a:spcBef>
              <a:buNone/>
            </a:pPr>
            <a:endParaRPr lang="fr-BE" sz="3000" dirty="0">
              <a:solidFill>
                <a:prstClr val="black"/>
              </a:solidFill>
              <a:sym typeface="Wingdings" panose="05000000000000000000" pitchFamily="2" charset="2"/>
            </a:endParaRP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§"/>
            </a:pPr>
            <a:endParaRPr lang="fr-BE" sz="3000" dirty="0"/>
          </a:p>
          <a:p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0039B93-585F-4620-8845-967AAE7AA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E9056B-6A30-4F99-BDE9-C450E66AE125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5" name="Tableau 5">
            <a:extLst>
              <a:ext uri="{FF2B5EF4-FFF2-40B4-BE49-F238E27FC236}">
                <a16:creationId xmlns:a16="http://schemas.microsoft.com/office/drawing/2014/main" id="{ABE849C1-995E-4A1D-9423-A9A25241C1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3845939"/>
              </p:ext>
            </p:extLst>
          </p:nvPr>
        </p:nvGraphicFramePr>
        <p:xfrm>
          <a:off x="611560" y="1397000"/>
          <a:ext cx="7992890" cy="532722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598578">
                  <a:extLst>
                    <a:ext uri="{9D8B030D-6E8A-4147-A177-3AD203B41FA5}">
                      <a16:colId xmlns:a16="http://schemas.microsoft.com/office/drawing/2014/main" val="1785455527"/>
                    </a:ext>
                  </a:extLst>
                </a:gridCol>
                <a:gridCol w="1598578">
                  <a:extLst>
                    <a:ext uri="{9D8B030D-6E8A-4147-A177-3AD203B41FA5}">
                      <a16:colId xmlns:a16="http://schemas.microsoft.com/office/drawing/2014/main" val="1549695262"/>
                    </a:ext>
                  </a:extLst>
                </a:gridCol>
                <a:gridCol w="1598578">
                  <a:extLst>
                    <a:ext uri="{9D8B030D-6E8A-4147-A177-3AD203B41FA5}">
                      <a16:colId xmlns:a16="http://schemas.microsoft.com/office/drawing/2014/main" val="2182902274"/>
                    </a:ext>
                  </a:extLst>
                </a:gridCol>
                <a:gridCol w="1598578">
                  <a:extLst>
                    <a:ext uri="{9D8B030D-6E8A-4147-A177-3AD203B41FA5}">
                      <a16:colId xmlns:a16="http://schemas.microsoft.com/office/drawing/2014/main" val="738543947"/>
                    </a:ext>
                  </a:extLst>
                </a:gridCol>
                <a:gridCol w="1598578">
                  <a:extLst>
                    <a:ext uri="{9D8B030D-6E8A-4147-A177-3AD203B41FA5}">
                      <a16:colId xmlns:a16="http://schemas.microsoft.com/office/drawing/2014/main" val="2410120671"/>
                    </a:ext>
                  </a:extLst>
                </a:gridCol>
              </a:tblGrid>
              <a:tr h="1102078">
                <a:tc>
                  <a:txBody>
                    <a:bodyPr/>
                    <a:lstStyle/>
                    <a:p>
                      <a:r>
                        <a:rPr lang="fr-BE" dirty="0">
                          <a:solidFill>
                            <a:schemeClr val="tx1"/>
                          </a:solidFill>
                        </a:rPr>
                        <a:t>Type de transfert 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BE" dirty="0">
                          <a:solidFill>
                            <a:schemeClr val="tx1"/>
                          </a:solidFill>
                        </a:rPr>
                        <a:t>Pour obtenir un transfert </a:t>
                      </a:r>
                    </a:p>
                    <a:p>
                      <a:pPr algn="l"/>
                      <a:r>
                        <a:rPr lang="fr-BE" dirty="0">
                          <a:solidFill>
                            <a:schemeClr val="tx1"/>
                          </a:solidFill>
                        </a:rPr>
                        <a:t>au ….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BE" i="0" dirty="0">
                          <a:solidFill>
                            <a:schemeClr val="tx1"/>
                          </a:solidFill>
                        </a:rPr>
                        <a:t>Le dossier doit parvenir  au BC pour le … 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BE" dirty="0">
                          <a:solidFill>
                            <a:schemeClr val="tx1"/>
                          </a:solidFill>
                        </a:rPr>
                        <a:t>Si le dossier est introduit </a:t>
                      </a:r>
                    </a:p>
                    <a:p>
                      <a:r>
                        <a:rPr lang="fr-BE" dirty="0">
                          <a:solidFill>
                            <a:schemeClr val="tx1"/>
                          </a:solidFill>
                        </a:rPr>
                        <a:t>le 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BE" dirty="0">
                          <a:solidFill>
                            <a:schemeClr val="tx1"/>
                          </a:solidFill>
                        </a:rPr>
                        <a:t>Date de prise d’effet du transfert 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5327982"/>
                  </a:ext>
                </a:extLst>
              </a:tr>
              <a:tr h="771454">
                <a:tc>
                  <a:txBody>
                    <a:bodyPr/>
                    <a:lstStyle/>
                    <a:p>
                      <a:r>
                        <a:rPr lang="fr-BE" b="0" dirty="0"/>
                        <a:t>Tft BC avec DA CC.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08.09.2023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B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24.10.2023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B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347762"/>
                  </a:ext>
                </a:extLst>
              </a:tr>
              <a:tr h="771454">
                <a:tc>
                  <a:txBody>
                    <a:bodyPr/>
                    <a:lstStyle/>
                    <a:p>
                      <a:r>
                        <a:rPr lang="fr-BE" b="0" dirty="0"/>
                        <a:t>Tft OP/BC en cours d’AGR.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10.10.2023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B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16.10.2023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B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0313279"/>
                  </a:ext>
                </a:extLst>
              </a:tr>
              <a:tr h="771454">
                <a:tc>
                  <a:txBody>
                    <a:bodyPr/>
                    <a:lstStyle/>
                    <a:p>
                      <a:r>
                        <a:rPr lang="fr-BE" b="0" dirty="0"/>
                        <a:t>Tft BC en cours de CT </a:t>
                      </a:r>
                      <a:r>
                        <a:rPr lang="fr-BE" sz="1600" b="0" dirty="0"/>
                        <a:t>(pas 1</a:t>
                      </a:r>
                      <a:r>
                        <a:rPr lang="fr-BE" sz="1600" b="0" baseline="30000" dirty="0"/>
                        <a:t>ier</a:t>
                      </a:r>
                      <a:r>
                        <a:rPr lang="fr-BE" sz="1600" b="0" dirty="0"/>
                        <a:t> jour).</a:t>
                      </a:r>
                      <a:endParaRPr lang="fr-BE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25.09.2023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B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27.10.2023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B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704057"/>
                  </a:ext>
                </a:extLst>
              </a:tr>
              <a:tr h="771454">
                <a:tc>
                  <a:txBody>
                    <a:bodyPr/>
                    <a:lstStyle/>
                    <a:p>
                      <a:r>
                        <a:rPr lang="fr-BE" b="0" dirty="0">
                          <a:solidFill>
                            <a:schemeClr val="tx1"/>
                          </a:solidFill>
                        </a:rPr>
                        <a:t>Tft BC avec DA impulsion </a:t>
                      </a:r>
                      <a:r>
                        <a:rPr lang="fr-BE" sz="1600" b="0" dirty="0">
                          <a:solidFill>
                            <a:schemeClr val="tx1"/>
                          </a:solidFill>
                        </a:rPr>
                        <a:t>(déb. </a:t>
                      </a:r>
                      <a:r>
                        <a:rPr lang="fr-BE" sz="1600" b="0" dirty="0" err="1">
                          <a:solidFill>
                            <a:schemeClr val="tx1"/>
                          </a:solidFill>
                        </a:rPr>
                        <a:t>occup</a:t>
                      </a:r>
                      <a:r>
                        <a:rPr lang="fr-BE" sz="1600" b="0" dirty="0">
                          <a:solidFill>
                            <a:schemeClr val="tx1"/>
                          </a:solidFill>
                        </a:rPr>
                        <a:t>.)</a:t>
                      </a:r>
                      <a:endParaRPr lang="fr-BE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>
                          <a:solidFill>
                            <a:schemeClr val="tx1"/>
                          </a:solidFill>
                        </a:rPr>
                        <a:t>23.11.2023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BE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>
                          <a:solidFill>
                            <a:schemeClr val="tx1"/>
                          </a:solidFill>
                        </a:rPr>
                        <a:t>14.12.2023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BE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3789323"/>
                  </a:ext>
                </a:extLst>
              </a:tr>
              <a:tr h="771454">
                <a:tc>
                  <a:txBody>
                    <a:bodyPr/>
                    <a:lstStyle/>
                    <a:p>
                      <a:r>
                        <a:rPr lang="fr-BE" b="0" dirty="0">
                          <a:solidFill>
                            <a:schemeClr val="tx1"/>
                          </a:solidFill>
                        </a:rPr>
                        <a:t>Tft OP en cours impulsion.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>
                          <a:solidFill>
                            <a:schemeClr val="tx1"/>
                          </a:solidFill>
                        </a:rPr>
                        <a:t>01.12.2023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BE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>
                          <a:solidFill>
                            <a:schemeClr val="tx1"/>
                          </a:solidFill>
                        </a:rPr>
                        <a:t>05.01.2024</a:t>
                      </a:r>
                      <a:endParaRPr lang="fr-BE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BE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623288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0499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1_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71D4D5C3D776247A0B00D9B67B18301" ma:contentTypeVersion="5" ma:contentTypeDescription="Crée un document." ma:contentTypeScope="" ma:versionID="7a3aaf4a5e491451268d7041ab422b5e">
  <xsd:schema xmlns:xsd="http://www.w3.org/2001/XMLSchema" xmlns:xs="http://www.w3.org/2001/XMLSchema" xmlns:p="http://schemas.microsoft.com/office/2006/metadata/properties" xmlns:ns2="70ec8308-a2f0-4163-8d73-ffca7c913578" xmlns:ns3="594ba5a2-1908-49bb-836f-9f7e6dbdc18e" targetNamespace="http://schemas.microsoft.com/office/2006/metadata/properties" ma:root="true" ma:fieldsID="eac2541f887c14507833b58d07aebfe8" ns2:_="" ns3:_="">
    <xsd:import namespace="70ec8308-a2f0-4163-8d73-ffca7c913578"/>
    <xsd:import namespace="594ba5a2-1908-49bb-836f-9f7e6dbdc18e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ec8308-a2f0-4163-8d73-ffca7c913578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94ba5a2-1908-49bb-836f-9f7e6dbdc18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EC2D747-F521-4B78-B992-6FE1025B3E2D}">
  <ds:schemaRefs>
    <ds:schemaRef ds:uri="http://purl.org/dc/elements/1.1/"/>
    <ds:schemaRef ds:uri="http://schemas.microsoft.com/office/2006/metadata/properties"/>
    <ds:schemaRef ds:uri="1e832426-6819-49af-b751-404cdfce1567"/>
    <ds:schemaRef ds:uri="7d2a3af0-b854-4018-b3fb-98bf2b75e19a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bdec1399-7c99-4025-bfb6-e1e799e6630a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1DC1D52D-DEAB-48C6-B393-CBB702FADD5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0ec8308-a2f0-4163-8d73-ffca7c913578"/>
    <ds:schemaRef ds:uri="594ba5a2-1908-49bb-836f-9f7e6dbdc18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68C0452-8DB8-4C6C-9AE9-4CF78606070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7170</TotalTime>
  <Words>1365</Words>
  <Application>Microsoft Office PowerPoint</Application>
  <PresentationFormat>Affichage à l'écran (4:3)</PresentationFormat>
  <Paragraphs>250</Paragraphs>
  <Slides>18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Courier New</vt:lpstr>
      <vt:lpstr>Wingdings</vt:lpstr>
      <vt:lpstr>1_Thème Office</vt:lpstr>
      <vt:lpstr>Les transferts</vt:lpstr>
      <vt:lpstr>Table des matières</vt:lpstr>
      <vt:lpstr>1. Définitions</vt:lpstr>
      <vt:lpstr>1. Définitions</vt:lpstr>
      <vt:lpstr>2. Transferts d’OP</vt:lpstr>
      <vt:lpstr>2. Transferts d’OP</vt:lpstr>
      <vt:lpstr>2. Transferts d’OP</vt:lpstr>
      <vt:lpstr>3. Transferts de BC</vt:lpstr>
      <vt:lpstr>3. Transferts de BC</vt:lpstr>
      <vt:lpstr>4. Transferts d’OP &amp; BC</vt:lpstr>
      <vt:lpstr>Modalités pratiques</vt:lpstr>
      <vt:lpstr>Modalités pratiques Interrogation de l’inter-OP via l’application FLUX</vt:lpstr>
      <vt:lpstr>Modalités pratiques Intégration et constitution du dossier</vt:lpstr>
      <vt:lpstr>6. Types C9</vt:lpstr>
      <vt:lpstr>7. Exercices (1)</vt:lpstr>
      <vt:lpstr>7. Exercices (2)</vt:lpstr>
      <vt:lpstr>7. Exercices (3)</vt:lpstr>
      <vt:lpstr>7. Exercices (4)</vt:lpstr>
    </vt:vector>
  </TitlesOfParts>
  <Company>ACV-CSC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FCJ-M19-Transferts-Participants</dc:title>
  <dc:creator>u99lge</dc:creator>
  <cp:lastModifiedBy>Ali Bakhouch</cp:lastModifiedBy>
  <cp:revision>823</cp:revision>
  <cp:lastPrinted>2018-11-27T08:49:39Z</cp:lastPrinted>
  <dcterms:created xsi:type="dcterms:W3CDTF">2010-09-22T12:12:06Z</dcterms:created>
  <dcterms:modified xsi:type="dcterms:W3CDTF">2023-12-03T22:23:41Z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0x010100771D4D5C3D776247A0B00D9B67B18301</vt:lpwstr>
  </property>
  <property fmtid="{D5CDD505-2E9C-101B-9397-08002B2CF9AE}" pid="3" name="Type formation">
    <vt:lpwstr>42;#FCJ formation junior|010f76d4-1162-4810-b874-62b7f270a9bc</vt:lpwstr>
  </property>
  <property fmtid="{D5CDD505-2E9C-101B-9397-08002B2CF9AE}" pid="4" name="Type document">
    <vt:lpwstr>29;#Présentation|66a9a075-20e6-47e0-8483-85d2e9240401</vt:lpwstr>
  </property>
  <property fmtid="{D5CDD505-2E9C-101B-9397-08002B2CF9AE}" pid="5" name="Public Cible">
    <vt:lpwstr>12;#FLT|f342c2bc-e504-4fe0-8d5d-34c04f2f783f</vt:lpwstr>
  </property>
  <property fmtid="{D5CDD505-2E9C-101B-9397-08002B2CF9AE}" pid="6" name="Domaine">
    <vt:lpwstr>17;#Admissibilité|d1ac0b1f-1e4c-4aa8-9a97-5b01e61985ba</vt:lpwstr>
  </property>
  <property fmtid="{D5CDD505-2E9C-101B-9397-08002B2CF9AE}" pid="7" name="Thème">
    <vt:lpwstr>113;#Transferts|c341199b-fe37-47ac-bcf3-77e9aeaff5ac</vt:lpwstr>
  </property>
  <property fmtid="{D5CDD505-2E9C-101B-9397-08002B2CF9AE}" pid="8" name="Order">
    <vt:r8>34100</vt:r8>
  </property>
  <property fmtid="{D5CDD505-2E9C-101B-9397-08002B2CF9AE}" pid="9" name="_dlc_DocIdItemGuid">
    <vt:lpwstr>c09e7468-b4d3-4b8e-afe2-d7e1ff0815a4</vt:lpwstr>
  </property>
  <property fmtid="{D5CDD505-2E9C-101B-9397-08002B2CF9AE}" pid="10" name="AuthorIds_UIVersion_2048">
    <vt:lpwstr>18</vt:lpwstr>
  </property>
</Properties>
</file>