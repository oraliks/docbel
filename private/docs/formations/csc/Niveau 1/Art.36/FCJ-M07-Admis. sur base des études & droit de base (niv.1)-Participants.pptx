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5"/>
  </p:sldMasterIdLst>
  <p:notesMasterIdLst>
    <p:notesMasterId r:id="rId58"/>
  </p:notesMasterIdLst>
  <p:handoutMasterIdLst>
    <p:handoutMasterId r:id="rId59"/>
  </p:handoutMasterIdLst>
  <p:sldIdLst>
    <p:sldId id="322" r:id="rId6"/>
    <p:sldId id="590" r:id="rId7"/>
    <p:sldId id="488" r:id="rId8"/>
    <p:sldId id="546" r:id="rId9"/>
    <p:sldId id="547" r:id="rId10"/>
    <p:sldId id="536" r:id="rId11"/>
    <p:sldId id="548" r:id="rId12"/>
    <p:sldId id="549" r:id="rId13"/>
    <p:sldId id="550" r:id="rId14"/>
    <p:sldId id="551" r:id="rId15"/>
    <p:sldId id="552" r:id="rId16"/>
    <p:sldId id="553" r:id="rId17"/>
    <p:sldId id="554" r:id="rId18"/>
    <p:sldId id="555" r:id="rId19"/>
    <p:sldId id="556" r:id="rId20"/>
    <p:sldId id="557" r:id="rId21"/>
    <p:sldId id="558" r:id="rId22"/>
    <p:sldId id="559" r:id="rId23"/>
    <p:sldId id="560" r:id="rId24"/>
    <p:sldId id="561" r:id="rId25"/>
    <p:sldId id="562" r:id="rId26"/>
    <p:sldId id="563" r:id="rId27"/>
    <p:sldId id="564" r:id="rId28"/>
    <p:sldId id="538" r:id="rId29"/>
    <p:sldId id="539" r:id="rId30"/>
    <p:sldId id="565" r:id="rId31"/>
    <p:sldId id="566" r:id="rId32"/>
    <p:sldId id="567" r:id="rId33"/>
    <p:sldId id="568" r:id="rId34"/>
    <p:sldId id="569" r:id="rId35"/>
    <p:sldId id="570" r:id="rId36"/>
    <p:sldId id="540" r:id="rId37"/>
    <p:sldId id="571" r:id="rId38"/>
    <p:sldId id="572" r:id="rId39"/>
    <p:sldId id="541" r:id="rId40"/>
    <p:sldId id="573" r:id="rId41"/>
    <p:sldId id="574" r:id="rId42"/>
    <p:sldId id="575" r:id="rId43"/>
    <p:sldId id="576" r:id="rId44"/>
    <p:sldId id="577" r:id="rId45"/>
    <p:sldId id="578" r:id="rId46"/>
    <p:sldId id="579" r:id="rId47"/>
    <p:sldId id="580" r:id="rId48"/>
    <p:sldId id="405" r:id="rId49"/>
    <p:sldId id="582" r:id="rId50"/>
    <p:sldId id="583" r:id="rId51"/>
    <p:sldId id="435" r:id="rId52"/>
    <p:sldId id="585" r:id="rId53"/>
    <p:sldId id="586" r:id="rId54"/>
    <p:sldId id="587" r:id="rId55"/>
    <p:sldId id="588" r:id="rId56"/>
    <p:sldId id="589" r:id="rId57"/>
  </p:sldIdLst>
  <p:sldSz cx="9144000" cy="6858000" type="screen4x3"/>
  <p:notesSz cx="6669088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  <a:srgbClr val="008000"/>
    <a:srgbClr val="FF9933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3A869D-7126-4845-AEEB-F2FA019E28D5}" v="13" dt="2022-11-04T07:08:0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7" autoAdjust="0"/>
    <p:restoredTop sz="92617" autoAdjust="0"/>
  </p:normalViewPr>
  <p:slideViewPr>
    <p:cSldViewPr>
      <p:cViewPr varScale="1">
        <p:scale>
          <a:sx n="49" d="100"/>
          <a:sy n="49" d="100"/>
        </p:scale>
        <p:origin x="28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501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61" Type="http://schemas.openxmlformats.org/officeDocument/2006/relationships/viewProps" Target="view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assakis Drossinis" userId="b25eba5c-ae41-4ffc-9e38-008e1ba3ee42" providerId="ADAL" clId="{294B741E-2804-4FDE-8645-85DC7F4DB6C6}"/>
    <pc:docChg chg="modSld">
      <pc:chgData name="Tanassakis Drossinis" userId="b25eba5c-ae41-4ffc-9e38-008e1ba3ee42" providerId="ADAL" clId="{294B741E-2804-4FDE-8645-85DC7F4DB6C6}" dt="2021-09-13T13:31:08.181" v="35" actId="20577"/>
      <pc:docMkLst>
        <pc:docMk/>
      </pc:docMkLst>
      <pc:sldChg chg="modSp">
        <pc:chgData name="Tanassakis Drossinis" userId="b25eba5c-ae41-4ffc-9e38-008e1ba3ee42" providerId="ADAL" clId="{294B741E-2804-4FDE-8645-85DC7F4DB6C6}" dt="2021-09-13T13:17:24.341" v="23" actId="6549"/>
        <pc:sldMkLst>
          <pc:docMk/>
          <pc:sldMk cId="0" sldId="405"/>
        </pc:sldMkLst>
        <pc:spChg chg="mod">
          <ac:chgData name="Tanassakis Drossinis" userId="b25eba5c-ae41-4ffc-9e38-008e1ba3ee42" providerId="ADAL" clId="{294B741E-2804-4FDE-8645-85DC7F4DB6C6}" dt="2021-09-13T13:17:24.341" v="23" actId="6549"/>
          <ac:spMkLst>
            <pc:docMk/>
            <pc:sldMk cId="0" sldId="405"/>
            <ac:spMk id="3" creationId="{00000000-0000-0000-0000-000000000000}"/>
          </ac:spMkLst>
        </pc:spChg>
      </pc:sldChg>
      <pc:sldChg chg="modSp">
        <pc:chgData name="Tanassakis Drossinis" userId="b25eba5c-ae41-4ffc-9e38-008e1ba3ee42" providerId="ADAL" clId="{294B741E-2804-4FDE-8645-85DC7F4DB6C6}" dt="2021-09-10T14:55:40.465" v="1" actId="20577"/>
        <pc:sldMkLst>
          <pc:docMk/>
          <pc:sldMk cId="507235760" sldId="422"/>
        </pc:sldMkLst>
        <pc:spChg chg="mod">
          <ac:chgData name="Tanassakis Drossinis" userId="b25eba5c-ae41-4ffc-9e38-008e1ba3ee42" providerId="ADAL" clId="{294B741E-2804-4FDE-8645-85DC7F4DB6C6}" dt="2021-09-10T14:55:40.465" v="1" actId="20577"/>
          <ac:spMkLst>
            <pc:docMk/>
            <pc:sldMk cId="507235760" sldId="422"/>
            <ac:spMk id="2" creationId="{00000000-0000-0000-0000-000000000000}"/>
          </ac:spMkLst>
        </pc:spChg>
      </pc:sldChg>
      <pc:sldChg chg="modSp">
        <pc:chgData name="Tanassakis Drossinis" userId="b25eba5c-ae41-4ffc-9e38-008e1ba3ee42" providerId="ADAL" clId="{294B741E-2804-4FDE-8645-85DC7F4DB6C6}" dt="2021-09-13T13:31:08.181" v="35" actId="20577"/>
        <pc:sldMkLst>
          <pc:docMk/>
          <pc:sldMk cId="697906512" sldId="513"/>
        </pc:sldMkLst>
        <pc:graphicFrameChg chg="modGraphic">
          <ac:chgData name="Tanassakis Drossinis" userId="b25eba5c-ae41-4ffc-9e38-008e1ba3ee42" providerId="ADAL" clId="{294B741E-2804-4FDE-8645-85DC7F4DB6C6}" dt="2021-09-13T13:31:08.181" v="35" actId="20577"/>
          <ac:graphicFrameMkLst>
            <pc:docMk/>
            <pc:sldMk cId="697906512" sldId="513"/>
            <ac:graphicFrameMk id="5" creationId="{00000000-0000-0000-0000-000000000000}"/>
          </ac:graphicFrameMkLst>
        </pc:graphicFrameChg>
      </pc:sldChg>
    </pc:docChg>
  </pc:docChgLst>
  <pc:docChgLst>
    <pc:chgData name="Tanassakis Drossinis" userId="b25eba5c-ae41-4ffc-9e38-008e1ba3ee42" providerId="ADAL" clId="{2711C946-D16E-4F5A-B365-2F4CFBB5A774}"/>
    <pc:docChg chg="modSld">
      <pc:chgData name="Tanassakis Drossinis" userId="b25eba5c-ae41-4ffc-9e38-008e1ba3ee42" providerId="ADAL" clId="{2711C946-D16E-4F5A-B365-2F4CFBB5A774}" dt="2021-07-14T14:05:53.810" v="1" actId="20577"/>
      <pc:docMkLst>
        <pc:docMk/>
      </pc:docMkLst>
      <pc:sldChg chg="modSp">
        <pc:chgData name="Tanassakis Drossinis" userId="b25eba5c-ae41-4ffc-9e38-008e1ba3ee42" providerId="ADAL" clId="{2711C946-D16E-4F5A-B365-2F4CFBB5A774}" dt="2021-07-14T14:05:53.810" v="1" actId="20577"/>
        <pc:sldMkLst>
          <pc:docMk/>
          <pc:sldMk cId="3661429038" sldId="502"/>
        </pc:sldMkLst>
        <pc:spChg chg="mod">
          <ac:chgData name="Tanassakis Drossinis" userId="b25eba5c-ae41-4ffc-9e38-008e1ba3ee42" providerId="ADAL" clId="{2711C946-D16E-4F5A-B365-2F4CFBB5A774}" dt="2021-07-14T14:05:53.810" v="1" actId="20577"/>
          <ac:spMkLst>
            <pc:docMk/>
            <pc:sldMk cId="3661429038" sldId="502"/>
            <ac:spMk id="2" creationId="{00000000-0000-0000-0000-000000000000}"/>
          </ac:spMkLst>
        </pc:spChg>
      </pc:sldChg>
    </pc:docChg>
  </pc:docChgLst>
  <pc:docChgLst>
    <pc:chgData name="Tanassakis Drossinis" userId="b25eba5c-ae41-4ffc-9e38-008e1ba3ee42" providerId="ADAL" clId="{D687B739-E168-444F-8151-C1741AD18E20}"/>
    <pc:docChg chg="undo custSel addSld delSld modSld">
      <pc:chgData name="Tanassakis Drossinis" userId="b25eba5c-ae41-4ffc-9e38-008e1ba3ee42" providerId="ADAL" clId="{D687B739-E168-444F-8151-C1741AD18E20}" dt="2021-01-22T11:01:48.239" v="1985" actId="5793"/>
      <pc:docMkLst>
        <pc:docMk/>
      </pc:docMkLst>
      <pc:sldChg chg="modSp">
        <pc:chgData name="Tanassakis Drossinis" userId="b25eba5c-ae41-4ffc-9e38-008e1ba3ee42" providerId="ADAL" clId="{D687B739-E168-444F-8151-C1741AD18E20}" dt="2021-01-20T16:02:12.864" v="76" actId="14100"/>
        <pc:sldMkLst>
          <pc:docMk/>
          <pc:sldMk cId="0" sldId="342"/>
        </pc:sldMkLst>
        <pc:spChg chg="mod">
          <ac:chgData name="Tanassakis Drossinis" userId="b25eba5c-ae41-4ffc-9e38-008e1ba3ee42" providerId="ADAL" clId="{D687B739-E168-444F-8151-C1741AD18E20}" dt="2021-01-20T16:01:57.733" v="74" actId="27636"/>
          <ac:spMkLst>
            <pc:docMk/>
            <pc:sldMk cId="0" sldId="342"/>
            <ac:spMk id="6" creationId="{00000000-0000-0000-0000-000000000000}"/>
          </ac:spMkLst>
        </pc:spChg>
        <pc:graphicFrameChg chg="mod modGraphic">
          <ac:chgData name="Tanassakis Drossinis" userId="b25eba5c-ae41-4ffc-9e38-008e1ba3ee42" providerId="ADAL" clId="{D687B739-E168-444F-8151-C1741AD18E20}" dt="2021-01-20T16:02:12.864" v="76" actId="14100"/>
          <ac:graphicFrameMkLst>
            <pc:docMk/>
            <pc:sldMk cId="0" sldId="342"/>
            <ac:graphicFrameMk id="7" creationId="{00000000-0000-0000-0000-000000000000}"/>
          </ac:graphicFrameMkLst>
        </pc:graphicFrameChg>
      </pc:sldChg>
      <pc:sldChg chg="modSp">
        <pc:chgData name="Tanassakis Drossinis" userId="b25eba5c-ae41-4ffc-9e38-008e1ba3ee42" providerId="ADAL" clId="{D687B739-E168-444F-8151-C1741AD18E20}" dt="2021-01-20T16:32:00.198" v="77" actId="20577"/>
        <pc:sldMkLst>
          <pc:docMk/>
          <pc:sldMk cId="0" sldId="345"/>
        </pc:sldMkLst>
        <pc:spChg chg="mod">
          <ac:chgData name="Tanassakis Drossinis" userId="b25eba5c-ae41-4ffc-9e38-008e1ba3ee42" providerId="ADAL" clId="{D687B739-E168-444F-8151-C1741AD18E20}" dt="2021-01-20T16:32:00.198" v="77" actId="20577"/>
          <ac:spMkLst>
            <pc:docMk/>
            <pc:sldMk cId="0" sldId="345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D687B739-E168-444F-8151-C1741AD18E20}" dt="2021-01-21T09:40:31.857" v="427" actId="6549"/>
        <pc:sldMkLst>
          <pc:docMk/>
          <pc:sldMk cId="0" sldId="394"/>
        </pc:sldMkLst>
        <pc:spChg chg="mod">
          <ac:chgData name="Tanassakis Drossinis" userId="b25eba5c-ae41-4ffc-9e38-008e1ba3ee42" providerId="ADAL" clId="{D687B739-E168-444F-8151-C1741AD18E20}" dt="2021-01-21T09:40:31.857" v="427" actId="6549"/>
          <ac:spMkLst>
            <pc:docMk/>
            <pc:sldMk cId="0" sldId="394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D687B739-E168-444F-8151-C1741AD18E20}" dt="2021-01-22T11:01:48.239" v="1985" actId="5793"/>
        <pc:sldMkLst>
          <pc:docMk/>
          <pc:sldMk cId="0" sldId="397"/>
        </pc:sldMkLst>
        <pc:spChg chg="mod">
          <ac:chgData name="Tanassakis Drossinis" userId="b25eba5c-ae41-4ffc-9e38-008e1ba3ee42" providerId="ADAL" clId="{D687B739-E168-444F-8151-C1741AD18E20}" dt="2021-01-22T11:01:48.239" v="1985" actId="5793"/>
          <ac:spMkLst>
            <pc:docMk/>
            <pc:sldMk cId="0" sldId="397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D687B739-E168-444F-8151-C1741AD18E20}" dt="2021-01-22T10:54:29.446" v="1834" actId="6549"/>
        <pc:sldMkLst>
          <pc:docMk/>
          <pc:sldMk cId="0" sldId="405"/>
        </pc:sldMkLst>
        <pc:spChg chg="mod">
          <ac:chgData name="Tanassakis Drossinis" userId="b25eba5c-ae41-4ffc-9e38-008e1ba3ee42" providerId="ADAL" clId="{D687B739-E168-444F-8151-C1741AD18E20}" dt="2021-01-21T16:05:45.662" v="1641" actId="120"/>
          <ac:spMkLst>
            <pc:docMk/>
            <pc:sldMk cId="0" sldId="405"/>
            <ac:spMk id="2" creationId="{00000000-0000-0000-0000-000000000000}"/>
          </ac:spMkLst>
        </pc:spChg>
        <pc:spChg chg="mod">
          <ac:chgData name="Tanassakis Drossinis" userId="b25eba5c-ae41-4ffc-9e38-008e1ba3ee42" providerId="ADAL" clId="{D687B739-E168-444F-8151-C1741AD18E20}" dt="2021-01-22T10:54:29.446" v="1834" actId="6549"/>
          <ac:spMkLst>
            <pc:docMk/>
            <pc:sldMk cId="0" sldId="405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D687B739-E168-444F-8151-C1741AD18E20}" dt="2021-01-21T16:20:08.670" v="1772" actId="5793"/>
        <pc:sldMkLst>
          <pc:docMk/>
          <pc:sldMk cId="809895249" sldId="407"/>
        </pc:sldMkLst>
        <pc:spChg chg="mod">
          <ac:chgData name="Tanassakis Drossinis" userId="b25eba5c-ae41-4ffc-9e38-008e1ba3ee42" providerId="ADAL" clId="{D687B739-E168-444F-8151-C1741AD18E20}" dt="2021-01-21T16:05:58.187" v="1647" actId="120"/>
          <ac:spMkLst>
            <pc:docMk/>
            <pc:sldMk cId="809895249" sldId="407"/>
            <ac:spMk id="2" creationId="{00000000-0000-0000-0000-000000000000}"/>
          </ac:spMkLst>
        </pc:spChg>
        <pc:spChg chg="mod">
          <ac:chgData name="Tanassakis Drossinis" userId="b25eba5c-ae41-4ffc-9e38-008e1ba3ee42" providerId="ADAL" clId="{D687B739-E168-444F-8151-C1741AD18E20}" dt="2021-01-21T16:20:08.670" v="1772" actId="5793"/>
          <ac:spMkLst>
            <pc:docMk/>
            <pc:sldMk cId="809895249" sldId="407"/>
            <ac:spMk id="3" creationId="{00000000-0000-0000-0000-000000000000}"/>
          </ac:spMkLst>
        </pc:spChg>
      </pc:sldChg>
      <pc:sldChg chg="modSp">
        <pc:chgData name="Tanassakis Drossinis" userId="b25eba5c-ae41-4ffc-9e38-008e1ba3ee42" providerId="ADAL" clId="{D687B739-E168-444F-8151-C1741AD18E20}" dt="2021-01-21T14:05:06.723" v="908" actId="20577"/>
        <pc:sldMkLst>
          <pc:docMk/>
          <pc:sldMk cId="507235760" sldId="422"/>
        </pc:sldMkLst>
        <pc:spChg chg="mod">
          <ac:chgData name="Tanassakis Drossinis" userId="b25eba5c-ae41-4ffc-9e38-008e1ba3ee42" providerId="ADAL" clId="{D687B739-E168-444F-8151-C1741AD18E20}" dt="2021-01-21T10:51:38.963" v="854" actId="20577"/>
          <ac:spMkLst>
            <pc:docMk/>
            <pc:sldMk cId="507235760" sldId="422"/>
            <ac:spMk id="2" creationId="{00000000-0000-0000-0000-000000000000}"/>
          </ac:spMkLst>
        </pc:spChg>
        <pc:spChg chg="mod">
          <ac:chgData name="Tanassakis Drossinis" userId="b25eba5c-ae41-4ffc-9e38-008e1ba3ee42" providerId="ADAL" clId="{D687B739-E168-444F-8151-C1741AD18E20}" dt="2021-01-21T14:05:06.723" v="908" actId="20577"/>
          <ac:spMkLst>
            <pc:docMk/>
            <pc:sldMk cId="507235760" sldId="422"/>
            <ac:spMk id="3" creationId="{00000000-0000-0000-0000-000000000000}"/>
          </ac:spMkLst>
        </pc:spChg>
      </pc:sldChg>
      <pc:sldChg chg="modSp">
        <pc:chgData name="Tanassakis Drossinis" userId="b25eba5c-ae41-4ffc-9e38-008e1ba3ee42" providerId="ADAL" clId="{D687B739-E168-444F-8151-C1741AD18E20}" dt="2021-01-21T14:14:31.832" v="1124" actId="20577"/>
        <pc:sldMkLst>
          <pc:docMk/>
          <pc:sldMk cId="3580523323" sldId="423"/>
        </pc:sldMkLst>
        <pc:spChg chg="mod">
          <ac:chgData name="Tanassakis Drossinis" userId="b25eba5c-ae41-4ffc-9e38-008e1ba3ee42" providerId="ADAL" clId="{D687B739-E168-444F-8151-C1741AD18E20}" dt="2021-01-21T10:51:42.457" v="856" actId="20577"/>
          <ac:spMkLst>
            <pc:docMk/>
            <pc:sldMk cId="3580523323" sldId="423"/>
            <ac:spMk id="2" creationId="{00000000-0000-0000-0000-000000000000}"/>
          </ac:spMkLst>
        </pc:spChg>
        <pc:spChg chg="mod">
          <ac:chgData name="Tanassakis Drossinis" userId="b25eba5c-ae41-4ffc-9e38-008e1ba3ee42" providerId="ADAL" clId="{D687B739-E168-444F-8151-C1741AD18E20}" dt="2021-01-21T14:14:31.832" v="1124" actId="20577"/>
          <ac:spMkLst>
            <pc:docMk/>
            <pc:sldMk cId="3580523323" sldId="423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D687B739-E168-444F-8151-C1741AD18E20}" dt="2021-01-21T14:29:44.078" v="1302" actId="20577"/>
        <pc:sldMkLst>
          <pc:docMk/>
          <pc:sldMk cId="4059669925" sldId="424"/>
        </pc:sldMkLst>
        <pc:spChg chg="mod">
          <ac:chgData name="Tanassakis Drossinis" userId="b25eba5c-ae41-4ffc-9e38-008e1ba3ee42" providerId="ADAL" clId="{D687B739-E168-444F-8151-C1741AD18E20}" dt="2021-01-21T10:52:05.325" v="862" actId="20577"/>
          <ac:spMkLst>
            <pc:docMk/>
            <pc:sldMk cId="4059669925" sldId="424"/>
            <ac:spMk id="2" creationId="{00000000-0000-0000-0000-000000000000}"/>
          </ac:spMkLst>
        </pc:spChg>
        <pc:spChg chg="mod">
          <ac:chgData name="Tanassakis Drossinis" userId="b25eba5c-ae41-4ffc-9e38-008e1ba3ee42" providerId="ADAL" clId="{D687B739-E168-444F-8151-C1741AD18E20}" dt="2021-01-21T14:29:44.078" v="1302" actId="20577"/>
          <ac:spMkLst>
            <pc:docMk/>
            <pc:sldMk cId="4059669925" sldId="424"/>
            <ac:spMk id="3" creationId="{00000000-0000-0000-0000-000000000000}"/>
          </ac:spMkLst>
        </pc:spChg>
      </pc:sldChg>
      <pc:sldChg chg="modSp">
        <pc:chgData name="Tanassakis Drossinis" userId="b25eba5c-ae41-4ffc-9e38-008e1ba3ee42" providerId="ADAL" clId="{D687B739-E168-444F-8151-C1741AD18E20}" dt="2021-01-22T10:14:15.391" v="1812" actId="20577"/>
        <pc:sldMkLst>
          <pc:docMk/>
          <pc:sldMk cId="697906512" sldId="513"/>
        </pc:sldMkLst>
        <pc:graphicFrameChg chg="modGraphic">
          <ac:chgData name="Tanassakis Drossinis" userId="b25eba5c-ae41-4ffc-9e38-008e1ba3ee42" providerId="ADAL" clId="{D687B739-E168-444F-8151-C1741AD18E20}" dt="2021-01-22T10:14:15.391" v="1812" actId="20577"/>
          <ac:graphicFrameMkLst>
            <pc:docMk/>
            <pc:sldMk cId="697906512" sldId="513"/>
            <ac:graphicFrameMk id="5" creationId="{00000000-0000-0000-0000-000000000000}"/>
          </ac:graphicFrameMkLst>
        </pc:graphicFrameChg>
      </pc:sldChg>
      <pc:sldChg chg="modSp modAnim">
        <pc:chgData name="Tanassakis Drossinis" userId="b25eba5c-ae41-4ffc-9e38-008e1ba3ee42" providerId="ADAL" clId="{D687B739-E168-444F-8151-C1741AD18E20}" dt="2021-01-21T10:01:58.530" v="611" actId="20577"/>
        <pc:sldMkLst>
          <pc:docMk/>
          <pc:sldMk cId="1185991879" sldId="518"/>
        </pc:sldMkLst>
        <pc:spChg chg="mod">
          <ac:chgData name="Tanassakis Drossinis" userId="b25eba5c-ae41-4ffc-9e38-008e1ba3ee42" providerId="ADAL" clId="{D687B739-E168-444F-8151-C1741AD18E20}" dt="2021-01-21T09:58:34.426" v="450" actId="6549"/>
          <ac:spMkLst>
            <pc:docMk/>
            <pc:sldMk cId="1185991879" sldId="518"/>
            <ac:spMk id="2" creationId="{00000000-0000-0000-0000-000000000000}"/>
          </ac:spMkLst>
        </pc:spChg>
        <pc:spChg chg="mod">
          <ac:chgData name="Tanassakis Drossinis" userId="b25eba5c-ae41-4ffc-9e38-008e1ba3ee42" providerId="ADAL" clId="{D687B739-E168-444F-8151-C1741AD18E20}" dt="2021-01-21T10:01:51.398" v="610" actId="20577"/>
          <ac:spMkLst>
            <pc:docMk/>
            <pc:sldMk cId="1185991879" sldId="518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D687B739-E168-444F-8151-C1741AD18E20}" dt="2021-01-21T13:57:35.316" v="866"/>
        <pc:sldMkLst>
          <pc:docMk/>
          <pc:sldMk cId="3484192371" sldId="520"/>
        </pc:sldMkLst>
        <pc:spChg chg="mod">
          <ac:chgData name="Tanassakis Drossinis" userId="b25eba5c-ae41-4ffc-9e38-008e1ba3ee42" providerId="ADAL" clId="{D687B739-E168-444F-8151-C1741AD18E20}" dt="2021-01-21T13:57:35.316" v="866"/>
          <ac:spMkLst>
            <pc:docMk/>
            <pc:sldMk cId="3484192371" sldId="520"/>
            <ac:spMk id="2" creationId="{00000000-0000-0000-0000-000000000000}"/>
          </ac:spMkLst>
        </pc:spChg>
        <pc:spChg chg="mod">
          <ac:chgData name="Tanassakis Drossinis" userId="b25eba5c-ae41-4ffc-9e38-008e1ba3ee42" providerId="ADAL" clId="{D687B739-E168-444F-8151-C1741AD18E20}" dt="2021-01-21T10:07:15.774" v="845" actId="114"/>
          <ac:spMkLst>
            <pc:docMk/>
            <pc:sldMk cId="3484192371" sldId="520"/>
            <ac:spMk id="3" creationId="{00000000-0000-0000-0000-000000000000}"/>
          </ac:spMkLst>
        </pc:spChg>
      </pc:sldChg>
      <pc:sldChg chg="addSp delSp modSp">
        <pc:chgData name="Tanassakis Drossinis" userId="b25eba5c-ae41-4ffc-9e38-008e1ba3ee42" providerId="ADAL" clId="{D687B739-E168-444F-8151-C1741AD18E20}" dt="2021-01-21T15:45:46.339" v="1557" actId="14100"/>
        <pc:sldMkLst>
          <pc:docMk/>
          <pc:sldMk cId="1994037241" sldId="524"/>
        </pc:sldMkLst>
        <pc:spChg chg="add mod">
          <ac:chgData name="Tanassakis Drossinis" userId="b25eba5c-ae41-4ffc-9e38-008e1ba3ee42" providerId="ADAL" clId="{D687B739-E168-444F-8151-C1741AD18E20}" dt="2021-01-21T15:45:46.339" v="1557" actId="14100"/>
          <ac:spMkLst>
            <pc:docMk/>
            <pc:sldMk cId="1994037241" sldId="524"/>
            <ac:spMk id="8" creationId="{B35D2F24-DFBA-4996-883C-5416B7309DC1}"/>
          </ac:spMkLst>
        </pc:spChg>
        <pc:picChg chg="del mod">
          <ac:chgData name="Tanassakis Drossinis" userId="b25eba5c-ae41-4ffc-9e38-008e1ba3ee42" providerId="ADAL" clId="{D687B739-E168-444F-8151-C1741AD18E20}" dt="2021-01-21T15:43:36.155" v="1371" actId="478"/>
          <ac:picMkLst>
            <pc:docMk/>
            <pc:sldMk cId="1994037241" sldId="524"/>
            <ac:picMk id="2" creationId="{00000000-0000-0000-0000-000000000000}"/>
          </ac:picMkLst>
        </pc:picChg>
        <pc:picChg chg="del mod">
          <ac:chgData name="Tanassakis Drossinis" userId="b25eba5c-ae41-4ffc-9e38-008e1ba3ee42" providerId="ADAL" clId="{D687B739-E168-444F-8151-C1741AD18E20}" dt="2021-01-21T15:43:36.926" v="1372" actId="478"/>
          <ac:picMkLst>
            <pc:docMk/>
            <pc:sldMk cId="1994037241" sldId="524"/>
            <ac:picMk id="3" creationId="{00000000-0000-0000-0000-000000000000}"/>
          </ac:picMkLst>
        </pc:picChg>
        <pc:picChg chg="del mod">
          <ac:chgData name="Tanassakis Drossinis" userId="b25eba5c-ae41-4ffc-9e38-008e1ba3ee42" providerId="ADAL" clId="{D687B739-E168-444F-8151-C1741AD18E20}" dt="2021-01-21T15:43:33.982" v="1369" actId="478"/>
          <ac:picMkLst>
            <pc:docMk/>
            <pc:sldMk cId="1994037241" sldId="524"/>
            <ac:picMk id="2050" creationId="{00000000-0000-0000-0000-000000000000}"/>
          </ac:picMkLst>
        </pc:picChg>
        <pc:picChg chg="del mod">
          <ac:chgData name="Tanassakis Drossinis" userId="b25eba5c-ae41-4ffc-9e38-008e1ba3ee42" providerId="ADAL" clId="{D687B739-E168-444F-8151-C1741AD18E20}" dt="2021-01-21T15:43:35.188" v="1370" actId="478"/>
          <ac:picMkLst>
            <pc:docMk/>
            <pc:sldMk cId="1994037241" sldId="524"/>
            <ac:picMk id="2051" creationId="{00000000-0000-0000-0000-000000000000}"/>
          </ac:picMkLst>
        </pc:picChg>
        <pc:cxnChg chg="del mod">
          <ac:chgData name="Tanassakis Drossinis" userId="b25eba5c-ae41-4ffc-9e38-008e1ba3ee42" providerId="ADAL" clId="{D687B739-E168-444F-8151-C1741AD18E20}" dt="2021-01-21T15:43:38.479" v="1373" actId="478"/>
          <ac:cxnSpMkLst>
            <pc:docMk/>
            <pc:sldMk cId="1994037241" sldId="524"/>
            <ac:cxnSpMk id="4" creationId="{00000000-0000-0000-0000-000000000000}"/>
          </ac:cxnSpMkLst>
        </pc:cxnChg>
        <pc:cxnChg chg="del mod">
          <ac:chgData name="Tanassakis Drossinis" userId="b25eba5c-ae41-4ffc-9e38-008e1ba3ee42" providerId="ADAL" clId="{D687B739-E168-444F-8151-C1741AD18E20}" dt="2021-01-21T15:43:39.780" v="1374" actId="478"/>
          <ac:cxnSpMkLst>
            <pc:docMk/>
            <pc:sldMk cId="1994037241" sldId="524"/>
            <ac:cxnSpMk id="10" creationId="{00000000-0000-0000-0000-000000000000}"/>
          </ac:cxnSpMkLst>
        </pc:cxnChg>
      </pc:sldChg>
      <pc:sldChg chg="modSp">
        <pc:chgData name="Tanassakis Drossinis" userId="b25eba5c-ae41-4ffc-9e38-008e1ba3ee42" providerId="ADAL" clId="{D687B739-E168-444F-8151-C1741AD18E20}" dt="2021-01-21T16:33:24.904" v="1780" actId="20577"/>
        <pc:sldMkLst>
          <pc:docMk/>
          <pc:sldMk cId="368208126" sldId="532"/>
        </pc:sldMkLst>
        <pc:spChg chg="mod">
          <ac:chgData name="Tanassakis Drossinis" userId="b25eba5c-ae41-4ffc-9e38-008e1ba3ee42" providerId="ADAL" clId="{D687B739-E168-444F-8151-C1741AD18E20}" dt="2021-01-21T16:32:56.402" v="1776" actId="20577"/>
          <ac:spMkLst>
            <pc:docMk/>
            <pc:sldMk cId="368208126" sldId="532"/>
            <ac:spMk id="28" creationId="{00000000-0000-0000-0000-000000000000}"/>
          </ac:spMkLst>
        </pc:spChg>
        <pc:spChg chg="mod">
          <ac:chgData name="Tanassakis Drossinis" userId="b25eba5c-ae41-4ffc-9e38-008e1ba3ee42" providerId="ADAL" clId="{D687B739-E168-444F-8151-C1741AD18E20}" dt="2021-01-21T16:33:24.904" v="1780" actId="20577"/>
          <ac:spMkLst>
            <pc:docMk/>
            <pc:sldMk cId="368208126" sldId="532"/>
            <ac:spMk id="37" creationId="{00000000-0000-0000-0000-000000000000}"/>
          </ac:spMkLst>
        </pc:spChg>
      </pc:sldChg>
      <pc:sldChg chg="modSp">
        <pc:chgData name="Tanassakis Drossinis" userId="b25eba5c-ae41-4ffc-9e38-008e1ba3ee42" providerId="ADAL" clId="{D687B739-E168-444F-8151-C1741AD18E20}" dt="2021-01-21T16:34:36.595" v="1784" actId="20577"/>
        <pc:sldMkLst>
          <pc:docMk/>
          <pc:sldMk cId="820135517" sldId="533"/>
        </pc:sldMkLst>
        <pc:spChg chg="mod">
          <ac:chgData name="Tanassakis Drossinis" userId="b25eba5c-ae41-4ffc-9e38-008e1ba3ee42" providerId="ADAL" clId="{D687B739-E168-444F-8151-C1741AD18E20}" dt="2021-01-21T16:34:36.595" v="1784" actId="20577"/>
          <ac:spMkLst>
            <pc:docMk/>
            <pc:sldMk cId="820135517" sldId="533"/>
            <ac:spMk id="28" creationId="{00000000-0000-0000-0000-000000000000}"/>
          </ac:spMkLst>
        </pc:spChg>
      </pc:sldChg>
      <pc:sldChg chg="modSp add modAnim">
        <pc:chgData name="Tanassakis Drossinis" userId="b25eba5c-ae41-4ffc-9e38-008e1ba3ee42" providerId="ADAL" clId="{D687B739-E168-444F-8151-C1741AD18E20}" dt="2021-01-21T13:57:18.535" v="865"/>
        <pc:sldMkLst>
          <pc:docMk/>
          <pc:sldMk cId="2332499778" sldId="535"/>
        </pc:sldMkLst>
        <pc:spChg chg="mod">
          <ac:chgData name="Tanassakis Drossinis" userId="b25eba5c-ae41-4ffc-9e38-008e1ba3ee42" providerId="ADAL" clId="{D687B739-E168-444F-8151-C1741AD18E20}" dt="2021-01-21T13:57:18.535" v="865"/>
          <ac:spMkLst>
            <pc:docMk/>
            <pc:sldMk cId="2332499778" sldId="535"/>
            <ac:spMk id="2" creationId="{00000000-0000-0000-0000-000000000000}"/>
          </ac:spMkLst>
        </pc:spChg>
        <pc:spChg chg="mod">
          <ac:chgData name="Tanassakis Drossinis" userId="b25eba5c-ae41-4ffc-9e38-008e1ba3ee42" providerId="ADAL" clId="{D687B739-E168-444F-8151-C1741AD18E20}" dt="2021-01-21T10:06:08.283" v="828" actId="20577"/>
          <ac:spMkLst>
            <pc:docMk/>
            <pc:sldMk cId="2332499778" sldId="535"/>
            <ac:spMk id="3" creationId="{00000000-0000-0000-0000-000000000000}"/>
          </ac:spMkLst>
        </pc:spChg>
      </pc:sldChg>
    </pc:docChg>
  </pc:docChgLst>
  <pc:docChgLst>
    <pc:chgData name="Philippe Barbier" userId="534da69a-1040-4e6d-8807-26f79df2c0dd" providerId="ADAL" clId="{AFCB5E87-224B-4B85-A94B-BC3A46782FC1}"/>
    <pc:docChg chg="addSld delSld modSld">
      <pc:chgData name="Philippe Barbier" userId="534da69a-1040-4e6d-8807-26f79df2c0dd" providerId="ADAL" clId="{AFCB5E87-224B-4B85-A94B-BC3A46782FC1}" dt="2022-08-31T12:49:56.192" v="176" actId="20577"/>
      <pc:docMkLst>
        <pc:docMk/>
      </pc:docMkLst>
      <pc:sldChg chg="modSp add">
        <pc:chgData name="Philippe Barbier" userId="534da69a-1040-4e6d-8807-26f79df2c0dd" providerId="ADAL" clId="{AFCB5E87-224B-4B85-A94B-BC3A46782FC1}" dt="2022-08-31T12:49:56.192" v="176" actId="20577"/>
        <pc:sldMkLst>
          <pc:docMk/>
          <pc:sldMk cId="2848394750" sldId="322"/>
        </pc:sldMkLst>
        <pc:spChg chg="mod">
          <ac:chgData name="Philippe Barbier" userId="534da69a-1040-4e6d-8807-26f79df2c0dd" providerId="ADAL" clId="{AFCB5E87-224B-4B85-A94B-BC3A46782FC1}" dt="2022-08-31T12:49:56.192" v="176" actId="20577"/>
          <ac:spMkLst>
            <pc:docMk/>
            <pc:sldMk cId="2848394750" sldId="322"/>
            <ac:spMk id="7" creationId="{00000000-0000-0000-0000-000000000000}"/>
          </ac:spMkLst>
        </pc:spChg>
      </pc:sldChg>
      <pc:sldChg chg="add">
        <pc:chgData name="Philippe Barbier" userId="534da69a-1040-4e6d-8807-26f79df2c0dd" providerId="ADAL" clId="{AFCB5E87-224B-4B85-A94B-BC3A46782FC1}" dt="2022-08-31T10:48:45.220" v="14"/>
        <pc:sldMkLst>
          <pc:docMk/>
          <pc:sldMk cId="0" sldId="405"/>
        </pc:sldMkLst>
      </pc:sldChg>
      <pc:sldChg chg="add">
        <pc:chgData name="Philippe Barbier" userId="534da69a-1040-4e6d-8807-26f79df2c0dd" providerId="ADAL" clId="{AFCB5E87-224B-4B85-A94B-BC3A46782FC1}" dt="2022-08-31T09:52:31.820" v="10"/>
        <pc:sldMkLst>
          <pc:docMk/>
          <pc:sldMk cId="3572678181" sldId="435"/>
        </pc:sldMkLst>
      </pc:sldChg>
      <pc:sldChg chg="add">
        <pc:chgData name="Philippe Barbier" userId="534da69a-1040-4e6d-8807-26f79df2c0dd" providerId="ADAL" clId="{AFCB5E87-224B-4B85-A94B-BC3A46782FC1}" dt="2022-08-31T09:49:21.715" v="2"/>
        <pc:sldMkLst>
          <pc:docMk/>
          <pc:sldMk cId="580576213" sldId="488"/>
        </pc:sldMkLst>
      </pc:sldChg>
      <pc:sldChg chg="modSp">
        <pc:chgData name="Philippe Barbier" userId="534da69a-1040-4e6d-8807-26f79df2c0dd" providerId="ADAL" clId="{AFCB5E87-224B-4B85-A94B-BC3A46782FC1}" dt="2022-08-31T10:44:47.313" v="13" actId="6549"/>
        <pc:sldMkLst>
          <pc:docMk/>
          <pc:sldMk cId="637367716" sldId="536"/>
        </pc:sldMkLst>
        <pc:spChg chg="mod">
          <ac:chgData name="Philippe Barbier" userId="534da69a-1040-4e6d-8807-26f79df2c0dd" providerId="ADAL" clId="{AFCB5E87-224B-4B85-A94B-BC3A46782FC1}" dt="2022-08-31T10:44:47.313" v="13" actId="6549"/>
          <ac:spMkLst>
            <pc:docMk/>
            <pc:sldMk cId="637367716" sldId="536"/>
            <ac:spMk id="3" creationId="{00000000-0000-0000-0000-000000000000}"/>
          </ac:spMkLst>
        </pc:spChg>
      </pc:sldChg>
      <pc:sldChg chg="del">
        <pc:chgData name="Philippe Barbier" userId="534da69a-1040-4e6d-8807-26f79df2c0dd" providerId="ADAL" clId="{AFCB5E87-224B-4B85-A94B-BC3A46782FC1}" dt="2022-08-31T09:49:03.490" v="1" actId="47"/>
        <pc:sldMkLst>
          <pc:docMk/>
          <pc:sldMk cId="1271748433" sldId="543"/>
        </pc:sldMkLst>
      </pc:sldChg>
      <pc:sldChg chg="del">
        <pc:chgData name="Philippe Barbier" userId="534da69a-1040-4e6d-8807-26f79df2c0dd" providerId="ADAL" clId="{AFCB5E87-224B-4B85-A94B-BC3A46782FC1}" dt="2022-08-31T09:49:24.826" v="3" actId="47"/>
        <pc:sldMkLst>
          <pc:docMk/>
          <pc:sldMk cId="2734089532" sldId="545"/>
        </pc:sldMkLst>
      </pc:sldChg>
      <pc:sldChg chg="del">
        <pc:chgData name="Philippe Barbier" userId="534da69a-1040-4e6d-8807-26f79df2c0dd" providerId="ADAL" clId="{AFCB5E87-224B-4B85-A94B-BC3A46782FC1}" dt="2022-08-31T10:48:49.352" v="15" actId="47"/>
        <pc:sldMkLst>
          <pc:docMk/>
          <pc:sldMk cId="0" sldId="581"/>
        </pc:sldMkLst>
      </pc:sldChg>
      <pc:sldChg chg="modSp">
        <pc:chgData name="Philippe Barbier" userId="534da69a-1040-4e6d-8807-26f79df2c0dd" providerId="ADAL" clId="{AFCB5E87-224B-4B85-A94B-BC3A46782FC1}" dt="2022-08-31T09:52:10.816" v="9" actId="6549"/>
        <pc:sldMkLst>
          <pc:docMk/>
          <pc:sldMk cId="3544133984" sldId="583"/>
        </pc:sldMkLst>
        <pc:spChg chg="mod">
          <ac:chgData name="Philippe Barbier" userId="534da69a-1040-4e6d-8807-26f79df2c0dd" providerId="ADAL" clId="{AFCB5E87-224B-4B85-A94B-BC3A46782FC1}" dt="2022-08-31T09:52:10.816" v="9" actId="6549"/>
          <ac:spMkLst>
            <pc:docMk/>
            <pc:sldMk cId="3544133984" sldId="583"/>
            <ac:spMk id="3" creationId="{00000000-0000-0000-0000-000000000000}"/>
          </ac:spMkLst>
        </pc:spChg>
      </pc:sldChg>
      <pc:sldChg chg="del">
        <pc:chgData name="Philippe Barbier" userId="534da69a-1040-4e6d-8807-26f79df2c0dd" providerId="ADAL" clId="{AFCB5E87-224B-4B85-A94B-BC3A46782FC1}" dt="2022-08-31T09:52:35.298" v="11" actId="47"/>
        <pc:sldMkLst>
          <pc:docMk/>
          <pc:sldMk cId="3952250224" sldId="584"/>
        </pc:sldMkLst>
      </pc:sldChg>
      <pc:sldChg chg="modSp modAnim">
        <pc:chgData name="Philippe Barbier" userId="534da69a-1040-4e6d-8807-26f79df2c0dd" providerId="ADAL" clId="{AFCB5E87-224B-4B85-A94B-BC3A46782FC1}" dt="2022-08-31T11:20:17.626" v="174" actId="20577"/>
        <pc:sldMkLst>
          <pc:docMk/>
          <pc:sldMk cId="1129512922" sldId="586"/>
        </pc:sldMkLst>
        <pc:spChg chg="mod">
          <ac:chgData name="Philippe Barbier" userId="534da69a-1040-4e6d-8807-26f79df2c0dd" providerId="ADAL" clId="{AFCB5E87-224B-4B85-A94B-BC3A46782FC1}" dt="2022-08-31T11:20:17.626" v="174" actId="20577"/>
          <ac:spMkLst>
            <pc:docMk/>
            <pc:sldMk cId="1129512922" sldId="586"/>
            <ac:spMk id="3" creationId="{00000000-0000-0000-0000-000000000000}"/>
          </ac:spMkLst>
        </pc:spChg>
      </pc:sldChg>
    </pc:docChg>
  </pc:docChgLst>
  <pc:docChgLst>
    <pc:chgData name="Tanassakis Drossinis" userId="b25eba5c-ae41-4ffc-9e38-008e1ba3ee42" providerId="ADAL" clId="{688B5E87-6372-4E6F-9112-AC47303988F5}"/>
    <pc:docChg chg="undo custSel addSld delSld modSld">
      <pc:chgData name="Tanassakis Drossinis" userId="b25eba5c-ae41-4ffc-9e38-008e1ba3ee42" providerId="ADAL" clId="{688B5E87-6372-4E6F-9112-AC47303988F5}" dt="2021-01-20T09:23:19.017" v="635" actId="2696"/>
      <pc:docMkLst>
        <pc:docMk/>
      </pc:docMkLst>
      <pc:sldChg chg="modSp modAnim">
        <pc:chgData name="Tanassakis Drossinis" userId="b25eba5c-ae41-4ffc-9e38-008e1ba3ee42" providerId="ADAL" clId="{688B5E87-6372-4E6F-9112-AC47303988F5}" dt="2021-01-19T08:37:30.842" v="221" actId="20577"/>
        <pc:sldMkLst>
          <pc:docMk/>
          <pc:sldMk cId="0" sldId="323"/>
        </pc:sldMkLst>
        <pc:spChg chg="mod">
          <ac:chgData name="Tanassakis Drossinis" userId="b25eba5c-ae41-4ffc-9e38-008e1ba3ee42" providerId="ADAL" clId="{688B5E87-6372-4E6F-9112-AC47303988F5}" dt="2021-01-19T08:37:30.842" v="221" actId="20577"/>
          <ac:spMkLst>
            <pc:docMk/>
            <pc:sldMk cId="0" sldId="323"/>
            <ac:spMk id="3" creationId="{00000000-0000-0000-0000-000000000000}"/>
          </ac:spMkLst>
        </pc:spChg>
      </pc:sldChg>
      <pc:sldChg chg="del">
        <pc:chgData name="Tanassakis Drossinis" userId="b25eba5c-ae41-4ffc-9e38-008e1ba3ee42" providerId="ADAL" clId="{688B5E87-6372-4E6F-9112-AC47303988F5}" dt="2021-01-19T08:55:03.651" v="360" actId="2696"/>
        <pc:sldMkLst>
          <pc:docMk/>
          <pc:sldMk cId="1714284529" sldId="324"/>
        </pc:sldMkLst>
      </pc:sldChg>
      <pc:sldChg chg="modSp del modAnim">
        <pc:chgData name="Tanassakis Drossinis" userId="b25eba5c-ae41-4ffc-9e38-008e1ba3ee42" providerId="ADAL" clId="{688B5E87-6372-4E6F-9112-AC47303988F5}" dt="2021-01-20T09:08:00.114" v="539" actId="20577"/>
        <pc:sldMkLst>
          <pc:docMk/>
          <pc:sldMk cId="1400598288" sldId="325"/>
        </pc:sldMkLst>
        <pc:spChg chg="mod">
          <ac:chgData name="Tanassakis Drossinis" userId="b25eba5c-ae41-4ffc-9e38-008e1ba3ee42" providerId="ADAL" clId="{688B5E87-6372-4E6F-9112-AC47303988F5}" dt="2021-01-20T09:08:00.114" v="539" actId="20577"/>
          <ac:spMkLst>
            <pc:docMk/>
            <pc:sldMk cId="1400598288" sldId="325"/>
            <ac:spMk id="3" creationId="{00000000-0000-0000-0000-000000000000}"/>
          </ac:spMkLst>
        </pc:spChg>
      </pc:sldChg>
      <pc:sldChg chg="modSp del modAnim">
        <pc:chgData name="Tanassakis Drossinis" userId="b25eba5c-ae41-4ffc-9e38-008e1ba3ee42" providerId="ADAL" clId="{688B5E87-6372-4E6F-9112-AC47303988F5}" dt="2021-01-20T09:07:52.864" v="537" actId="20577"/>
        <pc:sldMkLst>
          <pc:docMk/>
          <pc:sldMk cId="2452049175" sldId="328"/>
        </pc:sldMkLst>
        <pc:spChg chg="mod">
          <ac:chgData name="Tanassakis Drossinis" userId="b25eba5c-ae41-4ffc-9e38-008e1ba3ee42" providerId="ADAL" clId="{688B5E87-6372-4E6F-9112-AC47303988F5}" dt="2021-01-20T09:07:52.864" v="537" actId="20577"/>
          <ac:spMkLst>
            <pc:docMk/>
            <pc:sldMk cId="2452049175" sldId="328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688B5E87-6372-4E6F-9112-AC47303988F5}" dt="2021-01-19T08:51:40.257" v="359" actId="20577"/>
        <pc:sldMkLst>
          <pc:docMk/>
          <pc:sldMk cId="0" sldId="356"/>
        </pc:sldMkLst>
        <pc:spChg chg="mod">
          <ac:chgData name="Tanassakis Drossinis" userId="b25eba5c-ae41-4ffc-9e38-008e1ba3ee42" providerId="ADAL" clId="{688B5E87-6372-4E6F-9112-AC47303988F5}" dt="2021-01-15T16:43:32.936" v="55" actId="6549"/>
          <ac:spMkLst>
            <pc:docMk/>
            <pc:sldMk cId="0" sldId="356"/>
            <ac:spMk id="22530" creationId="{00000000-0000-0000-0000-000000000000}"/>
          </ac:spMkLst>
        </pc:spChg>
        <pc:spChg chg="mod">
          <ac:chgData name="Tanassakis Drossinis" userId="b25eba5c-ae41-4ffc-9e38-008e1ba3ee42" providerId="ADAL" clId="{688B5E87-6372-4E6F-9112-AC47303988F5}" dt="2021-01-19T08:51:40.257" v="359" actId="20577"/>
          <ac:spMkLst>
            <pc:docMk/>
            <pc:sldMk cId="0" sldId="356"/>
            <ac:spMk id="22531" creationId="{00000000-0000-0000-0000-000000000000}"/>
          </ac:spMkLst>
        </pc:spChg>
      </pc:sldChg>
      <pc:sldChg chg="modSp">
        <pc:chgData name="Tanassakis Drossinis" userId="b25eba5c-ae41-4ffc-9e38-008e1ba3ee42" providerId="ADAL" clId="{688B5E87-6372-4E6F-9112-AC47303988F5}" dt="2021-01-20T09:21:34.724" v="595" actId="20577"/>
        <pc:sldMkLst>
          <pc:docMk/>
          <pc:sldMk cId="0" sldId="357"/>
        </pc:sldMkLst>
        <pc:spChg chg="mod">
          <ac:chgData name="Tanassakis Drossinis" userId="b25eba5c-ae41-4ffc-9e38-008e1ba3ee42" providerId="ADAL" clId="{688B5E87-6372-4E6F-9112-AC47303988F5}" dt="2021-01-20T09:21:34.724" v="595" actId="20577"/>
          <ac:spMkLst>
            <pc:docMk/>
            <pc:sldMk cId="0" sldId="357"/>
            <ac:spMk id="3" creationId="{00000000-0000-0000-0000-000000000000}"/>
          </ac:spMkLst>
        </pc:spChg>
        <pc:spChg chg="mod">
          <ac:chgData name="Tanassakis Drossinis" userId="b25eba5c-ae41-4ffc-9e38-008e1ba3ee42" providerId="ADAL" clId="{688B5E87-6372-4E6F-9112-AC47303988F5}" dt="2021-01-15T16:53:21.131" v="80" actId="20577"/>
          <ac:spMkLst>
            <pc:docMk/>
            <pc:sldMk cId="0" sldId="357"/>
            <ac:spMk id="6" creationId="{00000000-0000-0000-0000-000000000000}"/>
          </ac:spMkLst>
        </pc:spChg>
      </pc:sldChg>
      <pc:sldChg chg="modSp">
        <pc:chgData name="Tanassakis Drossinis" userId="b25eba5c-ae41-4ffc-9e38-008e1ba3ee42" providerId="ADAL" clId="{688B5E87-6372-4E6F-9112-AC47303988F5}" dt="2021-01-20T09:22:08.726" v="634" actId="20577"/>
        <pc:sldMkLst>
          <pc:docMk/>
          <pc:sldMk cId="2525911786" sldId="432"/>
        </pc:sldMkLst>
        <pc:spChg chg="mod">
          <ac:chgData name="Tanassakis Drossinis" userId="b25eba5c-ae41-4ffc-9e38-008e1ba3ee42" providerId="ADAL" clId="{688B5E87-6372-4E6F-9112-AC47303988F5}" dt="2021-01-20T09:22:08.726" v="634" actId="20577"/>
          <ac:spMkLst>
            <pc:docMk/>
            <pc:sldMk cId="2525911786" sldId="432"/>
            <ac:spMk id="3" creationId="{00000000-0000-0000-0000-000000000000}"/>
          </ac:spMkLst>
        </pc:spChg>
        <pc:spChg chg="mod">
          <ac:chgData name="Tanassakis Drossinis" userId="b25eba5c-ae41-4ffc-9e38-008e1ba3ee42" providerId="ADAL" clId="{688B5E87-6372-4E6F-9112-AC47303988F5}" dt="2021-01-15T16:53:32.958" v="87" actId="20577"/>
          <ac:spMkLst>
            <pc:docMk/>
            <pc:sldMk cId="2525911786" sldId="432"/>
            <ac:spMk id="6" creationId="{00000000-0000-0000-0000-000000000000}"/>
          </ac:spMkLst>
        </pc:spChg>
      </pc:sldChg>
      <pc:sldChg chg="modSp">
        <pc:chgData name="Tanassakis Drossinis" userId="b25eba5c-ae41-4ffc-9e38-008e1ba3ee42" providerId="ADAL" clId="{688B5E87-6372-4E6F-9112-AC47303988F5}" dt="2021-01-15T16:53:50.793" v="117" actId="20577"/>
        <pc:sldMkLst>
          <pc:docMk/>
          <pc:sldMk cId="3272625363" sldId="433"/>
        </pc:sldMkLst>
        <pc:spChg chg="mod">
          <ac:chgData name="Tanassakis Drossinis" userId="b25eba5c-ae41-4ffc-9e38-008e1ba3ee42" providerId="ADAL" clId="{688B5E87-6372-4E6F-9112-AC47303988F5}" dt="2021-01-15T16:53:50.793" v="117" actId="20577"/>
          <ac:spMkLst>
            <pc:docMk/>
            <pc:sldMk cId="3272625363" sldId="433"/>
            <ac:spMk id="6" creationId="{00000000-0000-0000-0000-000000000000}"/>
          </ac:spMkLst>
        </pc:spChg>
      </pc:sldChg>
      <pc:sldChg chg="modSp">
        <pc:chgData name="Tanassakis Drossinis" userId="b25eba5c-ae41-4ffc-9e38-008e1ba3ee42" providerId="ADAL" clId="{688B5E87-6372-4E6F-9112-AC47303988F5}" dt="2021-01-19T08:30:09.784" v="149" actId="6549"/>
        <pc:sldMkLst>
          <pc:docMk/>
          <pc:sldMk cId="3661429038" sldId="502"/>
        </pc:sldMkLst>
        <pc:spChg chg="mod">
          <ac:chgData name="Tanassakis Drossinis" userId="b25eba5c-ae41-4ffc-9e38-008e1ba3ee42" providerId="ADAL" clId="{688B5E87-6372-4E6F-9112-AC47303988F5}" dt="2021-01-19T08:30:09.784" v="149" actId="6549"/>
          <ac:spMkLst>
            <pc:docMk/>
            <pc:sldMk cId="3661429038" sldId="502"/>
            <ac:spMk id="2" creationId="{00000000-0000-0000-0000-000000000000}"/>
          </ac:spMkLst>
        </pc:spChg>
      </pc:sldChg>
      <pc:sldChg chg="modSp modAnim">
        <pc:chgData name="Tanassakis Drossinis" userId="b25eba5c-ae41-4ffc-9e38-008e1ba3ee42" providerId="ADAL" clId="{688B5E87-6372-4E6F-9112-AC47303988F5}" dt="2021-01-20T08:27:00.070" v="422" actId="20577"/>
        <pc:sldMkLst>
          <pc:docMk/>
          <pc:sldMk cId="867421568" sldId="504"/>
        </pc:sldMkLst>
        <pc:spChg chg="mod">
          <ac:chgData name="Tanassakis Drossinis" userId="b25eba5c-ae41-4ffc-9e38-008e1ba3ee42" providerId="ADAL" clId="{688B5E87-6372-4E6F-9112-AC47303988F5}" dt="2021-01-20T08:27:00.070" v="422" actId="20577"/>
          <ac:spMkLst>
            <pc:docMk/>
            <pc:sldMk cId="867421568" sldId="504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688B5E87-6372-4E6F-9112-AC47303988F5}" dt="2021-01-20T08:29:49.565" v="488" actId="255"/>
        <pc:sldMkLst>
          <pc:docMk/>
          <pc:sldMk cId="3280880971" sldId="505"/>
        </pc:sldMkLst>
        <pc:spChg chg="mod">
          <ac:chgData name="Tanassakis Drossinis" userId="b25eba5c-ae41-4ffc-9e38-008e1ba3ee42" providerId="ADAL" clId="{688B5E87-6372-4E6F-9112-AC47303988F5}" dt="2021-01-20T08:29:49.565" v="488" actId="255"/>
          <ac:spMkLst>
            <pc:docMk/>
            <pc:sldMk cId="3280880971" sldId="505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688B5E87-6372-4E6F-9112-AC47303988F5}" dt="2021-01-20T08:30:21.982" v="535" actId="6549"/>
        <pc:sldMkLst>
          <pc:docMk/>
          <pc:sldMk cId="4167914327" sldId="506"/>
        </pc:sldMkLst>
        <pc:spChg chg="mod">
          <ac:chgData name="Tanassakis Drossinis" userId="b25eba5c-ae41-4ffc-9e38-008e1ba3ee42" providerId="ADAL" clId="{688B5E87-6372-4E6F-9112-AC47303988F5}" dt="2021-01-20T08:30:21.982" v="535" actId="6549"/>
          <ac:spMkLst>
            <pc:docMk/>
            <pc:sldMk cId="4167914327" sldId="506"/>
            <ac:spMk id="3" creationId="{00000000-0000-0000-0000-000000000000}"/>
          </ac:spMkLst>
        </pc:spChg>
      </pc:sldChg>
      <pc:sldChg chg="modSp">
        <pc:chgData name="Tanassakis Drossinis" userId="b25eba5c-ae41-4ffc-9e38-008e1ba3ee42" providerId="ADAL" clId="{688B5E87-6372-4E6F-9112-AC47303988F5}" dt="2021-01-19T08:42:05.719" v="355" actId="20577"/>
        <pc:sldMkLst>
          <pc:docMk/>
          <pc:sldMk cId="697906512" sldId="513"/>
        </pc:sldMkLst>
        <pc:graphicFrameChg chg="mod modGraphic">
          <ac:chgData name="Tanassakis Drossinis" userId="b25eba5c-ae41-4ffc-9e38-008e1ba3ee42" providerId="ADAL" clId="{688B5E87-6372-4E6F-9112-AC47303988F5}" dt="2021-01-19T08:42:05.719" v="355" actId="20577"/>
          <ac:graphicFrameMkLst>
            <pc:docMk/>
            <pc:sldMk cId="697906512" sldId="513"/>
            <ac:graphicFrameMk id="5" creationId="{00000000-0000-0000-0000-000000000000}"/>
          </ac:graphicFrameMkLst>
        </pc:graphicFrameChg>
      </pc:sldChg>
      <pc:sldChg chg="modSp add modAnim">
        <pc:chgData name="Tanassakis Drossinis" userId="b25eba5c-ae41-4ffc-9e38-008e1ba3ee42" providerId="ADAL" clId="{688B5E87-6372-4E6F-9112-AC47303988F5}" dt="2021-01-20T08:29:58.014" v="489" actId="255"/>
        <pc:sldMkLst>
          <pc:docMk/>
          <pc:sldMk cId="918653692" sldId="534"/>
        </pc:sldMkLst>
        <pc:spChg chg="mod">
          <ac:chgData name="Tanassakis Drossinis" userId="b25eba5c-ae41-4ffc-9e38-008e1ba3ee42" providerId="ADAL" clId="{688B5E87-6372-4E6F-9112-AC47303988F5}" dt="2021-01-20T08:29:58.014" v="489" actId="255"/>
          <ac:spMkLst>
            <pc:docMk/>
            <pc:sldMk cId="918653692" sldId="534"/>
            <ac:spMk id="3" creationId="{00000000-0000-0000-0000-000000000000}"/>
          </ac:spMkLst>
        </pc:spChg>
      </pc:sldChg>
    </pc:docChg>
  </pc:docChgLst>
  <pc:docChgLst>
    <pc:chgData name="Tanassakis Drossinis" userId="b25eba5c-ae41-4ffc-9e38-008e1ba3ee42" providerId="ADAL" clId="{BAF4373C-CB9D-48BC-A7CB-74B89A1E745B}"/>
    <pc:docChg chg="custSel modSld">
      <pc:chgData name="Tanassakis Drossinis" userId="b25eba5c-ae41-4ffc-9e38-008e1ba3ee42" providerId="ADAL" clId="{BAF4373C-CB9D-48BC-A7CB-74B89A1E745B}" dt="2021-02-11T09:57:40.046" v="101" actId="27636"/>
      <pc:docMkLst>
        <pc:docMk/>
      </pc:docMkLst>
      <pc:sldChg chg="modSp">
        <pc:chgData name="Tanassakis Drossinis" userId="b25eba5c-ae41-4ffc-9e38-008e1ba3ee42" providerId="ADAL" clId="{BAF4373C-CB9D-48BC-A7CB-74B89A1E745B}" dt="2021-02-11T09:53:54.458" v="22" actId="20577"/>
        <pc:sldMkLst>
          <pc:docMk/>
          <pc:sldMk cId="0" sldId="342"/>
        </pc:sldMkLst>
        <pc:spChg chg="mod">
          <ac:chgData name="Tanassakis Drossinis" userId="b25eba5c-ae41-4ffc-9e38-008e1ba3ee42" providerId="ADAL" clId="{BAF4373C-CB9D-48BC-A7CB-74B89A1E745B}" dt="2021-02-11T09:53:54.458" v="22" actId="20577"/>
          <ac:spMkLst>
            <pc:docMk/>
            <pc:sldMk cId="0" sldId="342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BAF4373C-CB9D-48BC-A7CB-74B89A1E745B}" dt="2021-02-11T09:57:31.461" v="96" actId="27636"/>
        <pc:sldMkLst>
          <pc:docMk/>
          <pc:sldMk cId="0" sldId="345"/>
        </pc:sldMkLst>
        <pc:spChg chg="mod">
          <ac:chgData name="Tanassakis Drossinis" userId="b25eba5c-ae41-4ffc-9e38-008e1ba3ee42" providerId="ADAL" clId="{BAF4373C-CB9D-48BC-A7CB-74B89A1E745B}" dt="2021-02-11T09:57:31.461" v="96" actId="27636"/>
          <ac:spMkLst>
            <pc:docMk/>
            <pc:sldMk cId="0" sldId="345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BAF4373C-CB9D-48BC-A7CB-74B89A1E745B}" dt="2021-02-11T09:57:40.046" v="101" actId="27636"/>
        <pc:sldMkLst>
          <pc:docMk/>
          <pc:sldMk cId="0" sldId="393"/>
        </pc:sldMkLst>
        <pc:spChg chg="mod">
          <ac:chgData name="Tanassakis Drossinis" userId="b25eba5c-ae41-4ffc-9e38-008e1ba3ee42" providerId="ADAL" clId="{BAF4373C-CB9D-48BC-A7CB-74B89A1E745B}" dt="2021-02-11T09:57:40.046" v="101" actId="27636"/>
          <ac:spMkLst>
            <pc:docMk/>
            <pc:sldMk cId="0" sldId="393"/>
            <ac:spMk id="3" creationId="{00000000-0000-0000-0000-000000000000}"/>
          </ac:spMkLst>
        </pc:spChg>
      </pc:sldChg>
      <pc:sldChg chg="modSp modAnim">
        <pc:chgData name="Tanassakis Drossinis" userId="b25eba5c-ae41-4ffc-9e38-008e1ba3ee42" providerId="ADAL" clId="{BAF4373C-CB9D-48BC-A7CB-74B89A1E745B}" dt="2021-02-11T09:56:59.571" v="94" actId="6549"/>
        <pc:sldMkLst>
          <pc:docMk/>
          <pc:sldMk cId="0" sldId="394"/>
        </pc:sldMkLst>
        <pc:spChg chg="mod">
          <ac:chgData name="Tanassakis Drossinis" userId="b25eba5c-ae41-4ffc-9e38-008e1ba3ee42" providerId="ADAL" clId="{BAF4373C-CB9D-48BC-A7CB-74B89A1E745B}" dt="2021-02-11T09:56:59.571" v="94" actId="6549"/>
          <ac:spMkLst>
            <pc:docMk/>
            <pc:sldMk cId="0" sldId="394"/>
            <ac:spMk id="3" creationId="{00000000-0000-0000-0000-000000000000}"/>
          </ac:spMkLst>
        </pc:spChg>
      </pc:sldChg>
    </pc:docChg>
  </pc:docChgLst>
  <pc:docChgLst>
    <pc:chgData name="Philippe Barbier" userId="534da69a-1040-4e6d-8807-26f79df2c0dd" providerId="ADAL" clId="{E23A869D-7126-4845-AEEB-F2FA019E28D5}"/>
    <pc:docChg chg="modSld">
      <pc:chgData name="Philippe Barbier" userId="534da69a-1040-4e6d-8807-26f79df2c0dd" providerId="ADAL" clId="{E23A869D-7126-4845-AEEB-F2FA019E28D5}" dt="2022-11-04T07:08:06.995" v="26"/>
      <pc:docMkLst>
        <pc:docMk/>
      </pc:docMkLst>
      <pc:sldChg chg="modSp mod">
        <pc:chgData name="Philippe Barbier" userId="534da69a-1040-4e6d-8807-26f79df2c0dd" providerId="ADAL" clId="{E23A869D-7126-4845-AEEB-F2FA019E28D5}" dt="2022-11-04T07:07:46.213" v="25" actId="6549"/>
        <pc:sldMkLst>
          <pc:docMk/>
          <pc:sldMk cId="2848394750" sldId="322"/>
        </pc:sldMkLst>
        <pc:spChg chg="mod">
          <ac:chgData name="Philippe Barbier" userId="534da69a-1040-4e6d-8807-26f79df2c0dd" providerId="ADAL" clId="{E23A869D-7126-4845-AEEB-F2FA019E28D5}" dt="2022-11-04T07:07:46.213" v="25" actId="6549"/>
          <ac:spMkLst>
            <pc:docMk/>
            <pc:sldMk cId="2848394750" sldId="322"/>
            <ac:spMk id="4" creationId="{00000000-0000-0000-0000-000000000000}"/>
          </ac:spMkLst>
        </pc:spChg>
      </pc:sldChg>
      <pc:sldChg chg="modSp modAnim">
        <pc:chgData name="Philippe Barbier" userId="534da69a-1040-4e6d-8807-26f79df2c0dd" providerId="ADAL" clId="{E23A869D-7126-4845-AEEB-F2FA019E28D5}" dt="2022-11-04T07:08:06.995" v="26"/>
        <pc:sldMkLst>
          <pc:docMk/>
          <pc:sldMk cId="0" sldId="405"/>
        </pc:sldMkLst>
        <pc:spChg chg="mod">
          <ac:chgData name="Philippe Barbier" userId="534da69a-1040-4e6d-8807-26f79df2c0dd" providerId="ADAL" clId="{E23A869D-7126-4845-AEEB-F2FA019E28D5}" dt="2022-11-04T07:08:06.995" v="26"/>
          <ac:spMkLst>
            <pc:docMk/>
            <pc:sldMk cId="0" sldId="405"/>
            <ac:spMk id="3" creationId="{00000000-0000-0000-0000-000000000000}"/>
          </ac:spMkLst>
        </pc:spChg>
      </pc:sldChg>
      <pc:sldChg chg="modSp">
        <pc:chgData name="Philippe Barbier" userId="534da69a-1040-4e6d-8807-26f79df2c0dd" providerId="ADAL" clId="{E23A869D-7126-4845-AEEB-F2FA019E28D5}" dt="2022-10-24T13:14:29.865" v="19" actId="20577"/>
        <pc:sldMkLst>
          <pc:docMk/>
          <pc:sldMk cId="3544133984" sldId="583"/>
        </pc:sldMkLst>
        <pc:spChg chg="mod">
          <ac:chgData name="Philippe Barbier" userId="534da69a-1040-4e6d-8807-26f79df2c0dd" providerId="ADAL" clId="{E23A869D-7126-4845-AEEB-F2FA019E28D5}" dt="2022-10-24T13:14:29.865" v="19" actId="20577"/>
          <ac:spMkLst>
            <pc:docMk/>
            <pc:sldMk cId="3544133984" sldId="583"/>
            <ac:spMk id="3" creationId="{00000000-0000-0000-0000-000000000000}"/>
          </ac:spMkLst>
        </pc:spChg>
      </pc:sldChg>
    </pc:docChg>
  </pc:docChgLst>
  <pc:docChgLst>
    <pc:chgData name="Philippe Barbier" userId="534da69a-1040-4e6d-8807-26f79df2c0dd" providerId="ADAL" clId="{784448FB-4F1B-4D50-BBA9-40C5997C79C2}"/>
    <pc:docChg chg="undo custSel addSld delSld modSld sldOrd">
      <pc:chgData name="Philippe Barbier" userId="534da69a-1040-4e6d-8807-26f79df2c0dd" providerId="ADAL" clId="{784448FB-4F1B-4D50-BBA9-40C5997C79C2}" dt="2022-03-29T13:09:25.878" v="274" actId="6549"/>
      <pc:docMkLst>
        <pc:docMk/>
      </pc:docMkLst>
      <pc:sldChg chg="del">
        <pc:chgData name="Philippe Barbier" userId="534da69a-1040-4e6d-8807-26f79df2c0dd" providerId="ADAL" clId="{784448FB-4F1B-4D50-BBA9-40C5997C79C2}" dt="2022-03-28T13:56:14.399" v="5" actId="47"/>
        <pc:sldMkLst>
          <pc:docMk/>
          <pc:sldMk cId="0" sldId="323"/>
        </pc:sldMkLst>
      </pc:sldChg>
      <pc:sldChg chg="del">
        <pc:chgData name="Philippe Barbier" userId="534da69a-1040-4e6d-8807-26f79df2c0dd" providerId="ADAL" clId="{784448FB-4F1B-4D50-BBA9-40C5997C79C2}" dt="2022-03-28T13:56:23.653" v="15" actId="47"/>
        <pc:sldMkLst>
          <pc:docMk/>
          <pc:sldMk cId="1714284529" sldId="324"/>
        </pc:sldMkLst>
      </pc:sldChg>
      <pc:sldChg chg="del">
        <pc:chgData name="Philippe Barbier" userId="534da69a-1040-4e6d-8807-26f79df2c0dd" providerId="ADAL" clId="{784448FB-4F1B-4D50-BBA9-40C5997C79C2}" dt="2022-03-28T13:56:21.532" v="13" actId="47"/>
        <pc:sldMkLst>
          <pc:docMk/>
          <pc:sldMk cId="1400598288" sldId="325"/>
        </pc:sldMkLst>
      </pc:sldChg>
      <pc:sldChg chg="del">
        <pc:chgData name="Philippe Barbier" userId="534da69a-1040-4e6d-8807-26f79df2c0dd" providerId="ADAL" clId="{784448FB-4F1B-4D50-BBA9-40C5997C79C2}" dt="2022-03-28T13:56:17.006" v="8" actId="47"/>
        <pc:sldMkLst>
          <pc:docMk/>
          <pc:sldMk cId="0" sldId="326"/>
        </pc:sldMkLst>
      </pc:sldChg>
      <pc:sldChg chg="del">
        <pc:chgData name="Philippe Barbier" userId="534da69a-1040-4e6d-8807-26f79df2c0dd" providerId="ADAL" clId="{784448FB-4F1B-4D50-BBA9-40C5997C79C2}" dt="2022-03-28T13:56:15.281" v="6" actId="47"/>
        <pc:sldMkLst>
          <pc:docMk/>
          <pc:sldMk cId="0" sldId="327"/>
        </pc:sldMkLst>
      </pc:sldChg>
      <pc:sldChg chg="del">
        <pc:chgData name="Philippe Barbier" userId="534da69a-1040-4e6d-8807-26f79df2c0dd" providerId="ADAL" clId="{784448FB-4F1B-4D50-BBA9-40C5997C79C2}" dt="2022-03-28T13:56:22.313" v="14" actId="47"/>
        <pc:sldMkLst>
          <pc:docMk/>
          <pc:sldMk cId="2452049175" sldId="328"/>
        </pc:sldMkLst>
      </pc:sldChg>
      <pc:sldChg chg="del">
        <pc:chgData name="Philippe Barbier" userId="534da69a-1040-4e6d-8807-26f79df2c0dd" providerId="ADAL" clId="{784448FB-4F1B-4D50-BBA9-40C5997C79C2}" dt="2022-03-28T13:56:29.752" v="22" actId="47"/>
        <pc:sldMkLst>
          <pc:docMk/>
          <pc:sldMk cId="0" sldId="337"/>
        </pc:sldMkLst>
      </pc:sldChg>
      <pc:sldChg chg="del">
        <pc:chgData name="Philippe Barbier" userId="534da69a-1040-4e6d-8807-26f79df2c0dd" providerId="ADAL" clId="{784448FB-4F1B-4D50-BBA9-40C5997C79C2}" dt="2022-03-28T13:56:28.850" v="21" actId="47"/>
        <pc:sldMkLst>
          <pc:docMk/>
          <pc:sldMk cId="0" sldId="338"/>
        </pc:sldMkLst>
      </pc:sldChg>
      <pc:sldChg chg="del">
        <pc:chgData name="Philippe Barbier" userId="534da69a-1040-4e6d-8807-26f79df2c0dd" providerId="ADAL" clId="{784448FB-4F1B-4D50-BBA9-40C5997C79C2}" dt="2022-03-28T13:56:27.109" v="19" actId="47"/>
        <pc:sldMkLst>
          <pc:docMk/>
          <pc:sldMk cId="0" sldId="340"/>
        </pc:sldMkLst>
      </pc:sldChg>
      <pc:sldChg chg="del">
        <pc:chgData name="Philippe Barbier" userId="534da69a-1040-4e6d-8807-26f79df2c0dd" providerId="ADAL" clId="{784448FB-4F1B-4D50-BBA9-40C5997C79C2}" dt="2022-03-28T13:56:31.842" v="23" actId="47"/>
        <pc:sldMkLst>
          <pc:docMk/>
          <pc:sldMk cId="0" sldId="342"/>
        </pc:sldMkLst>
      </pc:sldChg>
      <pc:sldChg chg="del">
        <pc:chgData name="Philippe Barbier" userId="534da69a-1040-4e6d-8807-26f79df2c0dd" providerId="ADAL" clId="{784448FB-4F1B-4D50-BBA9-40C5997C79C2}" dt="2022-03-28T13:56:33.524" v="24" actId="47"/>
        <pc:sldMkLst>
          <pc:docMk/>
          <pc:sldMk cId="0" sldId="345"/>
        </pc:sldMkLst>
      </pc:sldChg>
      <pc:sldChg chg="del">
        <pc:chgData name="Philippe Barbier" userId="534da69a-1040-4e6d-8807-26f79df2c0dd" providerId="ADAL" clId="{784448FB-4F1B-4D50-BBA9-40C5997C79C2}" dt="2022-03-28T13:56:16.119" v="7" actId="47"/>
        <pc:sldMkLst>
          <pc:docMk/>
          <pc:sldMk cId="0" sldId="356"/>
        </pc:sldMkLst>
      </pc:sldChg>
      <pc:sldChg chg="del">
        <pc:chgData name="Philippe Barbier" userId="534da69a-1040-4e6d-8807-26f79df2c0dd" providerId="ADAL" clId="{784448FB-4F1B-4D50-BBA9-40C5997C79C2}" dt="2022-03-28T13:56:24.418" v="16" actId="47"/>
        <pc:sldMkLst>
          <pc:docMk/>
          <pc:sldMk cId="0" sldId="357"/>
        </pc:sldMkLst>
      </pc:sldChg>
      <pc:sldChg chg="del">
        <pc:chgData name="Philippe Barbier" userId="534da69a-1040-4e6d-8807-26f79df2c0dd" providerId="ADAL" clId="{784448FB-4F1B-4D50-BBA9-40C5997C79C2}" dt="2022-03-28T13:56:27.948" v="20" actId="47"/>
        <pc:sldMkLst>
          <pc:docMk/>
          <pc:sldMk cId="0" sldId="361"/>
        </pc:sldMkLst>
      </pc:sldChg>
      <pc:sldChg chg="del">
        <pc:chgData name="Philippe Barbier" userId="534da69a-1040-4e6d-8807-26f79df2c0dd" providerId="ADAL" clId="{784448FB-4F1B-4D50-BBA9-40C5997C79C2}" dt="2022-03-28T13:56:34.526" v="25" actId="47"/>
        <pc:sldMkLst>
          <pc:docMk/>
          <pc:sldMk cId="0" sldId="393"/>
        </pc:sldMkLst>
      </pc:sldChg>
      <pc:sldChg chg="del">
        <pc:chgData name="Philippe Barbier" userId="534da69a-1040-4e6d-8807-26f79df2c0dd" providerId="ADAL" clId="{784448FB-4F1B-4D50-BBA9-40C5997C79C2}" dt="2022-03-28T13:56:35.313" v="26" actId="47"/>
        <pc:sldMkLst>
          <pc:docMk/>
          <pc:sldMk cId="0" sldId="394"/>
        </pc:sldMkLst>
      </pc:sldChg>
      <pc:sldChg chg="del">
        <pc:chgData name="Philippe Barbier" userId="534da69a-1040-4e6d-8807-26f79df2c0dd" providerId="ADAL" clId="{784448FB-4F1B-4D50-BBA9-40C5997C79C2}" dt="2022-03-28T13:56:44.851" v="35" actId="47"/>
        <pc:sldMkLst>
          <pc:docMk/>
          <pc:sldMk cId="0" sldId="395"/>
        </pc:sldMkLst>
      </pc:sldChg>
      <pc:sldChg chg="del">
        <pc:chgData name="Philippe Barbier" userId="534da69a-1040-4e6d-8807-26f79df2c0dd" providerId="ADAL" clId="{784448FB-4F1B-4D50-BBA9-40C5997C79C2}" dt="2022-03-28T13:56:48.198" v="38" actId="47"/>
        <pc:sldMkLst>
          <pc:docMk/>
          <pc:sldMk cId="0" sldId="397"/>
        </pc:sldMkLst>
      </pc:sldChg>
      <pc:sldChg chg="del">
        <pc:chgData name="Philippe Barbier" userId="534da69a-1040-4e6d-8807-26f79df2c0dd" providerId="ADAL" clId="{784448FB-4F1B-4D50-BBA9-40C5997C79C2}" dt="2022-03-28T13:56:49.162" v="39" actId="47"/>
        <pc:sldMkLst>
          <pc:docMk/>
          <pc:sldMk cId="0" sldId="405"/>
        </pc:sldMkLst>
      </pc:sldChg>
      <pc:sldChg chg="del">
        <pc:chgData name="Philippe Barbier" userId="534da69a-1040-4e6d-8807-26f79df2c0dd" providerId="ADAL" clId="{784448FB-4F1B-4D50-BBA9-40C5997C79C2}" dt="2022-03-28T13:56:49.918" v="40" actId="47"/>
        <pc:sldMkLst>
          <pc:docMk/>
          <pc:sldMk cId="809895249" sldId="407"/>
        </pc:sldMkLst>
      </pc:sldChg>
      <pc:sldChg chg="del">
        <pc:chgData name="Philippe Barbier" userId="534da69a-1040-4e6d-8807-26f79df2c0dd" providerId="ADAL" clId="{784448FB-4F1B-4D50-BBA9-40C5997C79C2}" dt="2022-03-28T13:56:41.142" v="32" actId="47"/>
        <pc:sldMkLst>
          <pc:docMk/>
          <pc:sldMk cId="507235760" sldId="422"/>
        </pc:sldMkLst>
      </pc:sldChg>
      <pc:sldChg chg="del">
        <pc:chgData name="Philippe Barbier" userId="534da69a-1040-4e6d-8807-26f79df2c0dd" providerId="ADAL" clId="{784448FB-4F1B-4D50-BBA9-40C5997C79C2}" dt="2022-03-28T13:56:41.981" v="33" actId="47"/>
        <pc:sldMkLst>
          <pc:docMk/>
          <pc:sldMk cId="3580523323" sldId="423"/>
        </pc:sldMkLst>
      </pc:sldChg>
      <pc:sldChg chg="del">
        <pc:chgData name="Philippe Barbier" userId="534da69a-1040-4e6d-8807-26f79df2c0dd" providerId="ADAL" clId="{784448FB-4F1B-4D50-BBA9-40C5997C79C2}" dt="2022-03-28T13:56:42.899" v="34" actId="47"/>
        <pc:sldMkLst>
          <pc:docMk/>
          <pc:sldMk cId="4059669925" sldId="424"/>
        </pc:sldMkLst>
      </pc:sldChg>
      <pc:sldChg chg="del">
        <pc:chgData name="Philippe Barbier" userId="534da69a-1040-4e6d-8807-26f79df2c0dd" providerId="ADAL" clId="{784448FB-4F1B-4D50-BBA9-40C5997C79C2}" dt="2022-03-28T13:56:25.257" v="17" actId="47"/>
        <pc:sldMkLst>
          <pc:docMk/>
          <pc:sldMk cId="2525911786" sldId="432"/>
        </pc:sldMkLst>
      </pc:sldChg>
      <pc:sldChg chg="del">
        <pc:chgData name="Philippe Barbier" userId="534da69a-1040-4e6d-8807-26f79df2c0dd" providerId="ADAL" clId="{784448FB-4F1B-4D50-BBA9-40C5997C79C2}" dt="2022-03-28T13:56:26.175" v="18" actId="47"/>
        <pc:sldMkLst>
          <pc:docMk/>
          <pc:sldMk cId="3272625363" sldId="433"/>
        </pc:sldMkLst>
      </pc:sldChg>
      <pc:sldChg chg="del">
        <pc:chgData name="Philippe Barbier" userId="534da69a-1040-4e6d-8807-26f79df2c0dd" providerId="ADAL" clId="{784448FB-4F1B-4D50-BBA9-40C5997C79C2}" dt="2022-03-28T13:56:50.989" v="41" actId="47"/>
        <pc:sldMkLst>
          <pc:docMk/>
          <pc:sldMk cId="3572678181" sldId="435"/>
        </pc:sldMkLst>
      </pc:sldChg>
      <pc:sldChg chg="del">
        <pc:chgData name="Philippe Barbier" userId="534da69a-1040-4e6d-8807-26f79df2c0dd" providerId="ADAL" clId="{784448FB-4F1B-4D50-BBA9-40C5997C79C2}" dt="2022-03-28T13:56:51.906" v="42" actId="47"/>
        <pc:sldMkLst>
          <pc:docMk/>
          <pc:sldMk cId="817404984" sldId="437"/>
        </pc:sldMkLst>
      </pc:sldChg>
      <pc:sldChg chg="del">
        <pc:chgData name="Philippe Barbier" userId="534da69a-1040-4e6d-8807-26f79df2c0dd" providerId="ADAL" clId="{784448FB-4F1B-4D50-BBA9-40C5997C79C2}" dt="2022-03-28T13:56:52.708" v="43" actId="47"/>
        <pc:sldMkLst>
          <pc:docMk/>
          <pc:sldMk cId="3857333172" sldId="438"/>
        </pc:sldMkLst>
      </pc:sldChg>
      <pc:sldChg chg="del">
        <pc:chgData name="Philippe Barbier" userId="534da69a-1040-4e6d-8807-26f79df2c0dd" providerId="ADAL" clId="{784448FB-4F1B-4D50-BBA9-40C5997C79C2}" dt="2022-03-28T13:56:13.359" v="4" actId="47"/>
        <pc:sldMkLst>
          <pc:docMk/>
          <pc:sldMk cId="580576213" sldId="488"/>
        </pc:sldMkLst>
      </pc:sldChg>
      <pc:sldChg chg="add del">
        <pc:chgData name="Philippe Barbier" userId="534da69a-1040-4e6d-8807-26f79df2c0dd" providerId="ADAL" clId="{784448FB-4F1B-4D50-BBA9-40C5997C79C2}" dt="2022-03-28T13:56:10.340" v="3" actId="47"/>
        <pc:sldMkLst>
          <pc:docMk/>
          <pc:sldMk cId="3661429038" sldId="502"/>
        </pc:sldMkLst>
      </pc:sldChg>
      <pc:sldChg chg="del">
        <pc:chgData name="Philippe Barbier" userId="534da69a-1040-4e6d-8807-26f79df2c0dd" providerId="ADAL" clId="{784448FB-4F1B-4D50-BBA9-40C5997C79C2}" dt="2022-03-28T13:56:17.871" v="9" actId="47"/>
        <pc:sldMkLst>
          <pc:docMk/>
          <pc:sldMk cId="867421568" sldId="504"/>
        </pc:sldMkLst>
      </pc:sldChg>
      <pc:sldChg chg="del">
        <pc:chgData name="Philippe Barbier" userId="534da69a-1040-4e6d-8807-26f79df2c0dd" providerId="ADAL" clId="{784448FB-4F1B-4D50-BBA9-40C5997C79C2}" dt="2022-03-28T13:56:19.891" v="11" actId="47"/>
        <pc:sldMkLst>
          <pc:docMk/>
          <pc:sldMk cId="3280880971" sldId="505"/>
        </pc:sldMkLst>
      </pc:sldChg>
      <pc:sldChg chg="del">
        <pc:chgData name="Philippe Barbier" userId="534da69a-1040-4e6d-8807-26f79df2c0dd" providerId="ADAL" clId="{784448FB-4F1B-4D50-BBA9-40C5997C79C2}" dt="2022-03-28T13:56:20.715" v="12" actId="47"/>
        <pc:sldMkLst>
          <pc:docMk/>
          <pc:sldMk cId="4167914327" sldId="506"/>
        </pc:sldMkLst>
      </pc:sldChg>
      <pc:sldChg chg="del ord">
        <pc:chgData name="Philippe Barbier" userId="534da69a-1040-4e6d-8807-26f79df2c0dd" providerId="ADAL" clId="{784448FB-4F1B-4D50-BBA9-40C5997C79C2}" dt="2022-03-28T14:07:15.254" v="215" actId="47"/>
        <pc:sldMkLst>
          <pc:docMk/>
          <pc:sldMk cId="697906512" sldId="513"/>
        </pc:sldMkLst>
      </pc:sldChg>
      <pc:sldChg chg="del">
        <pc:chgData name="Philippe Barbier" userId="534da69a-1040-4e6d-8807-26f79df2c0dd" providerId="ADAL" clId="{784448FB-4F1B-4D50-BBA9-40C5997C79C2}" dt="2022-03-28T13:56:36.152" v="27" actId="47"/>
        <pc:sldMkLst>
          <pc:docMk/>
          <pc:sldMk cId="1185991879" sldId="518"/>
        </pc:sldMkLst>
      </pc:sldChg>
      <pc:sldChg chg="del">
        <pc:chgData name="Philippe Barbier" userId="534da69a-1040-4e6d-8807-26f79df2c0dd" providerId="ADAL" clId="{784448FB-4F1B-4D50-BBA9-40C5997C79C2}" dt="2022-03-28T13:56:38.236" v="29" actId="47"/>
        <pc:sldMkLst>
          <pc:docMk/>
          <pc:sldMk cId="2983586729" sldId="519"/>
        </pc:sldMkLst>
      </pc:sldChg>
      <pc:sldChg chg="del">
        <pc:chgData name="Philippe Barbier" userId="534da69a-1040-4e6d-8807-26f79df2c0dd" providerId="ADAL" clId="{784448FB-4F1B-4D50-BBA9-40C5997C79C2}" dt="2022-03-28T13:56:39.153" v="30" actId="47"/>
        <pc:sldMkLst>
          <pc:docMk/>
          <pc:sldMk cId="3484192371" sldId="520"/>
        </pc:sldMkLst>
      </pc:sldChg>
      <pc:sldChg chg="del">
        <pc:chgData name="Philippe Barbier" userId="534da69a-1040-4e6d-8807-26f79df2c0dd" providerId="ADAL" clId="{784448FB-4F1B-4D50-BBA9-40C5997C79C2}" dt="2022-03-28T13:56:40.077" v="31" actId="47"/>
        <pc:sldMkLst>
          <pc:docMk/>
          <pc:sldMk cId="718320295" sldId="521"/>
        </pc:sldMkLst>
      </pc:sldChg>
      <pc:sldChg chg="del">
        <pc:chgData name="Philippe Barbier" userId="534da69a-1040-4e6d-8807-26f79df2c0dd" providerId="ADAL" clId="{784448FB-4F1B-4D50-BBA9-40C5997C79C2}" dt="2022-03-28T13:56:46.757" v="36" actId="47"/>
        <pc:sldMkLst>
          <pc:docMk/>
          <pc:sldMk cId="1994037241" sldId="524"/>
        </pc:sldMkLst>
      </pc:sldChg>
      <pc:sldChg chg="del">
        <pc:chgData name="Philippe Barbier" userId="534da69a-1040-4e6d-8807-26f79df2c0dd" providerId="ADAL" clId="{784448FB-4F1B-4D50-BBA9-40C5997C79C2}" dt="2022-03-28T13:56:56.719" v="46" actId="47"/>
        <pc:sldMkLst>
          <pc:docMk/>
          <pc:sldMk cId="1319755166" sldId="531"/>
        </pc:sldMkLst>
      </pc:sldChg>
      <pc:sldChg chg="del">
        <pc:chgData name="Philippe Barbier" userId="534da69a-1040-4e6d-8807-26f79df2c0dd" providerId="ADAL" clId="{784448FB-4F1B-4D50-BBA9-40C5997C79C2}" dt="2022-03-28T13:56:53.573" v="44" actId="47"/>
        <pc:sldMkLst>
          <pc:docMk/>
          <pc:sldMk cId="368208126" sldId="532"/>
        </pc:sldMkLst>
      </pc:sldChg>
      <pc:sldChg chg="del">
        <pc:chgData name="Philippe Barbier" userId="534da69a-1040-4e6d-8807-26f79df2c0dd" providerId="ADAL" clId="{784448FB-4F1B-4D50-BBA9-40C5997C79C2}" dt="2022-03-28T13:56:56.064" v="45" actId="47"/>
        <pc:sldMkLst>
          <pc:docMk/>
          <pc:sldMk cId="820135517" sldId="533"/>
        </pc:sldMkLst>
      </pc:sldChg>
      <pc:sldChg chg="del">
        <pc:chgData name="Philippe Barbier" userId="534da69a-1040-4e6d-8807-26f79df2c0dd" providerId="ADAL" clId="{784448FB-4F1B-4D50-BBA9-40C5997C79C2}" dt="2022-03-28T13:56:18.726" v="10" actId="47"/>
        <pc:sldMkLst>
          <pc:docMk/>
          <pc:sldMk cId="918653692" sldId="534"/>
        </pc:sldMkLst>
      </pc:sldChg>
      <pc:sldChg chg="del">
        <pc:chgData name="Philippe Barbier" userId="534da69a-1040-4e6d-8807-26f79df2c0dd" providerId="ADAL" clId="{784448FB-4F1B-4D50-BBA9-40C5997C79C2}" dt="2022-03-28T13:56:37.048" v="28" actId="47"/>
        <pc:sldMkLst>
          <pc:docMk/>
          <pc:sldMk cId="2332499778" sldId="535"/>
        </pc:sldMkLst>
      </pc:sldChg>
      <pc:sldChg chg="add del">
        <pc:chgData name="Philippe Barbier" userId="534da69a-1040-4e6d-8807-26f79df2c0dd" providerId="ADAL" clId="{784448FB-4F1B-4D50-BBA9-40C5997C79C2}" dt="2022-03-28T14:07:08.638" v="213" actId="47"/>
        <pc:sldMkLst>
          <pc:docMk/>
          <pc:sldMk cId="637367716" sldId="536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2289837910" sldId="538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1666000066" sldId="539"/>
        </pc:sldMkLst>
      </pc:sldChg>
      <pc:sldChg chg="modSp add mod modAnim">
        <pc:chgData name="Philippe Barbier" userId="534da69a-1040-4e6d-8807-26f79df2c0dd" providerId="ADAL" clId="{784448FB-4F1B-4D50-BBA9-40C5997C79C2}" dt="2022-03-29T07:55:13.265" v="260" actId="6549"/>
        <pc:sldMkLst>
          <pc:docMk/>
          <pc:sldMk cId="2427669618" sldId="540"/>
        </pc:sldMkLst>
        <pc:spChg chg="mod">
          <ac:chgData name="Philippe Barbier" userId="534da69a-1040-4e6d-8807-26f79df2c0dd" providerId="ADAL" clId="{784448FB-4F1B-4D50-BBA9-40C5997C79C2}" dt="2022-03-29T07:55:13.265" v="260" actId="6549"/>
          <ac:spMkLst>
            <pc:docMk/>
            <pc:sldMk cId="2427669618" sldId="540"/>
            <ac:spMk id="4" creationId="{95CCA171-3407-46FD-A461-B42C3E8A3A3C}"/>
          </ac:spMkLst>
        </pc:spChg>
      </pc:sldChg>
      <pc:sldChg chg="modSp add mod modAnim">
        <pc:chgData name="Philippe Barbier" userId="534da69a-1040-4e6d-8807-26f79df2c0dd" providerId="ADAL" clId="{784448FB-4F1B-4D50-BBA9-40C5997C79C2}" dt="2022-03-28T14:04:37.125" v="205" actId="6549"/>
        <pc:sldMkLst>
          <pc:docMk/>
          <pc:sldMk cId="3730634125" sldId="541"/>
        </pc:sldMkLst>
        <pc:spChg chg="mod">
          <ac:chgData name="Philippe Barbier" userId="534da69a-1040-4e6d-8807-26f79df2c0dd" providerId="ADAL" clId="{784448FB-4F1B-4D50-BBA9-40C5997C79C2}" dt="2022-03-28T14:04:37.125" v="205" actId="6549"/>
          <ac:spMkLst>
            <pc:docMk/>
            <pc:sldMk cId="3730634125" sldId="541"/>
            <ac:spMk id="5" creationId="{6882366E-9085-4A60-8BD6-A2F10AB46659}"/>
          </ac:spMkLst>
        </pc:spChg>
      </pc:sldChg>
      <pc:sldChg chg="del">
        <pc:chgData name="Philippe Barbier" userId="534da69a-1040-4e6d-8807-26f79df2c0dd" providerId="ADAL" clId="{784448FB-4F1B-4D50-BBA9-40C5997C79C2}" dt="2022-03-28T13:56:47.443" v="37" actId="47"/>
        <pc:sldMkLst>
          <pc:docMk/>
          <pc:sldMk cId="1846339341" sldId="542"/>
        </pc:sldMkLst>
      </pc:sldChg>
      <pc:sldChg chg="modSp add">
        <pc:chgData name="Philippe Barbier" userId="534da69a-1040-4e6d-8807-26f79df2c0dd" providerId="ADAL" clId="{784448FB-4F1B-4D50-BBA9-40C5997C79C2}" dt="2022-03-29T06:13:44.612" v="258" actId="20577"/>
        <pc:sldMkLst>
          <pc:docMk/>
          <pc:sldMk cId="1271748433" sldId="543"/>
        </pc:sldMkLst>
        <pc:spChg chg="mod">
          <ac:chgData name="Philippe Barbier" userId="534da69a-1040-4e6d-8807-26f79df2c0dd" providerId="ADAL" clId="{784448FB-4F1B-4D50-BBA9-40C5997C79C2}" dt="2022-03-29T06:13:44.612" v="258" actId="20577"/>
          <ac:spMkLst>
            <pc:docMk/>
            <pc:sldMk cId="1271748433" sldId="543"/>
            <ac:spMk id="2" creationId="{00000000-0000-0000-0000-000000000000}"/>
          </ac:spMkLst>
        </pc:spChg>
      </pc:sldChg>
      <pc:sldChg chg="add del">
        <pc:chgData name="Philippe Barbier" userId="534da69a-1040-4e6d-8807-26f79df2c0dd" providerId="ADAL" clId="{784448FB-4F1B-4D50-BBA9-40C5997C79C2}" dt="2022-03-28T13:57:02.766" v="49" actId="47"/>
        <pc:sldMkLst>
          <pc:docMk/>
          <pc:sldMk cId="44175785" sldId="544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2734089532" sldId="545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46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47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48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49"/>
        </pc:sldMkLst>
      </pc:sldChg>
      <pc:sldChg chg="modSp add mod">
        <pc:chgData name="Philippe Barbier" userId="534da69a-1040-4e6d-8807-26f79df2c0dd" providerId="ADAL" clId="{784448FB-4F1B-4D50-BBA9-40C5997C79C2}" dt="2022-03-29T06:11:53.208" v="251" actId="20577"/>
        <pc:sldMkLst>
          <pc:docMk/>
          <pc:sldMk cId="1012028152" sldId="550"/>
        </pc:sldMkLst>
        <pc:spChg chg="mod">
          <ac:chgData name="Philippe Barbier" userId="534da69a-1040-4e6d-8807-26f79df2c0dd" providerId="ADAL" clId="{784448FB-4F1B-4D50-BBA9-40C5997C79C2}" dt="2022-03-29T06:11:53.208" v="251" actId="20577"/>
          <ac:spMkLst>
            <pc:docMk/>
            <pc:sldMk cId="1012028152" sldId="550"/>
            <ac:spMk id="3" creationId="{00000000-0000-0000-0000-000000000000}"/>
          </ac:spMkLst>
        </pc:spChg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751187105" sldId="551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1978549566" sldId="552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2210595567" sldId="553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32716218" sldId="554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798723989" sldId="555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71983694" sldId="556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57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1238717553" sldId="558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3174453340" sldId="559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60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61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62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63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64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65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66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67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2673241387" sldId="568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3456279794" sldId="569"/>
        </pc:sldMkLst>
      </pc:sldChg>
      <pc:sldChg chg="modSp add mod modAnim">
        <pc:chgData name="Philippe Barbier" userId="534da69a-1040-4e6d-8807-26f79df2c0dd" providerId="ADAL" clId="{784448FB-4F1B-4D50-BBA9-40C5997C79C2}" dt="2022-03-28T14:02:40.045" v="108" actId="6549"/>
        <pc:sldMkLst>
          <pc:docMk/>
          <pc:sldMk cId="1771359852" sldId="570"/>
        </pc:sldMkLst>
        <pc:spChg chg="mod">
          <ac:chgData name="Philippe Barbier" userId="534da69a-1040-4e6d-8807-26f79df2c0dd" providerId="ADAL" clId="{784448FB-4F1B-4D50-BBA9-40C5997C79C2}" dt="2022-03-28T14:02:40.045" v="108" actId="6549"/>
          <ac:spMkLst>
            <pc:docMk/>
            <pc:sldMk cId="1771359852" sldId="570"/>
            <ac:spMk id="5" creationId="{A8824F33-7130-4EDD-8436-85021001A20A}"/>
          </ac:spMkLst>
        </pc:spChg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641082928" sldId="571"/>
        </pc:sldMkLst>
      </pc:sldChg>
      <pc:sldChg chg="modSp add mod modAnim">
        <pc:chgData name="Philippe Barbier" userId="534da69a-1040-4e6d-8807-26f79df2c0dd" providerId="ADAL" clId="{784448FB-4F1B-4D50-BBA9-40C5997C79C2}" dt="2022-03-28T14:04:05.983" v="164" actId="20577"/>
        <pc:sldMkLst>
          <pc:docMk/>
          <pc:sldMk cId="2385964402" sldId="572"/>
        </pc:sldMkLst>
        <pc:spChg chg="mod">
          <ac:chgData name="Philippe Barbier" userId="534da69a-1040-4e6d-8807-26f79df2c0dd" providerId="ADAL" clId="{784448FB-4F1B-4D50-BBA9-40C5997C79C2}" dt="2022-03-28T14:04:05.983" v="164" actId="20577"/>
          <ac:spMkLst>
            <pc:docMk/>
            <pc:sldMk cId="2385964402" sldId="572"/>
            <ac:spMk id="3" creationId="{A8820334-D40D-48A6-BF66-E94B2A9AA9A7}"/>
          </ac:spMkLst>
        </pc:spChg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2807844126" sldId="573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4107533703" sldId="574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1618199017" sldId="575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76"/>
        </pc:sldMkLst>
      </pc:sldChg>
      <pc:sldChg chg="modSp add mod">
        <pc:chgData name="Philippe Barbier" userId="534da69a-1040-4e6d-8807-26f79df2c0dd" providerId="ADAL" clId="{784448FB-4F1B-4D50-BBA9-40C5997C79C2}" dt="2022-03-28T14:18:16.791" v="243" actId="6549"/>
        <pc:sldMkLst>
          <pc:docMk/>
          <pc:sldMk cId="939205298" sldId="577"/>
        </pc:sldMkLst>
        <pc:spChg chg="mod">
          <ac:chgData name="Philippe Barbier" userId="534da69a-1040-4e6d-8807-26f79df2c0dd" providerId="ADAL" clId="{784448FB-4F1B-4D50-BBA9-40C5997C79C2}" dt="2022-03-28T14:18:16.791" v="243" actId="6549"/>
          <ac:spMkLst>
            <pc:docMk/>
            <pc:sldMk cId="939205298" sldId="577"/>
            <ac:spMk id="8" creationId="{B35D2F24-DFBA-4996-883C-5416B7309DC1}"/>
          </ac:spMkLst>
        </pc:spChg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1590364457" sldId="578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79"/>
        </pc:sldMkLst>
      </pc:sldChg>
      <pc:sldChg chg="modSp add mod modAnim">
        <pc:chgData name="Philippe Barbier" userId="534da69a-1040-4e6d-8807-26f79df2c0dd" providerId="ADAL" clId="{784448FB-4F1B-4D50-BBA9-40C5997C79C2}" dt="2022-03-29T13:09:25.878" v="274" actId="6549"/>
        <pc:sldMkLst>
          <pc:docMk/>
          <pc:sldMk cId="808566512" sldId="580"/>
        </pc:sldMkLst>
        <pc:spChg chg="mod">
          <ac:chgData name="Philippe Barbier" userId="534da69a-1040-4e6d-8807-26f79df2c0dd" providerId="ADAL" clId="{784448FB-4F1B-4D50-BBA9-40C5997C79C2}" dt="2022-03-29T13:09:25.878" v="274" actId="6549"/>
          <ac:spMkLst>
            <pc:docMk/>
            <pc:sldMk cId="808566512" sldId="580"/>
            <ac:spMk id="3" creationId="{00000000-0000-0000-0000-000000000000}"/>
          </ac:spMkLst>
        </pc:spChg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0" sldId="581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135715956" sldId="582"/>
        </pc:sldMkLst>
      </pc:sldChg>
      <pc:sldChg chg="modSp add modAnim">
        <pc:chgData name="Philippe Barbier" userId="534da69a-1040-4e6d-8807-26f79df2c0dd" providerId="ADAL" clId="{784448FB-4F1B-4D50-BBA9-40C5997C79C2}" dt="2022-03-29T13:07:48.532" v="272" actId="2"/>
        <pc:sldMkLst>
          <pc:docMk/>
          <pc:sldMk cId="3544133984" sldId="583"/>
        </pc:sldMkLst>
        <pc:spChg chg="mod">
          <ac:chgData name="Philippe Barbier" userId="534da69a-1040-4e6d-8807-26f79df2c0dd" providerId="ADAL" clId="{784448FB-4F1B-4D50-BBA9-40C5997C79C2}" dt="2022-03-29T13:07:48.532" v="272" actId="2"/>
          <ac:spMkLst>
            <pc:docMk/>
            <pc:sldMk cId="3544133984" sldId="583"/>
            <ac:spMk id="3" creationId="{00000000-0000-0000-0000-000000000000}"/>
          </ac:spMkLst>
        </pc:spChg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3952250224" sldId="584"/>
        </pc:sldMkLst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3524149376" sldId="585"/>
        </pc:sldMkLst>
      </pc:sldChg>
      <pc:sldChg chg="modSp add modAnim">
        <pc:chgData name="Philippe Barbier" userId="534da69a-1040-4e6d-8807-26f79df2c0dd" providerId="ADAL" clId="{784448FB-4F1B-4D50-BBA9-40C5997C79C2}" dt="2022-03-28T14:05:43.482" v="210" actId="6549"/>
        <pc:sldMkLst>
          <pc:docMk/>
          <pc:sldMk cId="1129512922" sldId="586"/>
        </pc:sldMkLst>
        <pc:spChg chg="mod">
          <ac:chgData name="Philippe Barbier" userId="534da69a-1040-4e6d-8807-26f79df2c0dd" providerId="ADAL" clId="{784448FB-4F1B-4D50-BBA9-40C5997C79C2}" dt="2022-03-28T14:05:43.482" v="210" actId="6549"/>
          <ac:spMkLst>
            <pc:docMk/>
            <pc:sldMk cId="1129512922" sldId="586"/>
            <ac:spMk id="3" creationId="{00000000-0000-0000-0000-000000000000}"/>
          </ac:spMkLst>
        </pc:spChg>
      </pc:sldChg>
      <pc:sldChg chg="modSp add mod">
        <pc:chgData name="Philippe Barbier" userId="534da69a-1040-4e6d-8807-26f79df2c0dd" providerId="ADAL" clId="{784448FB-4F1B-4D50-BBA9-40C5997C79C2}" dt="2022-03-29T08:29:00.813" v="269" actId="6549"/>
        <pc:sldMkLst>
          <pc:docMk/>
          <pc:sldMk cId="3176437698" sldId="587"/>
        </pc:sldMkLst>
        <pc:spChg chg="mod">
          <ac:chgData name="Philippe Barbier" userId="534da69a-1040-4e6d-8807-26f79df2c0dd" providerId="ADAL" clId="{784448FB-4F1B-4D50-BBA9-40C5997C79C2}" dt="2022-03-29T08:28:54.264" v="267" actId="6549"/>
          <ac:spMkLst>
            <pc:docMk/>
            <pc:sldMk cId="3176437698" sldId="587"/>
            <ac:spMk id="28" creationId="{00000000-0000-0000-0000-000000000000}"/>
          </ac:spMkLst>
        </pc:spChg>
        <pc:spChg chg="mod">
          <ac:chgData name="Philippe Barbier" userId="534da69a-1040-4e6d-8807-26f79df2c0dd" providerId="ADAL" clId="{784448FB-4F1B-4D50-BBA9-40C5997C79C2}" dt="2022-03-29T08:29:00.813" v="269" actId="6549"/>
          <ac:spMkLst>
            <pc:docMk/>
            <pc:sldMk cId="3176437698" sldId="587"/>
            <ac:spMk id="37" creationId="{00000000-0000-0000-0000-000000000000}"/>
          </ac:spMkLst>
        </pc:spChg>
      </pc:sldChg>
      <pc:sldChg chg="modSp add mod">
        <pc:chgData name="Philippe Barbier" userId="534da69a-1040-4e6d-8807-26f79df2c0dd" providerId="ADAL" clId="{784448FB-4F1B-4D50-BBA9-40C5997C79C2}" dt="2022-03-29T08:29:10.556" v="271" actId="6549"/>
        <pc:sldMkLst>
          <pc:docMk/>
          <pc:sldMk cId="3111261634" sldId="588"/>
        </pc:sldMkLst>
        <pc:spChg chg="mod">
          <ac:chgData name="Philippe Barbier" userId="534da69a-1040-4e6d-8807-26f79df2c0dd" providerId="ADAL" clId="{784448FB-4F1B-4D50-BBA9-40C5997C79C2}" dt="2022-03-29T08:29:10.556" v="271" actId="6549"/>
          <ac:spMkLst>
            <pc:docMk/>
            <pc:sldMk cId="3111261634" sldId="588"/>
            <ac:spMk id="28" creationId="{00000000-0000-0000-0000-000000000000}"/>
          </ac:spMkLst>
        </pc:spChg>
      </pc:sldChg>
      <pc:sldChg chg="add">
        <pc:chgData name="Philippe Barbier" userId="534da69a-1040-4e6d-8807-26f79df2c0dd" providerId="ADAL" clId="{784448FB-4F1B-4D50-BBA9-40C5997C79C2}" dt="2022-03-28T13:55:29.459" v="0"/>
        <pc:sldMkLst>
          <pc:docMk/>
          <pc:sldMk cId="2689339994" sldId="589"/>
        </pc:sldMkLst>
      </pc:sldChg>
      <pc:sldChg chg="modSp add mod">
        <pc:chgData name="Philippe Barbier" userId="534da69a-1040-4e6d-8807-26f79df2c0dd" providerId="ADAL" clId="{784448FB-4F1B-4D50-BBA9-40C5997C79C2}" dt="2022-03-28T14:10:08.050" v="241" actId="6549"/>
        <pc:sldMkLst>
          <pc:docMk/>
          <pc:sldMk cId="3554253035" sldId="590"/>
        </pc:sldMkLst>
        <pc:graphicFrameChg chg="modGraphic">
          <ac:chgData name="Philippe Barbier" userId="534da69a-1040-4e6d-8807-26f79df2c0dd" providerId="ADAL" clId="{784448FB-4F1B-4D50-BBA9-40C5997C79C2}" dt="2022-03-28T14:10:08.050" v="241" actId="6549"/>
          <ac:graphicFrameMkLst>
            <pc:docMk/>
            <pc:sldMk cId="3554253035" sldId="590"/>
            <ac:graphicFrameMk id="5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0638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6775" y="739775"/>
            <a:ext cx="4935538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689518"/>
            <a:ext cx="5335270" cy="4442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180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0905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4713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2314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7731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3046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fr-B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BE" baseline="0" dirty="0"/>
              <a:t> 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1845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0133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3120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7981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902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1759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1561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535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7664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7624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35105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09170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hangingPunct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4930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7481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3649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42385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5963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68840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8343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35884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86086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22449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0099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74420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54743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BE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43350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65011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90545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BE" b="0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56215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fr-BE" b="0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49384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50149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87370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38706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 </a:t>
            </a:r>
            <a:endParaRPr lang="fr-BE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80278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 </a:t>
            </a:r>
            <a:endParaRPr lang="fr-BE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13205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32422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82FC02-635D-4C96-A435-354C57DF0D0B}" type="slidenum">
              <a:rPr lang="fr-BE" smtClean="0"/>
              <a:t>48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738434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5723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050" baseline="0" dirty="0">
              <a:sym typeface="Wingdings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97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4707-722F-4A60-9660-96DE0BD69967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C7C1-4123-4C24-970B-DF08A948B31A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4349-2926-4739-B2B4-B0A22C79AD76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A9A2-D604-4289-935B-9578668F5708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17A7-122D-4D2C-981C-2563884CC80D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4D67-A364-4951-A604-4FB7C704199C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B0018-CA76-4639-9B9A-2AF7193C4869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B98-594B-4234-8183-CBD2456B9B9F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778DC-9C57-4CFF-828C-427A77C042C6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243E-C9CA-4284-A135-5AD0E7301BAF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C91F-E0F1-4223-AF77-52AB0CC9E474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re. Texte et image de la bibliothè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'image de la bibliothèque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fr-FR" noProof="0" dirty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4B1BA-7BD6-402B-AD3C-BC5D389A5CB0}" type="datetime1">
              <a:rPr lang="en-GB"/>
              <a:pPr>
                <a:defRPr/>
              </a:pPr>
              <a:t>28/11/2022</a:t>
            </a:fld>
            <a:endParaRPr lang="en-US" dirty="0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00416-C2B2-430D-937F-8C5FF4E07EE9}" type="slidenum">
              <a:rPr lang="en-US"/>
              <a:pPr>
                <a:defRPr/>
              </a:pPr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19711-FEBE-4F6F-8DA5-FF72666C7073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>
          <a:xfrm>
            <a:off x="685800" y="1571612"/>
            <a:ext cx="7772400" cy="2786083"/>
          </a:xfrm>
        </p:spPr>
        <p:txBody>
          <a:bodyPr>
            <a:noAutofit/>
          </a:bodyPr>
          <a:lstStyle/>
          <a:p>
            <a:r>
              <a:rPr lang="fr-BE" sz="5000" b="1" i="1" dirty="0"/>
              <a:t>Admission en chômage complet sur base</a:t>
            </a:r>
            <a:br>
              <a:rPr lang="fr-BE" sz="5000" b="1" i="1" dirty="0"/>
            </a:br>
            <a:r>
              <a:rPr lang="fr-BE" sz="5000" b="1" i="1" dirty="0"/>
              <a:t>des études et limitation –droit de base</a:t>
            </a:r>
            <a:endParaRPr lang="fr-FR" sz="5000" dirty="0"/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>
          <a:xfrm>
            <a:off x="1371600" y="4572008"/>
            <a:ext cx="6400800" cy="106679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fr-BE" sz="3800" b="1" i="1" dirty="0">
                <a:solidFill>
                  <a:srgbClr val="C00000"/>
                </a:solidFill>
              </a:rPr>
              <a:t>Art. 36 </a:t>
            </a:r>
            <a:r>
              <a:rPr lang="fr-BE" sz="3800" b="1" i="1" dirty="0">
                <a:solidFill>
                  <a:schemeClr val="tx1"/>
                </a:solidFill>
              </a:rPr>
              <a:t>- 63</a:t>
            </a:r>
            <a:endParaRPr lang="fr-BE" sz="3800" b="1" i="1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fr-BE" sz="3800" b="1" i="1" dirty="0">
                <a:solidFill>
                  <a:schemeClr val="tx1"/>
                </a:solidFill>
              </a:rPr>
              <a:t>de l’AR </a:t>
            </a:r>
            <a:r>
              <a:rPr lang="fr-BE" sz="3800" b="1" i="1">
                <a:solidFill>
                  <a:schemeClr val="tx1"/>
                </a:solidFill>
              </a:rPr>
              <a:t>du 25.11.1991    </a:t>
            </a:r>
            <a:endParaRPr lang="fr-FR" sz="3800" b="1" i="1" dirty="0">
              <a:solidFill>
                <a:schemeClr val="tx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683568" y="613394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04.11.2022</a:t>
            </a:r>
          </a:p>
        </p:txBody>
      </p:sp>
    </p:spTree>
    <p:extLst>
      <p:ext uri="{BB962C8B-B14F-4D97-AF65-F5344CB8AC3E}">
        <p14:creationId xmlns:p14="http://schemas.microsoft.com/office/powerpoint/2010/main" val="284839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0096" y="188640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BE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9586098"/>
              </p:ext>
            </p:extLst>
          </p:nvPr>
        </p:nvGraphicFramePr>
        <p:xfrm>
          <a:off x="251520" y="836717"/>
          <a:ext cx="8428176" cy="5160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06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5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b="1" dirty="0"/>
                        <a:t>Admission sur base des études : AR 36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Pg.3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fr-BE" sz="2000" dirty="0"/>
                        <a:t>Conditions</a:t>
                      </a:r>
                      <a:r>
                        <a:rPr lang="fr-BE" sz="1800" dirty="0"/>
                        <a:t>	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Pg.4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r>
                        <a:rPr lang="fr-BE" sz="1800" dirty="0"/>
                        <a:t>     1. Ne plus être soumis à l’obligation scolaire</a:t>
                      </a:r>
                      <a:endParaRPr lang="fr-BE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dirty="0"/>
                        <a:t>Pg.5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r>
                        <a:rPr lang="fr-BE" sz="1800" dirty="0"/>
                        <a:t>     2. Avoir terminé des études ouvrant le droit</a:t>
                      </a:r>
                      <a:endParaRPr lang="fr-BE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dirty="0"/>
                        <a:t>Pg.7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r>
                        <a:rPr lang="fr-BE" sz="1800" dirty="0"/>
                        <a:t>     3. Avoir mis fin aux études </a:t>
                      </a:r>
                      <a:endParaRPr lang="fr-BE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dirty="0"/>
                        <a:t>Pg.19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r>
                        <a:rPr lang="fr-BE" sz="1800" dirty="0"/>
                        <a:t>     4. Stage d’insertion professionnelle</a:t>
                      </a:r>
                      <a:endParaRPr lang="fr-BE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dirty="0"/>
                        <a:t>Pg.22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r>
                        <a:rPr lang="fr-BE" sz="1800" dirty="0"/>
                        <a:t>     5. Avoir obtenu 2 évaluations positives pendant le SIP</a:t>
                      </a:r>
                      <a:endParaRPr lang="fr-BE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dirty="0"/>
                        <a:t>Pg.40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r>
                        <a:rPr lang="fr-BE" sz="1800" dirty="0"/>
                        <a:t>     6. Condition d’âge</a:t>
                      </a:r>
                      <a:endParaRPr lang="fr-BE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dirty="0"/>
                        <a:t>Pg.32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fr-BE" sz="2000" dirty="0"/>
                        <a:t>Les codes </a:t>
                      </a:r>
                      <a:endParaRPr lang="fr-BE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dirty="0"/>
                        <a:t>Pg.44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fr-BE" sz="2000" dirty="0"/>
                        <a:t>Le dossier</a:t>
                      </a:r>
                      <a:endParaRPr lang="fr-BE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dirty="0"/>
                        <a:t>Pg.45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Limitation du droit aux AI : AR 63 – Le droit de base     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endParaRPr lang="fr-BE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Pg.47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458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fr-BE" sz="2000" dirty="0"/>
                        <a:t>Début du droit de base </a:t>
                      </a:r>
                      <a:endParaRPr lang="fr-BE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Pg.48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425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685800" y="260648"/>
            <a:ext cx="7772400" cy="583264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br>
              <a:rPr lang="fr-FR" sz="5400" b="1" i="1" dirty="0">
                <a:cs typeface="Times New Roman" pitchFamily="18" charset="0"/>
              </a:rPr>
            </a:br>
            <a:r>
              <a:rPr lang="fr-BE" sz="5400" b="1" i="1" dirty="0"/>
              <a:t>Admission en chômage complet sur base</a:t>
            </a:r>
            <a:br>
              <a:rPr lang="fr-BE" sz="5400" b="1" i="1" dirty="0"/>
            </a:br>
            <a:r>
              <a:rPr lang="fr-BE" sz="5400" b="1" i="1" dirty="0"/>
              <a:t>des études :</a:t>
            </a:r>
            <a:br>
              <a:rPr lang="fr-FR" sz="5400" b="1" i="1" dirty="0">
                <a:cs typeface="Times New Roman" pitchFamily="18" charset="0"/>
              </a:rPr>
            </a:br>
            <a:br>
              <a:rPr lang="fr-FR" sz="5400" b="1" i="1" dirty="0">
                <a:cs typeface="Times New Roman" pitchFamily="18" charset="0"/>
              </a:rPr>
            </a:br>
            <a:r>
              <a:rPr lang="fr-BE" sz="5400" b="1" i="1" dirty="0">
                <a:solidFill>
                  <a:srgbClr val="C00000"/>
                </a:solidFill>
              </a:rPr>
              <a:t>Art. 36</a:t>
            </a:r>
            <a:br>
              <a:rPr lang="fr-BE" sz="5400" b="1" i="1" dirty="0">
                <a:solidFill>
                  <a:srgbClr val="C00000"/>
                </a:solidFill>
              </a:rPr>
            </a:br>
            <a:r>
              <a:rPr lang="fr-BE" sz="5400" b="1" i="1" dirty="0"/>
              <a:t>de l’AR du 25.11.1991  </a:t>
            </a:r>
            <a:br>
              <a:rPr lang="fr-FR" sz="5400" b="1" i="1" dirty="0"/>
            </a:br>
            <a:br>
              <a:rPr lang="fr-FR" sz="3200" b="1" i="1" dirty="0">
                <a:cs typeface="Times New Roman" pitchFamily="18" charset="0"/>
              </a:rPr>
            </a:br>
            <a:br>
              <a:rPr lang="fr-FR" sz="5400" b="1" i="1" dirty="0">
                <a:cs typeface="Times New Roman" pitchFamily="18" charset="0"/>
              </a:rPr>
            </a:br>
            <a:endParaRPr lang="fr-FR" sz="5400" b="1" i="1" dirty="0">
              <a:cs typeface="Times New Roman" pitchFamily="18" charset="0"/>
            </a:endParaRP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057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latin typeface="+mn-lt"/>
                <a:cs typeface="Times New Roman" pitchFamily="18" charset="0"/>
              </a:rPr>
              <a:t>Conditions</a:t>
            </a:r>
            <a:endParaRPr lang="en-US" b="1" i="1" dirty="0">
              <a:latin typeface="+mn-lt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SzPct val="80000"/>
              <a:buFont typeface="+mj-lt"/>
              <a:buAutoNum type="arabicPeriod"/>
            </a:pPr>
            <a:r>
              <a:rPr lang="fr-BE" sz="3000" dirty="0">
                <a:cs typeface="Times New Roman" pitchFamily="18" charset="0"/>
              </a:rPr>
              <a:t>Ne plus être soumis à l’obligation scolaire ;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sz="3000" dirty="0">
                <a:cs typeface="Times New Roman" pitchFamily="18" charset="0"/>
              </a:rPr>
              <a:t>Avoir terminé des études ouvrant le droit ;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sz="3000" dirty="0">
                <a:cs typeface="Times New Roman" pitchFamily="18" charset="0"/>
              </a:rPr>
              <a:t>Avoir mis fin aux études ;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sz="3000" dirty="0">
                <a:cs typeface="Times New Roman" pitchFamily="18" charset="0"/>
              </a:rPr>
              <a:t>Avoir accompli un stage d’insertion professionnel ;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sz="3000" dirty="0">
                <a:cs typeface="Times New Roman" pitchFamily="18" charset="0"/>
              </a:rPr>
              <a:t>Avoir obtenu 2 évaluations DISPO J positives ;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sz="3000" dirty="0">
                <a:cs typeface="Times New Roman" pitchFamily="18" charset="0"/>
              </a:rPr>
              <a:t>Avoir moins de 25 ans à la date de la DA.</a:t>
            </a: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 Ne plus être soumis à l’obligation scolaire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fr-BE" b="1" i="1" u="sng" dirty="0"/>
              <a:t>L’obligation scolaire se termine </a:t>
            </a:r>
            <a:r>
              <a:rPr lang="fr-BE" i="1" u="sng" dirty="0"/>
              <a:t>:</a:t>
            </a:r>
          </a:p>
          <a:p>
            <a:pPr>
              <a:buSzPct val="80000"/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Le 30/06 de l’année civile au cours de laquelle le jeune atteint l’âge de 18 ans si la date anniversaire est située après le  30/06 ;</a:t>
            </a:r>
          </a:p>
          <a:p>
            <a:pPr>
              <a:buSzPct val="80000"/>
              <a:buNone/>
            </a:pPr>
            <a:endParaRPr lang="fr-BE" dirty="0"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A la date du 18</a:t>
            </a:r>
            <a:r>
              <a:rPr lang="fr-BE" baseline="30000" dirty="0">
                <a:cs typeface="Times New Roman" pitchFamily="18" charset="0"/>
              </a:rPr>
              <a:t>ème</a:t>
            </a:r>
            <a:r>
              <a:rPr lang="fr-BE" dirty="0">
                <a:cs typeface="Times New Roman" pitchFamily="18" charset="0"/>
              </a:rPr>
              <a:t> anniversaire, si celui-ci est situé avant le 01/07.</a:t>
            </a: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1. Ne plus être soumis à l’obligation scolaire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fr-BE" sz="2800" i="1" dirty="0"/>
              <a:t>Exemples:</a:t>
            </a:r>
          </a:p>
          <a:p>
            <a:pPr>
              <a:buFont typeface="Wingdings" pitchFamily="2" charset="2"/>
              <a:buNone/>
            </a:pPr>
            <a:endParaRPr lang="fr-BE" sz="2800" i="1" u="sng" dirty="0">
              <a:cs typeface="Times New Roman" pitchFamily="18" charset="0"/>
            </a:endParaRPr>
          </a:p>
          <a:p>
            <a:pPr>
              <a:buNone/>
            </a:pPr>
            <a:r>
              <a:rPr lang="fr-BE" sz="2800" dirty="0">
                <a:cs typeface="Times New Roman" pitchFamily="18" charset="0"/>
              </a:rPr>
              <a:t>1.</a:t>
            </a:r>
            <a:r>
              <a:rPr lang="fr-FR" dirty="0"/>
              <a:t> Date de naissance le 24.03.2005:</a:t>
            </a:r>
          </a:p>
          <a:p>
            <a:pPr>
              <a:buNone/>
            </a:pPr>
            <a:r>
              <a:rPr lang="fr-FR" dirty="0"/>
              <a:t> obligation scolaire se termine le  ??????</a:t>
            </a:r>
          </a:p>
          <a:p>
            <a:pPr>
              <a:buNone/>
            </a:pPr>
            <a:endParaRPr lang="fr-FR" dirty="0"/>
          </a:p>
          <a:p>
            <a:pPr marL="514350" indent="-514350">
              <a:buAutoNum type="arabicPeriod" startAt="2"/>
            </a:pPr>
            <a:r>
              <a:rPr lang="fr-FR" dirty="0"/>
              <a:t>Date de naissance le 03.10.2004 :</a:t>
            </a:r>
          </a:p>
          <a:p>
            <a:pPr marL="0" indent="0">
              <a:buNone/>
            </a:pPr>
            <a:r>
              <a:rPr lang="fr-FR" dirty="0"/>
              <a:t> obligation scolaire se termine le   ??????</a:t>
            </a:r>
            <a:endParaRPr lang="fr-BE" dirty="0"/>
          </a:p>
          <a:p>
            <a:pPr>
              <a:buFont typeface="Wingdings" pitchFamily="2" charset="2"/>
              <a:buNone/>
            </a:pPr>
            <a:endParaRPr lang="fr-BE" sz="2800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736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fr-BE" b="1" i="1" dirty="0"/>
              <a:t>2. Etudes ouvrant le droit</a:t>
            </a:r>
            <a:endParaRPr lang="fr-FR" b="1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901014" cy="4525963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endParaRPr lang="fr-FR" sz="2800" b="1" i="1" u="sng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fr-FR" sz="2800" b="1" i="1" u="sng" dirty="0"/>
              <a:t>Principe</a:t>
            </a:r>
            <a:r>
              <a:rPr lang="fr-FR" sz="2800" b="1" i="1" dirty="0"/>
              <a:t> :</a:t>
            </a:r>
            <a:endParaRPr lang="fr-BE" sz="2800" b="1" i="1" dirty="0"/>
          </a:p>
          <a:p>
            <a:pPr>
              <a:buNone/>
              <a:defRPr/>
            </a:pPr>
            <a:endParaRPr lang="fr-BE" dirty="0"/>
          </a:p>
          <a:p>
            <a:pPr>
              <a:buNone/>
              <a:defRPr/>
            </a:pPr>
            <a:r>
              <a:rPr lang="fr-BE" dirty="0"/>
              <a:t>	</a:t>
            </a:r>
            <a:r>
              <a:rPr lang="fr-BE" sz="3200" dirty="0"/>
              <a:t>Les études qui donnent droit aux allocations d‘insertion doivent déboucher sur  la possibilité d’exercer un emploi.  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fr-FR" b="1" dirty="0"/>
          </a:p>
          <a:p>
            <a:pPr eaLnBrk="1" hangingPunct="1">
              <a:defRPr/>
            </a:pPr>
            <a:endParaRPr lang="fr-FR" sz="2400" b="1" dirty="0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>
              <a:defRPr/>
            </a:pPr>
            <a:endParaRPr lang="fr-FR" sz="4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85800" y="1714500"/>
            <a:ext cx="7772400" cy="415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057400" lvl="4" indent="-228600">
              <a:spcBef>
                <a:spcPct val="20000"/>
              </a:spcBef>
              <a:defRPr/>
            </a:pPr>
            <a:endParaRPr lang="fr-FR" dirty="0"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9" name="Espace réservé du numéro de diapositive 46"/>
          <p:cNvSpPr txBox="1">
            <a:spLocks/>
          </p:cNvSpPr>
          <p:nvPr/>
        </p:nvSpPr>
        <p:spPr>
          <a:xfrm>
            <a:off x="8358214" y="6072206"/>
            <a:ext cx="400024" cy="365125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Etudes ouvrant le droit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fr-FR" dirty="0">
                <a:cs typeface="Times New Roman" pitchFamily="18" charset="0"/>
              </a:rPr>
              <a:t>	L’élève doit être inscrit en qualité </a:t>
            </a:r>
            <a:r>
              <a:rPr lang="fr-FR" b="1" i="1" dirty="0">
                <a:solidFill>
                  <a:srgbClr val="C00000"/>
                </a:solidFill>
                <a:cs typeface="Times New Roman" pitchFamily="18" charset="0"/>
              </a:rPr>
              <a:t>d’élève régulier</a:t>
            </a:r>
            <a:r>
              <a:rPr lang="fr-FR" dirty="0">
                <a:cs typeface="Times New Roman" pitchFamily="18" charset="0"/>
              </a:rPr>
              <a:t> (et non libre) </a:t>
            </a:r>
            <a:r>
              <a:rPr lang="fr-FR" b="1" i="1" dirty="0">
                <a:cs typeface="Times New Roman" pitchFamily="18" charset="0"/>
              </a:rPr>
              <a:t>au sein d’un établissement organisé, subventionné ou reconnu par une des communautés </a:t>
            </a:r>
            <a:r>
              <a:rPr lang="fr-FR" dirty="0">
                <a:cs typeface="Times New Roman" pitchFamily="18" charset="0"/>
              </a:rPr>
              <a:t>(flamande, francophone ou germanophone).</a:t>
            </a: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8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Etudes ouvrant le droit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8856984" cy="4525963"/>
          </a:xfrm>
        </p:spPr>
        <p:txBody>
          <a:bodyPr>
            <a:normAutofit/>
          </a:bodyPr>
          <a:lstStyle/>
          <a:p>
            <a:pPr marL="0" indent="0">
              <a:buSzPct val="80000"/>
              <a:buNone/>
            </a:pPr>
            <a:r>
              <a:rPr lang="fr-BE" sz="3500" b="1" u="sng" dirty="0">
                <a:cs typeface="Times New Roman" pitchFamily="18" charset="0"/>
              </a:rPr>
              <a:t>Avoir terminé une formation en alternance</a:t>
            </a:r>
            <a:r>
              <a:rPr lang="fr-BE" sz="3500" dirty="0">
                <a:cs typeface="Times New Roman" pitchFamily="18" charset="0"/>
              </a:rPr>
              <a:t> </a:t>
            </a:r>
            <a:endParaRPr lang="fr-BE" sz="3500" i="1" dirty="0">
              <a:cs typeface="Times New Roman" pitchFamily="18" charset="0"/>
            </a:endParaRPr>
          </a:p>
          <a:p>
            <a:pPr algn="ctr">
              <a:buSzPct val="80000"/>
              <a:buNone/>
            </a:pPr>
            <a:endParaRPr lang="fr-BE" sz="500" dirty="0">
              <a:cs typeface="Times New Roman" pitchFamily="18" charset="0"/>
            </a:endParaRPr>
          </a:p>
          <a:p>
            <a:pPr algn="ctr">
              <a:buSzPct val="80000"/>
              <a:buNone/>
            </a:pPr>
            <a:r>
              <a:rPr lang="fr-BE" sz="2800" dirty="0">
                <a:cs typeface="Times New Roman" pitchFamily="18" charset="0"/>
              </a:rPr>
              <a:t> « </a:t>
            </a:r>
            <a:r>
              <a:rPr lang="fr-BE" sz="2800" b="1" dirty="0">
                <a:ea typeface="Times New Roman"/>
              </a:rPr>
              <a:t>formation en alternance </a:t>
            </a:r>
            <a:r>
              <a:rPr lang="fr-BE" sz="2800" dirty="0">
                <a:ea typeface="Times New Roman"/>
              </a:rPr>
              <a:t>» </a:t>
            </a:r>
            <a:r>
              <a:rPr lang="fr-BE" sz="2800" dirty="0">
                <a:ea typeface="Times New Roman"/>
                <a:sym typeface="Wingdings" panose="05000000000000000000" pitchFamily="2" charset="2"/>
              </a:rPr>
              <a:t></a:t>
            </a:r>
            <a:r>
              <a:rPr lang="fr-BE" sz="2800" dirty="0">
                <a:ea typeface="Times New Roman"/>
              </a:rPr>
              <a:t> toute situation qui répond aux 6 conditions suivantes :</a:t>
            </a:r>
          </a:p>
          <a:p>
            <a:pPr lvl="0">
              <a:spcBef>
                <a:spcPts val="600"/>
              </a:spcBef>
              <a:buFont typeface="+mj-lt"/>
              <a:buAutoNum type="arabicPeriod"/>
            </a:pPr>
            <a:r>
              <a:rPr lang="fr-BE" sz="2800" dirty="0">
                <a:ea typeface="Times New Roman"/>
              </a:rPr>
              <a:t>La formation consiste en une partie effectuée en milieu professionnel et une partie effectuée au sein d'un établissement d'enseignement ou de formation.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2800" dirty="0">
                <a:ea typeface="Times New Roman"/>
              </a:rPr>
              <a:t> 2. La formation mène à une qualification professionnelle.</a:t>
            </a:r>
            <a:endParaRPr lang="fr-BE" sz="4000" dirty="0">
              <a:ea typeface="Times New Roman"/>
            </a:endParaRPr>
          </a:p>
          <a:p>
            <a:pPr>
              <a:buSzPct val="80000"/>
              <a:buNone/>
            </a:pPr>
            <a:endParaRPr lang="fr-BE" sz="2800" i="1" dirty="0">
              <a:cs typeface="Times New Roman" pitchFamily="18" charset="0"/>
            </a:endParaRPr>
          </a:p>
          <a:p>
            <a:pPr>
              <a:buSzPct val="80000"/>
              <a:buNone/>
            </a:pPr>
            <a:endParaRPr lang="fr-BE" sz="2800" i="1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202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Etudes ouvrant le droit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lvl="0" indent="-514350">
              <a:spcBef>
                <a:spcPts val="600"/>
              </a:spcBef>
              <a:buAutoNum type="arabicPeriod" startAt="3"/>
            </a:pPr>
            <a:r>
              <a:rPr lang="fr-BE" sz="2800" dirty="0">
                <a:ea typeface="Times New Roman"/>
              </a:rPr>
              <a:t>La partie effectuée en milieu professionnel prévoit, sur base annuelle, une durée du travail moyenne d'au moins 20 heures par semaine.</a:t>
            </a:r>
          </a:p>
          <a:p>
            <a:pPr marL="514350" lvl="0" indent="-514350">
              <a:spcBef>
                <a:spcPts val="600"/>
              </a:spcBef>
              <a:buAutoNum type="arabicPeriod" startAt="3"/>
            </a:pPr>
            <a:endParaRPr lang="fr-BE" sz="2200" dirty="0">
              <a:ea typeface="Times New Roman"/>
            </a:endParaRPr>
          </a:p>
          <a:p>
            <a:pPr marL="514350" lvl="0" indent="-514350">
              <a:spcBef>
                <a:spcPts val="600"/>
              </a:spcBef>
              <a:buFont typeface="+mj-lt"/>
              <a:buAutoNum type="arabicPeriod" startAt="4"/>
            </a:pPr>
            <a:r>
              <a:rPr lang="fr-BE" sz="2800" dirty="0">
                <a:ea typeface="Times New Roman"/>
              </a:rPr>
              <a:t>La partie effectuée au sein d'un établissement d'enseignement ou de formation comporte, sur base annuelle :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dirty="0">
                <a:ea typeface="Times New Roman"/>
              </a:rPr>
              <a:t>Au moins 240 heures de cours pour les jeunes soumis à l'obligation scolaire à temps.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dirty="0">
                <a:ea typeface="Times New Roman"/>
              </a:rPr>
              <a:t>Au moins 150 heures de cours pour les jeunes n'étant plus soumis à l'obligation scolaire.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4000" dirty="0">
              <a:ea typeface="Times New Roman"/>
            </a:endParaRPr>
          </a:p>
          <a:p>
            <a:pPr>
              <a:buSzPct val="80000"/>
              <a:buNone/>
            </a:pPr>
            <a:endParaRPr lang="fr-BE" sz="2800" i="1" dirty="0">
              <a:cs typeface="Times New Roman" pitchFamily="18" charset="0"/>
            </a:endParaRPr>
          </a:p>
          <a:p>
            <a:pPr>
              <a:buSzPct val="80000"/>
              <a:buNone/>
            </a:pPr>
            <a:endParaRPr lang="fr-BE" sz="2800" i="1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118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Etudes ouvrant le droit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600"/>
              </a:spcBef>
              <a:buNone/>
            </a:pPr>
            <a:endParaRPr lang="fr-BE" sz="2000" dirty="0">
              <a:ea typeface="Times New Roman"/>
            </a:endParaRPr>
          </a:p>
          <a:p>
            <a:pPr marL="0" lvl="0" indent="0">
              <a:spcBef>
                <a:spcPts val="600"/>
              </a:spcBef>
              <a:buNone/>
            </a:pPr>
            <a:r>
              <a:rPr lang="fr-BE" sz="2800" dirty="0">
                <a:ea typeface="Times New Roman"/>
              </a:rPr>
              <a:t>5. Les 2 parties de la formation sont effectuées dans le 	cadre d’un contrat auquel l'employeur et le jeune 	sont parties.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2000" dirty="0">
              <a:ea typeface="Times New Roman"/>
            </a:endParaRPr>
          </a:p>
          <a:p>
            <a:pPr marL="0" lvl="0" indent="0">
              <a:spcBef>
                <a:spcPts val="600"/>
              </a:spcBef>
              <a:buNone/>
            </a:pPr>
            <a:r>
              <a:rPr lang="fr-BE" sz="2800" dirty="0">
                <a:ea typeface="Times New Roman"/>
              </a:rPr>
              <a:t>6. Le contrat prévoit une rétribution financière du 	jeune qui est à charge de l'employeur et qui est à 	considérer comme une rémunération.</a:t>
            </a:r>
            <a:endParaRPr lang="fr-BE" sz="4000" dirty="0">
              <a:ea typeface="Times New Roman"/>
            </a:endParaRPr>
          </a:p>
          <a:p>
            <a:pPr marL="514350" indent="-514350">
              <a:buSzPct val="80000"/>
              <a:buFont typeface="+mj-lt"/>
              <a:buAutoNum type="arabicPeriod" startAt="4"/>
            </a:pPr>
            <a:endParaRPr lang="fr-BE" sz="2800" i="1" dirty="0">
              <a:cs typeface="Times New Roman" pitchFamily="18" charset="0"/>
            </a:endParaRPr>
          </a:p>
          <a:p>
            <a:pPr>
              <a:buSzPct val="80000"/>
              <a:buNone/>
            </a:pPr>
            <a:endParaRPr lang="fr-BE" sz="2800" i="1" dirty="0">
              <a:cs typeface="Times New Roman" pitchFamily="18" charset="0"/>
            </a:endParaRPr>
          </a:p>
          <a:p>
            <a:pPr>
              <a:buSzPct val="80000"/>
              <a:buNone/>
            </a:pPr>
            <a:endParaRPr lang="fr-BE" sz="2800" i="1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854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Etudes ouvrant le droit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85000" lnSpcReduction="20000"/>
          </a:bodyPr>
          <a:lstStyle/>
          <a:p>
            <a:pPr>
              <a:buSzPct val="80000"/>
              <a:buNone/>
            </a:pPr>
            <a:endParaRPr lang="fr-BE" sz="2800" dirty="0"/>
          </a:p>
          <a:p>
            <a:pPr>
              <a:buSzPct val="80000"/>
              <a:buNone/>
            </a:pPr>
            <a:r>
              <a:rPr lang="fr-BE" sz="2800" dirty="0"/>
              <a:t>Est considérée comme « </a:t>
            </a:r>
            <a:r>
              <a:rPr lang="fr-BE" sz="2800" b="1" dirty="0"/>
              <a:t>finie</a:t>
            </a:r>
            <a:r>
              <a:rPr lang="fr-BE" sz="2800" dirty="0"/>
              <a:t> », la situation dans laquelle :</a:t>
            </a:r>
          </a:p>
          <a:p>
            <a:pPr>
              <a:buSzPct val="80000"/>
              <a:buNone/>
            </a:pPr>
            <a:endParaRPr lang="fr-BE" sz="2800" dirty="0"/>
          </a:p>
          <a:p>
            <a:pPr>
              <a:buSzPct val="80000"/>
              <a:buFont typeface="Wingdings" panose="05000000000000000000" pitchFamily="2" charset="2"/>
              <a:buChar char="§"/>
            </a:pPr>
            <a:r>
              <a:rPr lang="fr-BE" sz="2800" dirty="0"/>
              <a:t>le contrat d’apprentissage a été rompu pour quelque raison que ce soit mais l’apprenti a participé à tous les examens finaux et a </a:t>
            </a:r>
            <a:r>
              <a:rPr lang="fr-BE" sz="2800" u="sng" dirty="0"/>
              <a:t>obtenu</a:t>
            </a:r>
            <a:r>
              <a:rPr lang="fr-BE" sz="2800" dirty="0"/>
              <a:t> un certificat ;</a:t>
            </a:r>
          </a:p>
          <a:p>
            <a:pPr>
              <a:buSzPct val="80000"/>
              <a:buFont typeface="Wingdings" panose="05000000000000000000" pitchFamily="2" charset="2"/>
              <a:buChar char="§"/>
            </a:pPr>
            <a:endParaRPr lang="fr-BE" sz="2800" dirty="0"/>
          </a:p>
          <a:p>
            <a:pPr>
              <a:buSzPct val="80000"/>
              <a:buFont typeface="Wingdings" panose="05000000000000000000" pitchFamily="2" charset="2"/>
              <a:buChar char="§"/>
            </a:pPr>
            <a:r>
              <a:rPr lang="fr-BE" sz="2800" dirty="0"/>
              <a:t>le contrat d’apprentissage a été rompu pour des circonstances indépendantes de la volonté de l’apprenti, et l’apprenti a passé tous les examens mais </a:t>
            </a:r>
            <a:r>
              <a:rPr lang="fr-BE" sz="2800" u="sng" dirty="0"/>
              <a:t>n</a:t>
            </a:r>
            <a:r>
              <a:rPr lang="fr-BE" sz="2800" dirty="0"/>
              <a:t>’a </a:t>
            </a:r>
            <a:r>
              <a:rPr lang="fr-BE" sz="2800" u="sng" dirty="0"/>
              <a:t>pas</a:t>
            </a:r>
            <a:r>
              <a:rPr lang="fr-BE" sz="2800" dirty="0"/>
              <a:t> obtenu le certificat. </a:t>
            </a:r>
            <a:br>
              <a:rPr lang="fr-BE" sz="2800" dirty="0"/>
            </a:br>
            <a:endParaRPr lang="fr-FR" sz="1500" dirty="0"/>
          </a:p>
          <a:p>
            <a:pPr marL="0" indent="0" algn="ctr">
              <a:buSzPct val="80000"/>
              <a:buNone/>
            </a:pPr>
            <a:br>
              <a:rPr lang="fr-BE" sz="2800" dirty="0"/>
            </a:br>
            <a:endParaRPr lang="fr-BE" sz="2800" i="1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059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Etudes ouvrant le droit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80000"/>
              <a:buNone/>
            </a:pPr>
            <a:r>
              <a:rPr lang="fr-BE" sz="2800" b="1" i="1" u="sng" dirty="0">
                <a:cs typeface="Times New Roman" pitchFamily="18" charset="0"/>
              </a:rPr>
              <a:t>Enseignement secondaire de plein exercice </a:t>
            </a:r>
            <a:r>
              <a:rPr lang="fr-BE" sz="2800" b="1" i="1" dirty="0">
                <a:cs typeface="Times New Roman" pitchFamily="18" charset="0"/>
              </a:rPr>
              <a:t>:</a:t>
            </a:r>
          </a:p>
          <a:p>
            <a:pPr>
              <a:buSzPct val="80000"/>
              <a:buNone/>
            </a:pPr>
            <a:endParaRPr lang="fr-BE" sz="2800" b="1" i="1" dirty="0"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FR" sz="3000" dirty="0">
                <a:cs typeface="Times New Roman" pitchFamily="18" charset="0"/>
              </a:rPr>
              <a:t>Avoir terminé la </a:t>
            </a:r>
            <a:r>
              <a:rPr lang="fr-FR" sz="3000" b="1" i="1" dirty="0">
                <a:solidFill>
                  <a:srgbClr val="C00000"/>
                </a:solidFill>
                <a:cs typeface="Times New Roman" pitchFamily="18" charset="0"/>
              </a:rPr>
              <a:t>3</a:t>
            </a:r>
            <a:r>
              <a:rPr lang="fr-FR" sz="3000" b="1" i="1" baseline="34000" dirty="0">
                <a:solidFill>
                  <a:srgbClr val="C00000"/>
                </a:solidFill>
                <a:cs typeface="Times New Roman" pitchFamily="18" charset="0"/>
              </a:rPr>
              <a:t>ème</a:t>
            </a:r>
            <a:r>
              <a:rPr lang="fr-FR" sz="3000" b="1" i="1" dirty="0">
                <a:solidFill>
                  <a:srgbClr val="C00000"/>
                </a:solidFill>
                <a:cs typeface="Times New Roman" pitchFamily="18" charset="0"/>
              </a:rPr>
              <a:t> année </a:t>
            </a:r>
            <a:r>
              <a:rPr lang="fr-FR" sz="3000" dirty="0">
                <a:cs typeface="Times New Roman" pitchFamily="18" charset="0"/>
              </a:rPr>
              <a:t>de l'enseignement </a:t>
            </a:r>
            <a:r>
              <a:rPr lang="fr-BE" sz="3000" dirty="0">
                <a:cs typeface="Times New Roman" pitchFamily="18" charset="0"/>
              </a:rPr>
              <a:t>:</a:t>
            </a:r>
            <a:endParaRPr lang="fr-FR" sz="3000" dirty="0">
              <a:cs typeface="Times New Roman" pitchFamily="18" charset="0"/>
            </a:endParaRPr>
          </a:p>
          <a:p>
            <a:pPr lvl="2">
              <a:buSzPct val="80000"/>
              <a:buFont typeface="Wingdings" pitchFamily="2" charset="2"/>
              <a:buChar char="§"/>
            </a:pPr>
            <a:r>
              <a:rPr lang="fr-FR" b="1" i="1" dirty="0">
                <a:solidFill>
                  <a:srgbClr val="C00000"/>
                </a:solidFill>
                <a:cs typeface="Times New Roman" pitchFamily="18" charset="0"/>
              </a:rPr>
              <a:t>Technique ;</a:t>
            </a:r>
          </a:p>
          <a:p>
            <a:pPr lvl="2">
              <a:buSzPct val="80000"/>
              <a:buFont typeface="Wingdings" pitchFamily="2" charset="2"/>
              <a:buChar char="§"/>
            </a:pPr>
            <a:r>
              <a:rPr lang="fr-FR" b="1" i="1" dirty="0">
                <a:solidFill>
                  <a:srgbClr val="C00000"/>
                </a:solidFill>
                <a:cs typeface="Times New Roman" pitchFamily="18" charset="0"/>
              </a:rPr>
              <a:t>Professionnel ;</a:t>
            </a:r>
          </a:p>
          <a:p>
            <a:pPr lvl="2">
              <a:buSzPct val="80000"/>
              <a:buFont typeface="Wingdings" pitchFamily="2" charset="2"/>
              <a:buChar char="§"/>
            </a:pP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Artistique ;</a:t>
            </a:r>
          </a:p>
          <a:p>
            <a:pPr lvl="2">
              <a:buSzPct val="80000"/>
              <a:buNone/>
            </a:pPr>
            <a:endParaRPr lang="fr-BE" b="1" i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1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Etudes ouvrant le droit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sz="2800" b="1" i="1" u="sng" dirty="0">
                <a:cs typeface="Times New Roman" pitchFamily="18" charset="0"/>
              </a:rPr>
              <a:t>Enseignement secondaire de plein exercice </a:t>
            </a:r>
            <a:r>
              <a:rPr lang="fr-BE" sz="2800" b="1" i="1" dirty="0"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fr-BE" sz="2800" b="1" i="1" dirty="0"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FR" sz="3000" dirty="0">
                <a:cs typeface="Times New Roman" pitchFamily="18" charset="0"/>
              </a:rPr>
              <a:t>Avoir terminé la </a:t>
            </a:r>
            <a:r>
              <a:rPr lang="fr-FR" sz="3000" b="1" i="1" dirty="0">
                <a:solidFill>
                  <a:srgbClr val="C00000"/>
                </a:solidFill>
                <a:cs typeface="Times New Roman" pitchFamily="18" charset="0"/>
              </a:rPr>
              <a:t>6</a:t>
            </a:r>
            <a:r>
              <a:rPr lang="fr-FR" sz="3000" b="1" i="1" baseline="34000" dirty="0">
                <a:solidFill>
                  <a:srgbClr val="C00000"/>
                </a:solidFill>
                <a:cs typeface="Times New Roman" pitchFamily="18" charset="0"/>
              </a:rPr>
              <a:t>ème</a:t>
            </a:r>
            <a:r>
              <a:rPr lang="fr-FR" sz="3000" b="1" i="1" dirty="0">
                <a:solidFill>
                  <a:srgbClr val="C00000"/>
                </a:solidFill>
                <a:cs typeface="Times New Roman" pitchFamily="18" charset="0"/>
              </a:rPr>
              <a:t> année </a:t>
            </a:r>
            <a:r>
              <a:rPr lang="fr-FR" sz="3000" dirty="0">
                <a:cs typeface="Times New Roman" pitchFamily="18" charset="0"/>
              </a:rPr>
              <a:t>de l'enseignement </a:t>
            </a:r>
            <a:r>
              <a:rPr lang="fr-BE" sz="3000" dirty="0">
                <a:cs typeface="Times New Roman" pitchFamily="18" charset="0"/>
              </a:rPr>
              <a:t>:</a:t>
            </a:r>
            <a:endParaRPr lang="fr-FR" sz="3000" dirty="0">
              <a:cs typeface="Times New Roman" pitchFamily="18" charset="0"/>
            </a:endParaRPr>
          </a:p>
          <a:p>
            <a:pPr lvl="2">
              <a:buSzPct val="80000"/>
              <a:buFont typeface="Wingdings" pitchFamily="2" charset="2"/>
              <a:buChar char="§"/>
            </a:pPr>
            <a:r>
              <a:rPr lang="fr-FR" b="1" i="1" dirty="0">
                <a:solidFill>
                  <a:srgbClr val="C00000"/>
                </a:solidFill>
                <a:cs typeface="Times New Roman" pitchFamily="18" charset="0"/>
              </a:rPr>
              <a:t>Général ;</a:t>
            </a:r>
          </a:p>
          <a:p>
            <a:pPr lvl="2">
              <a:buSzPct val="80000"/>
              <a:buFont typeface="Wingdings" pitchFamily="2" charset="2"/>
              <a:buChar char="§"/>
            </a:pPr>
            <a:r>
              <a:rPr lang="fr-FR" b="1" i="1" dirty="0">
                <a:solidFill>
                  <a:srgbClr val="C00000"/>
                </a:solidFill>
                <a:cs typeface="Times New Roman" pitchFamily="18" charset="0"/>
              </a:rPr>
              <a:t>Technique ;</a:t>
            </a:r>
          </a:p>
          <a:p>
            <a:pPr lvl="2">
              <a:buSzPct val="80000"/>
              <a:buFont typeface="Wingdings" pitchFamily="2" charset="2"/>
              <a:buChar char="§"/>
            </a:pPr>
            <a:r>
              <a:rPr lang="fr-FR" b="1" i="1" dirty="0">
                <a:solidFill>
                  <a:srgbClr val="C00000"/>
                </a:solidFill>
                <a:cs typeface="Times New Roman" pitchFamily="18" charset="0"/>
              </a:rPr>
              <a:t>Professionnel ;</a:t>
            </a:r>
          </a:p>
          <a:p>
            <a:pPr lvl="2">
              <a:buSzPct val="80000"/>
              <a:buFont typeface="Wingdings" pitchFamily="2" charset="2"/>
              <a:buChar char="§"/>
            </a:pP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Artistique ;</a:t>
            </a:r>
          </a:p>
          <a:p>
            <a:pPr lvl="2">
              <a:buSzPct val="80000"/>
              <a:buNone/>
            </a:pPr>
            <a:endParaRPr lang="fr-BE" b="1" i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buNone/>
            </a:pP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872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Etudes ouvrant le droit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fr-BE" dirty="0">
              <a:cs typeface="Times New Roman" pitchFamily="18" charset="0"/>
            </a:endParaRPr>
          </a:p>
          <a:p>
            <a:pPr>
              <a:buNone/>
            </a:pPr>
            <a:r>
              <a:rPr lang="fr-BE" dirty="0">
                <a:cs typeface="Times New Roman" pitchFamily="18" charset="0"/>
              </a:rPr>
              <a:t>	Le jeune ayant </a:t>
            </a:r>
            <a:r>
              <a:rPr lang="fr-BE" b="1" i="1" dirty="0">
                <a:cs typeface="Times New Roman" pitchFamily="18" charset="0"/>
              </a:rPr>
              <a:t>terminé la 4</a:t>
            </a:r>
            <a:r>
              <a:rPr lang="fr-BE" b="1" i="1" baseline="34000" dirty="0">
                <a:cs typeface="Times New Roman" pitchFamily="18" charset="0"/>
              </a:rPr>
              <a:t>ème</a:t>
            </a:r>
            <a:r>
              <a:rPr lang="fr-BE" b="1" i="1" dirty="0">
                <a:cs typeface="Times New Roman" pitchFamily="18" charset="0"/>
              </a:rPr>
              <a:t> et/ou la 5</a:t>
            </a:r>
            <a:r>
              <a:rPr lang="fr-BE" b="1" i="1" baseline="34000" dirty="0">
                <a:cs typeface="Times New Roman" pitchFamily="18" charset="0"/>
              </a:rPr>
              <a:t>ème</a:t>
            </a:r>
            <a:r>
              <a:rPr lang="fr-BE" b="1" i="1" dirty="0">
                <a:cs typeface="Times New Roman" pitchFamily="18" charset="0"/>
              </a:rPr>
              <a:t> secondaire professionnelle, technique ou artistique </a:t>
            </a:r>
            <a:r>
              <a:rPr lang="fr-BE" b="1" i="1" u="sng" dirty="0">
                <a:solidFill>
                  <a:srgbClr val="C00000"/>
                </a:solidFill>
                <a:cs typeface="Times New Roman" pitchFamily="18" charset="0"/>
              </a:rPr>
              <a:t>après</a:t>
            </a:r>
            <a:r>
              <a:rPr lang="fr-BE" dirty="0">
                <a:cs typeface="Times New Roman" pitchFamily="18" charset="0"/>
              </a:rPr>
              <a:t> avoir suivi les </a:t>
            </a:r>
            <a:r>
              <a:rPr lang="fr-BE" b="1" i="1" dirty="0">
                <a:cs typeface="Times New Roman" pitchFamily="18" charset="0"/>
              </a:rPr>
              <a:t>3 années du cycle secondaire inférieur général , </a:t>
            </a:r>
            <a:r>
              <a:rPr lang="fr-BE" dirty="0">
                <a:cs typeface="Times New Roman" pitchFamily="18" charset="0"/>
                <a:sym typeface="Wingdings" pitchFamily="2" charset="2"/>
              </a:rPr>
              <a:t>satisfait à </a:t>
            </a:r>
            <a:r>
              <a:rPr lang="fr-BE" dirty="0">
                <a:cs typeface="Times New Roman" pitchFamily="18" charset="0"/>
              </a:rPr>
              <a:t>la condition d’avoir terminé des études du cycle secondaire inférieur professionnel, technique ou artistique </a:t>
            </a:r>
            <a:r>
              <a:rPr lang="fr-BE" sz="2000" dirty="0">
                <a:cs typeface="Times New Roman" pitchFamily="18" charset="0"/>
              </a:rPr>
              <a:t>(cf. 3</a:t>
            </a:r>
            <a:r>
              <a:rPr lang="fr-BE" sz="2000" baseline="30000" dirty="0">
                <a:cs typeface="Times New Roman" pitchFamily="18" charset="0"/>
              </a:rPr>
              <a:t>ème</a:t>
            </a:r>
            <a:r>
              <a:rPr lang="fr-BE" sz="2000" dirty="0">
                <a:cs typeface="Times New Roman" pitchFamily="18" charset="0"/>
              </a:rPr>
              <a:t>).</a:t>
            </a:r>
            <a:endParaRPr lang="en-GB" dirty="0"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98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2. Etudes ouvrant le droit </a:t>
            </a:r>
            <a:endParaRPr lang="en-US" b="1" i="1" dirty="0">
              <a:latin typeface="+mn-lt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80000"/>
              <a:buFont typeface="Wingdings" pitchFamily="2" charset="2"/>
              <a:buChar char="§"/>
            </a:pPr>
            <a:r>
              <a:rPr lang="fr-BE" dirty="0">
                <a:cs typeface="Times New Roman" pitchFamily="18" charset="0"/>
              </a:rPr>
              <a:t>Avoir terminé signifie avoir accompli toutes les tâches prévues au programme c’est-à-dire les stages, la présentation de la 1</a:t>
            </a:r>
            <a:r>
              <a:rPr lang="fr-BE" baseline="30000" dirty="0">
                <a:cs typeface="Times New Roman" pitchFamily="18" charset="0"/>
              </a:rPr>
              <a:t>ère</a:t>
            </a:r>
            <a:r>
              <a:rPr lang="fr-BE" dirty="0">
                <a:cs typeface="Times New Roman" pitchFamily="18" charset="0"/>
              </a:rPr>
              <a:t> session (en juin), de la 2</a:t>
            </a:r>
            <a:r>
              <a:rPr lang="fr-BE" baseline="34000" dirty="0">
                <a:cs typeface="Times New Roman" pitchFamily="18" charset="0"/>
              </a:rPr>
              <a:t>ème</a:t>
            </a:r>
            <a:r>
              <a:rPr lang="fr-BE" dirty="0">
                <a:cs typeface="Times New Roman" pitchFamily="18" charset="0"/>
              </a:rPr>
              <a:t> session des examens (si nécessaire).</a:t>
            </a:r>
          </a:p>
          <a:p>
            <a:pPr>
              <a:buSzPct val="80000"/>
              <a:buNone/>
            </a:pPr>
            <a:endParaRPr lang="fr-BE" dirty="0"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BE" i="1" dirty="0">
                <a:cs typeface="Times New Roman" pitchFamily="18" charset="0"/>
              </a:rPr>
              <a:t>Avoir terminé ne signifie donc pas avoir réussi.</a:t>
            </a:r>
            <a:endParaRPr lang="en-GB" dirty="0">
              <a:cs typeface="Times New Roman" pitchFamily="18" charset="0"/>
            </a:endParaRPr>
          </a:p>
          <a:p>
            <a:pPr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 2. Etudes ouvrant le droit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SzPct val="80000"/>
              <a:buNone/>
            </a:pPr>
            <a:r>
              <a:rPr lang="fr-FR" sz="4000" dirty="0">
                <a:cs typeface="Times New Roman" pitchFamily="18" charset="0"/>
              </a:rPr>
              <a:t>Pour un jeune travailleur </a:t>
            </a:r>
            <a:r>
              <a:rPr lang="fr-FR" sz="4000" b="1" dirty="0">
                <a:cs typeface="Times New Roman" pitchFamily="18" charset="0"/>
              </a:rPr>
              <a:t>de moins de 21 ans</a:t>
            </a:r>
            <a:r>
              <a:rPr lang="fr-FR" sz="4000" dirty="0">
                <a:cs typeface="Times New Roman" pitchFamily="18" charset="0"/>
              </a:rPr>
              <a:t> au moment de la demande d’allocations : </a:t>
            </a:r>
          </a:p>
          <a:p>
            <a:pPr marL="0" indent="0" algn="ctr">
              <a:buSzPct val="80000"/>
              <a:buNone/>
            </a:pPr>
            <a:r>
              <a:rPr lang="fr-FR" sz="3600" b="1" u="sng" dirty="0">
                <a:cs typeface="Times New Roman" pitchFamily="18" charset="0"/>
              </a:rPr>
              <a:t>une condition de diplôme est introduite</a:t>
            </a:r>
            <a:r>
              <a:rPr lang="fr-FR" sz="3600" u="sng" dirty="0">
                <a:cs typeface="Times New Roman" pitchFamily="18" charset="0"/>
              </a:rPr>
              <a:t> </a:t>
            </a:r>
            <a:r>
              <a:rPr lang="fr-FR" sz="3600" dirty="0">
                <a:cs typeface="Times New Roman" pitchFamily="18" charset="0"/>
              </a:rPr>
              <a:t>!</a:t>
            </a:r>
          </a:p>
          <a:p>
            <a:pPr marL="0" indent="0">
              <a:buSzPct val="80000"/>
              <a:buNone/>
            </a:pPr>
            <a:endParaRPr lang="fr-BE" sz="3000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871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 2. Etudes ouvrant le droit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SzPct val="80000"/>
              <a:buNone/>
            </a:pPr>
            <a:r>
              <a:rPr lang="fr-FR" sz="3600" dirty="0">
                <a:cs typeface="Times New Roman" pitchFamily="18" charset="0"/>
              </a:rPr>
              <a:t>Le jeune </a:t>
            </a:r>
            <a:r>
              <a:rPr lang="fr-FR" sz="3600" b="1" dirty="0">
                <a:cs typeface="Times New Roman" pitchFamily="18" charset="0"/>
              </a:rPr>
              <a:t>qui ne remplit pas la condition de diplôme </a:t>
            </a:r>
            <a:r>
              <a:rPr lang="fr-FR" sz="3600" dirty="0">
                <a:cs typeface="Times New Roman" pitchFamily="18" charset="0"/>
              </a:rPr>
              <a:t>et qui a moins de 21 ans, devra accomplir un stage d’insertion professionnelle plus long (jusqu’au jour qui précède le 21</a:t>
            </a:r>
            <a:r>
              <a:rPr lang="fr-FR" sz="3600" baseline="30000" dirty="0">
                <a:cs typeface="Times New Roman" pitchFamily="18" charset="0"/>
              </a:rPr>
              <a:t>ème</a:t>
            </a:r>
            <a:r>
              <a:rPr lang="fr-FR" sz="3600" dirty="0">
                <a:cs typeface="Times New Roman" pitchFamily="18" charset="0"/>
              </a:rPr>
              <a:t> anniversaire)</a:t>
            </a:r>
          </a:p>
          <a:p>
            <a:pPr marL="0" indent="0">
              <a:buSzPct val="80000"/>
              <a:buNone/>
            </a:pPr>
            <a:endParaRPr lang="fr-BE" sz="3000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445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3. Avoir mis fin aux études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r>
              <a:rPr lang="fr-BE" b="1" i="1" u="sng" dirty="0">
                <a:cs typeface="Times New Roman" pitchFamily="18" charset="0"/>
              </a:rPr>
              <a:t>Avoir mis fin aux études signifie :</a:t>
            </a:r>
          </a:p>
          <a:p>
            <a:pPr marL="514350" indent="-514350">
              <a:buNone/>
            </a:pPr>
            <a:endParaRPr lang="fr-BE" sz="1100" dirty="0">
              <a:cs typeface="Times New Roman" pitchFamily="18" charset="0"/>
            </a:endParaRPr>
          </a:p>
          <a:p>
            <a:pPr marL="514350" indent="-514350"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Avoir mis un terme à toutes les activités imposées par un programme d’études (y compris les études de plein exercice), d’apprentissage ou de formation;</a:t>
            </a:r>
          </a:p>
          <a:p>
            <a:pPr marL="514350" indent="-514350">
              <a:buNone/>
            </a:pPr>
            <a:r>
              <a:rPr lang="fr-BE" sz="3000" dirty="0">
                <a:cs typeface="Times New Roman" pitchFamily="18" charset="0"/>
                <a:sym typeface="Wingdings" pitchFamily="2" charset="2"/>
              </a:rPr>
              <a:t>	 Il </a:t>
            </a:r>
            <a:r>
              <a:rPr lang="fr-BE" sz="3000" dirty="0">
                <a:cs typeface="Times New Roman" pitchFamily="18" charset="0"/>
              </a:rPr>
              <a:t>n’y a plus aucune activité en relation avec les études, la formation ou l’apprentissage.</a:t>
            </a:r>
          </a:p>
          <a:p>
            <a:pPr marL="514350" indent="-514350">
              <a:buNone/>
            </a:pPr>
            <a:endParaRPr lang="fr-BE" sz="1100" dirty="0"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19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3. Avoir mis fin aux études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SzPct val="80000"/>
              <a:buNone/>
            </a:pPr>
            <a:r>
              <a:rPr lang="fr-BE" sz="3000" b="1" i="1" u="sng" dirty="0">
                <a:cs typeface="Times New Roman" pitchFamily="18" charset="0"/>
              </a:rPr>
              <a:t>Concrètement :</a:t>
            </a:r>
          </a:p>
          <a:p>
            <a:pPr marL="514350" indent="-514350">
              <a:buSzPct val="80000"/>
              <a:buFont typeface="Wingdings" pitchFamily="2" charset="2"/>
              <a:buChar char="§"/>
            </a:pPr>
            <a:endParaRPr lang="fr-BE" sz="800" dirty="0"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  <a:sym typeface="Wingdings" pitchFamily="2" charset="2"/>
              </a:rPr>
              <a:t>La date de fin des études est par défaut le 30/06 ;</a:t>
            </a:r>
            <a:endParaRPr lang="fr-BE" sz="3000" dirty="0"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  <a:sym typeface="Wingdings" pitchFamily="2" charset="2"/>
              </a:rPr>
              <a:t>En cas </a:t>
            </a:r>
            <a:r>
              <a:rPr lang="fr-BE" sz="3000" dirty="0">
                <a:cs typeface="Times New Roman" pitchFamily="18" charset="0"/>
              </a:rPr>
              <a:t>d’examen(s) de passage, le dernier jour des études est la date du dernier examen (s’il décide de le passer) ;</a:t>
            </a:r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3000" dirty="0">
                <a:cs typeface="Times New Roman" pitchFamily="18" charset="0"/>
              </a:rPr>
              <a:t>Une reprise des études entraine la perte d’un stage d’insertion ayant déjà débuté, s'il n'était pas terminé</a:t>
            </a:r>
            <a:r>
              <a:rPr lang="fr-BE" sz="2800" dirty="0">
                <a:cs typeface="Times New Roman" pitchFamily="18" charset="0"/>
              </a:rPr>
              <a:t>.</a:t>
            </a: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20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fr-BE" b="1" i="1" dirty="0">
                <a:cs typeface="Times New Roman" pitchFamily="18" charset="0"/>
              </a:rPr>
              <a:t>3. Avoir mis fin aux études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80000"/>
              <a:buFont typeface="Wingdings" pitchFamily="2" charset="2"/>
              <a:buChar char="§"/>
            </a:pPr>
            <a:r>
              <a:rPr lang="fr-BE" noProof="1">
                <a:cs typeface="Times New Roman" pitchFamily="18" charset="0"/>
              </a:rPr>
              <a:t>Lorsque le programme d’études prévoit un </a:t>
            </a:r>
            <a:r>
              <a:rPr lang="fr-BE" b="1" i="1" noProof="1">
                <a:solidFill>
                  <a:srgbClr val="C00000"/>
                </a:solidFill>
                <a:cs typeface="Times New Roman" pitchFamily="18" charset="0"/>
              </a:rPr>
              <a:t>mémoire</a:t>
            </a:r>
            <a:r>
              <a:rPr lang="fr-BE" noProof="1">
                <a:cs typeface="Times New Roman" pitchFamily="18" charset="0"/>
              </a:rPr>
              <a:t>, il est tenu compte de la </a:t>
            </a:r>
            <a:r>
              <a:rPr lang="fr-BE" b="1" i="1" noProof="1">
                <a:solidFill>
                  <a:srgbClr val="C00000"/>
                </a:solidFill>
                <a:cs typeface="Times New Roman" pitchFamily="18" charset="0"/>
              </a:rPr>
              <a:t>date de dépôt du mémoire </a:t>
            </a:r>
            <a:r>
              <a:rPr lang="fr-BE" noProof="1">
                <a:cs typeface="Times New Roman" pitchFamily="18" charset="0"/>
              </a:rPr>
              <a:t>et non de la date de la défense orale.</a:t>
            </a:r>
          </a:p>
          <a:p>
            <a:pPr>
              <a:buSzPct val="80000"/>
              <a:buNone/>
            </a:pPr>
            <a:endParaRPr lang="fr-BE" noProof="1">
              <a:cs typeface="Times New Roman" pitchFamily="18" charset="0"/>
            </a:endParaRPr>
          </a:p>
          <a:p>
            <a:pPr>
              <a:buSzPct val="80000"/>
              <a:buNone/>
            </a:pPr>
            <a:r>
              <a:rPr lang="fr-BE" noProof="1">
                <a:cs typeface="Times New Roman" pitchFamily="18" charset="0"/>
                <a:sym typeface="Wingdings" pitchFamily="2" charset="2"/>
              </a:rPr>
              <a:t>	 Le stage d’insertion professionnelle peut débuter le lendemain de la date de dépot du mémoire (en fonction de la date de l’IDE).</a:t>
            </a:r>
            <a:endParaRPr lang="fr-BE" noProof="1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4. Stage d’insertion professionnelle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BE" dirty="0">
                <a:cs typeface="Times New Roman" pitchFamily="18" charset="0"/>
              </a:rPr>
              <a:t>	Avoir accompli </a:t>
            </a: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après la fin des études</a:t>
            </a:r>
            <a:r>
              <a:rPr lang="fr-BE" dirty="0">
                <a:cs typeface="Times New Roman" pitchFamily="18" charset="0"/>
              </a:rPr>
              <a:t>, ou après l'obtention du diplôme ou du certificat </a:t>
            </a:r>
            <a:r>
              <a:rPr lang="fr-BE" b="1" u="sng" dirty="0">
                <a:cs typeface="Times New Roman" pitchFamily="18" charset="0"/>
              </a:rPr>
              <a:t>et</a:t>
            </a:r>
            <a:r>
              <a:rPr lang="fr-BE" dirty="0">
                <a:cs typeface="Times New Roman" pitchFamily="18" charset="0"/>
              </a:rPr>
              <a:t> </a:t>
            </a: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avant la demande d'allocations, </a:t>
            </a:r>
            <a:r>
              <a:rPr lang="fr-BE" dirty="0">
                <a:cs typeface="Times New Roman" pitchFamily="18" charset="0"/>
              </a:rPr>
              <a:t>un stage d’insertion professionnelle de </a:t>
            </a: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310 jours (R6)</a:t>
            </a: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fr-BE" b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buNone/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	</a:t>
            </a:r>
            <a:r>
              <a:rPr lang="fr-BE" dirty="0">
                <a:cs typeface="Times New Roman" pitchFamily="18" charset="0"/>
              </a:rPr>
              <a:t>Et ce peu importe l’âge au moment de la demande d’allocations.</a:t>
            </a:r>
            <a:r>
              <a:rPr lang="fr-BE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endParaRPr lang="en-US" dirty="0"/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792088"/>
          </a:xfrm>
        </p:spPr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4.1. SIP : quand débute le stage ?</a:t>
            </a:r>
            <a:r>
              <a:rPr lang="fr-BE" dirty="0"/>
              <a:t> </a:t>
            </a:r>
            <a:br>
              <a:rPr lang="fr-BE" dirty="0"/>
            </a:br>
            <a:endParaRPr lang="en-US" sz="1400" b="1" i="1" dirty="0">
              <a:latin typeface="+mn-lt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925144"/>
          </a:xfrm>
        </p:spPr>
        <p:txBody>
          <a:bodyPr>
            <a:noAutofit/>
          </a:bodyPr>
          <a:lstStyle/>
          <a:p>
            <a:pPr>
              <a:buSzPct val="80000"/>
              <a:buFont typeface="Wingdings" pitchFamily="2" charset="2"/>
              <a:buChar char="§"/>
            </a:pPr>
            <a:endParaRPr lang="fr-FR" sz="2400" b="1" i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endParaRPr lang="fr-FR" sz="2400" b="1" i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endParaRPr lang="fr-FR" sz="2400" b="1" i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endParaRPr lang="fr-FR" sz="2400" b="1" i="1" dirty="0">
              <a:solidFill>
                <a:srgbClr val="C00000"/>
              </a:solidFill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endParaRPr lang="fr-FR" sz="2400" b="1" i="1" dirty="0">
              <a:solidFill>
                <a:srgbClr val="C00000"/>
              </a:solidFill>
              <a:cs typeface="Times New Roman" pitchFamily="18" charset="0"/>
            </a:endParaRPr>
          </a:p>
          <a:p>
            <a:pPr marL="0" indent="0">
              <a:buSzPct val="80000"/>
              <a:buNone/>
            </a:pPr>
            <a:endParaRPr lang="fr-FR" sz="2400" b="1" i="1" dirty="0">
              <a:solidFill>
                <a:srgbClr val="C00000"/>
              </a:solidFill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>
              <a:buSzPct val="80000"/>
              <a:buNone/>
            </a:pPr>
            <a:r>
              <a:rPr lang="fr-FR" sz="2400" b="1" i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fr-FR" sz="2400" b="1" i="1" dirty="0">
                <a:solidFill>
                  <a:srgbClr val="C00000"/>
                </a:solidFill>
                <a:cs typeface="Times New Roman" pitchFamily="18" charset="0"/>
              </a:rPr>
              <a:t>Le stage d’insertion professionnelle débute le 01.08 si l’IDE est effectuée entre le 01.07 et le 09.08 inclus.</a:t>
            </a:r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2400" dirty="0">
                <a:cs typeface="Times New Roman" pitchFamily="18" charset="0"/>
              </a:rPr>
              <a:t>Dans ce cas, l’attestation d’inscription initiale du SRE indique la date effective d’inscription et la fin du stage d’insertion professionnelle. La période attestée débute le 01.08.</a:t>
            </a: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23</a:t>
            </a:fld>
            <a:endParaRPr lang="fr-FR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79512" y="1052736"/>
          <a:ext cx="8613046" cy="3096343"/>
        </p:xfrm>
        <a:graphic>
          <a:graphicData uri="http://schemas.openxmlformats.org/drawingml/2006/table">
            <a:tbl>
              <a:tblPr/>
              <a:tblGrid>
                <a:gridCol w="2676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4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1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916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BE" sz="1600" b="1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Fin des études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FR" sz="1600" b="1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Date d’IDE</a:t>
                      </a:r>
                      <a:endParaRPr lang="fr-BE" sz="1600" b="1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FR" sz="1600" b="1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Date de début du SIP</a:t>
                      </a:r>
                      <a:endParaRPr lang="fr-BE" sz="1600" b="1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595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BE" sz="14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Avant le 1</a:t>
                      </a:r>
                      <a:r>
                        <a:rPr lang="fr-BE" sz="1400" baseline="300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er</a:t>
                      </a:r>
                      <a:r>
                        <a:rPr lang="fr-BE" sz="14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juin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FR" sz="14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Avant le 1</a:t>
                      </a:r>
                      <a:r>
                        <a:rPr lang="fr-FR" sz="1400" baseline="300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er</a:t>
                      </a:r>
                      <a:r>
                        <a:rPr lang="fr-FR" sz="14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juin</a:t>
                      </a:r>
                      <a:endParaRPr lang="fr-BE" sz="14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FR" sz="14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Date d’IDE</a:t>
                      </a:r>
                    </a:p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FR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(avec</a:t>
                      </a:r>
                      <a:r>
                        <a:rPr lang="fr-FR" sz="1200" baseline="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une tolérance administrative de 8 jours calendriers avant l’IDE – si ces jours sont situés après la fin des études)</a:t>
                      </a:r>
                      <a:endParaRPr lang="fr-BE" sz="11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916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BE" sz="1600" b="1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Entre le 1</a:t>
                      </a:r>
                      <a:r>
                        <a:rPr lang="fr-BE" sz="1600" b="1" baseline="30000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er</a:t>
                      </a:r>
                      <a:r>
                        <a:rPr lang="fr-BE" sz="1600" b="1" baseline="0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fr-BE" sz="1600" b="1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et le 30 juin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Entre le 1</a:t>
                      </a:r>
                      <a:r>
                        <a:rPr lang="fr-FR" sz="1600" b="1" baseline="30000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er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juin et le 9 août</a:t>
                      </a:r>
                      <a:endParaRPr lang="fr-BE" sz="16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fr-FR" sz="1600" b="1" baseline="30000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er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août</a:t>
                      </a:r>
                      <a:endParaRPr lang="fr-BE" sz="16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916"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BE" sz="1200" b="1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Entre le 1</a:t>
                      </a:r>
                      <a:r>
                        <a:rPr lang="fr-BE" sz="1200" b="1" baseline="300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er</a:t>
                      </a:r>
                      <a:r>
                        <a:rPr lang="fr-BE" sz="1200" b="1" baseline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fr-BE" sz="1200" b="1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et le 30 juin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FR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Après le 9 août</a:t>
                      </a:r>
                      <a:endParaRPr lang="fr-BE" sz="12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Bef>
                          <a:spcPts val="100"/>
                        </a:spcBef>
                        <a:spcAft>
                          <a:spcPts val="200"/>
                        </a:spcAft>
                      </a:pPr>
                      <a:r>
                        <a:rPr lang="fr-FR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8</a:t>
                      </a:r>
                      <a:r>
                        <a:rPr lang="fr-FR" sz="1200" baseline="300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ème</a:t>
                      </a:r>
                      <a:r>
                        <a:rPr lang="fr-FR" sz="12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 jour civil qui précède </a:t>
                      </a:r>
                      <a:r>
                        <a:rPr lang="fr-FR" sz="1600" dirty="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l’IDE</a:t>
                      </a:r>
                      <a:endParaRPr lang="fr-BE" sz="1200" dirty="0">
                        <a:effectLst/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FCAE37-B2F7-4F9D-928E-B76B7CE88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0C52AF3-4850-4731-BC4E-D81B950C3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4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fr-BE" sz="2400" dirty="0">
                <a:latin typeface="Arial" panose="020B0604020202020204" pitchFamily="34" charset="0"/>
                <a:ea typeface="Times New Roman" panose="02020603050405020304" pitchFamily="18" charset="0"/>
              </a:rPr>
              <a:t>Arrêt des études le 04.04.2022 et IDE le 19.04.2022   </a:t>
            </a:r>
          </a:p>
          <a:p>
            <a:endParaRPr lang="fr-BE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BE" sz="2400" dirty="0">
                <a:latin typeface="Arial" panose="020B0604020202020204" pitchFamily="34" charset="0"/>
                <a:ea typeface="Times New Roman" panose="02020603050405020304" pitchFamily="18" charset="0"/>
              </a:rPr>
              <a:t>  Le SIP débute le   ????????</a:t>
            </a:r>
            <a:endParaRPr lang="fr-BE" sz="2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46D67A2-29DA-4A3B-8107-61318657C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508847"/>
            <a:ext cx="5185742" cy="387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3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FCAE37-B2F7-4F9D-928E-B76B7CE88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0C52AF3-4850-4731-BC4E-D81B950C3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15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BE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fr-BE" sz="2400" dirty="0">
                <a:latin typeface="Arial" panose="020B0604020202020204" pitchFamily="34" charset="0"/>
                <a:ea typeface="Times New Roman" panose="02020603050405020304" pitchFamily="18" charset="0"/>
              </a:rPr>
              <a:t>Arrêt des études le 09.09.2022 et IDE le 29.09.2022    </a:t>
            </a:r>
          </a:p>
          <a:p>
            <a:endParaRPr lang="fr-BE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BE" sz="2400" dirty="0">
                <a:latin typeface="Arial" panose="020B0604020202020204" pitchFamily="34" charset="0"/>
                <a:ea typeface="Times New Roman" panose="02020603050405020304" pitchFamily="18" charset="0"/>
              </a:rPr>
              <a:t>  Le SIP débute le     ????????</a:t>
            </a:r>
            <a:endParaRPr lang="fr-BE" sz="2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D153632-B31F-4D65-AAE7-1CB687A74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67" y="404664"/>
            <a:ext cx="5439866" cy="388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0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4.2. Jours pris en considération pour le SIP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>
              <a:buSzPct val="80000"/>
              <a:buFont typeface="Wingdings" pitchFamily="2" charset="2"/>
              <a:buChar char="§"/>
            </a:pPr>
            <a:r>
              <a:rPr lang="fr-BE" sz="2800" dirty="0">
                <a:cs typeface="Times New Roman" pitchFamily="18" charset="0"/>
              </a:rPr>
              <a:t>Les journées de travail au sens de l’AR 37 </a:t>
            </a:r>
            <a:r>
              <a:rPr lang="fr-BE" sz="2000" dirty="0">
                <a:cs typeface="Times New Roman" pitchFamily="18" charset="0"/>
              </a:rPr>
              <a:t>(= travail salarié avec cotisations ONSS secteur chômage) ;</a:t>
            </a:r>
            <a:endParaRPr lang="fr-FR" sz="2800" dirty="0"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FR" sz="2800" dirty="0">
                <a:cs typeface="Times New Roman" pitchFamily="18" charset="0"/>
              </a:rPr>
              <a:t>Les journées effectuées sous contrat étudiant situées après le 31.07 qui suit la fin des études</a:t>
            </a:r>
            <a:r>
              <a:rPr lang="fr-FR" sz="2000" dirty="0">
                <a:cs typeface="Times New Roman" pitchFamily="18" charset="0"/>
              </a:rPr>
              <a:t> (les journées d’occupation sous contrat étudiant pendant les mois d’août et septembre qui précédent l’IDE, </a:t>
            </a:r>
            <a:r>
              <a:rPr lang="fr-FR" sz="2000" u="sng" dirty="0">
                <a:cs typeface="Times New Roman" pitchFamily="18" charset="0"/>
              </a:rPr>
              <a:t>sont prises en considération</a:t>
            </a:r>
            <a:r>
              <a:rPr lang="fr-FR" sz="2000" dirty="0">
                <a:cs typeface="Times New Roman" pitchFamily="18" charset="0"/>
              </a:rPr>
              <a:t>)</a:t>
            </a:r>
            <a:r>
              <a:rPr lang="fr-FR" sz="2800" dirty="0">
                <a:cs typeface="Times New Roman" pitchFamily="18" charset="0"/>
              </a:rPr>
              <a:t> ;</a:t>
            </a:r>
          </a:p>
          <a:p>
            <a:pPr>
              <a:buSzPct val="80000"/>
              <a:buFont typeface="Wingdings" pitchFamily="2" charset="2"/>
              <a:buChar char="§"/>
            </a:pPr>
            <a:r>
              <a:rPr lang="fr-FR" sz="2800" dirty="0">
                <a:cs typeface="Times New Roman" pitchFamily="18" charset="0"/>
              </a:rPr>
              <a:t>Les journées IDE </a:t>
            </a:r>
            <a:r>
              <a:rPr lang="fr-FR" sz="2000" dirty="0">
                <a:cs typeface="Times New Roman" pitchFamily="18" charset="0"/>
              </a:rPr>
              <a:t>(tous les jours sauf les dimanches) </a:t>
            </a:r>
            <a:r>
              <a:rPr lang="fr-FR" sz="2800" dirty="0">
                <a:cs typeface="Times New Roman" pitchFamily="18" charset="0"/>
              </a:rPr>
              <a:t>pour lesquelles le jeune participe à un projet d’insertion individuel qui lui est </a:t>
            </a:r>
            <a:r>
              <a:rPr lang="fr-FR" sz="2800" i="1" dirty="0">
                <a:cs typeface="Times New Roman" pitchFamily="18" charset="0"/>
              </a:rPr>
              <a:t>proposé</a:t>
            </a:r>
            <a:r>
              <a:rPr lang="fr-FR" sz="2800" dirty="0">
                <a:cs typeface="Times New Roman" pitchFamily="18" charset="0"/>
              </a:rPr>
              <a:t> par Service Régionale de l’Emploi ;</a:t>
            </a:r>
          </a:p>
          <a:p>
            <a:pPr>
              <a:buSzPct val="80000"/>
              <a:buFont typeface="Wingdings" pitchFamily="2" charset="2"/>
              <a:buChar char="§"/>
            </a:pPr>
            <a:endParaRPr lang="fr-FR" sz="2800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4.2. Jours pris en considération pour le SIP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600200"/>
            <a:ext cx="8712968" cy="4525963"/>
          </a:xfrm>
        </p:spPr>
        <p:txBody>
          <a:bodyPr>
            <a:normAutofit/>
          </a:bodyPr>
          <a:lstStyle/>
          <a:p>
            <a:pPr>
              <a:buSzPct val="80000"/>
              <a:buFont typeface="Wingdings" pitchFamily="2" charset="2"/>
              <a:buChar char="§"/>
            </a:pPr>
            <a:r>
              <a:rPr lang="fr-FR" sz="2800" dirty="0">
                <a:cs typeface="Times New Roman" pitchFamily="18" charset="0"/>
              </a:rPr>
              <a:t>Les journées </a:t>
            </a:r>
            <a:r>
              <a:rPr lang="fr-FR" sz="2000" dirty="0">
                <a:cs typeface="Times New Roman" pitchFamily="18" charset="0"/>
              </a:rPr>
              <a:t>(excepté les dimanches) </a:t>
            </a:r>
            <a:r>
              <a:rPr lang="fr-FR" sz="2800" dirty="0">
                <a:cs typeface="Times New Roman" pitchFamily="18" charset="0"/>
              </a:rPr>
              <a:t>pour lesquelles le jeune est installé comme indépendant à titre principal ;</a:t>
            </a:r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2800" dirty="0">
                <a:cs typeface="Times New Roman" pitchFamily="18" charset="0"/>
              </a:rPr>
              <a:t>Les journées de cohabitation à l’étranger avec un Belge occupé dans le cadre du stationnement des Forces armées ;</a:t>
            </a:r>
            <a:endParaRPr lang="fr-FR" sz="2800" dirty="0"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FR" sz="2800" dirty="0">
                <a:cs typeface="Times New Roman" pitchFamily="18" charset="0"/>
              </a:rPr>
              <a:t>Les journées de stage à l’étranger si :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FR" sz="2400" dirty="0">
                <a:cs typeface="Times New Roman" pitchFamily="18" charset="0"/>
              </a:rPr>
              <a:t>Le stage permet d’accroitre les possibilités d’insertion sur le marché de l’emploi, ET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FR" sz="2400" dirty="0">
                <a:cs typeface="Times New Roman" pitchFamily="18" charset="0"/>
              </a:rPr>
              <a:t>Le stage est autorisé par l’ONEm (demande préalable via C36.5) ;</a:t>
            </a:r>
          </a:p>
          <a:p>
            <a:pPr>
              <a:buSzPct val="80000"/>
              <a:buFont typeface="Wingdings" pitchFamily="2" charset="2"/>
              <a:buChar char="§"/>
            </a:pPr>
            <a:endParaRPr lang="fr-FR" sz="2800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27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4.2. Jours pris en considération pour le SIP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8640960" cy="4525963"/>
          </a:xfrm>
        </p:spPr>
        <p:txBody>
          <a:bodyPr>
            <a:normAutofit/>
          </a:bodyPr>
          <a:lstStyle/>
          <a:p>
            <a:pPr>
              <a:buSzPct val="80000"/>
              <a:buNone/>
            </a:pPr>
            <a:endParaRPr lang="fr-BE" sz="2800" dirty="0">
              <a:cs typeface="Times New Roman" pitchFamily="18" charset="0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FR" sz="2800" dirty="0">
                <a:cs typeface="Times New Roman" pitchFamily="18" charset="0"/>
              </a:rPr>
              <a:t>Les journées avec appui préalable à un prêt lancement ;</a:t>
            </a:r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2800" dirty="0">
                <a:cs typeface="Times New Roman" pitchFamily="18" charset="0"/>
              </a:rPr>
              <a:t>La période de repos de maternité </a:t>
            </a:r>
            <a:r>
              <a:rPr lang="fr-BE" sz="2000" dirty="0">
                <a:cs typeface="Times New Roman" pitchFamily="18" charset="0"/>
              </a:rPr>
              <a:t>(du 7</a:t>
            </a:r>
            <a:r>
              <a:rPr lang="fr-BE" sz="2000" baseline="30000" dirty="0">
                <a:cs typeface="Times New Roman" pitchFamily="18" charset="0"/>
              </a:rPr>
              <a:t>ème</a:t>
            </a:r>
            <a:r>
              <a:rPr lang="fr-BE" sz="2000" dirty="0">
                <a:cs typeface="Times New Roman" pitchFamily="18" charset="0"/>
              </a:rPr>
              <a:t> jour avant la date présumée de l’accouchement jusque la fin de la 9</a:t>
            </a:r>
            <a:r>
              <a:rPr lang="fr-BE" sz="2000" baseline="30000" dirty="0">
                <a:cs typeface="Times New Roman" pitchFamily="18" charset="0"/>
              </a:rPr>
              <a:t>ème</a:t>
            </a:r>
            <a:r>
              <a:rPr lang="fr-BE" sz="2000" dirty="0">
                <a:cs typeface="Times New Roman" pitchFamily="18" charset="0"/>
              </a:rPr>
              <a:t> semaine après la date réelle de l’accouchement) ;</a:t>
            </a:r>
          </a:p>
          <a:p>
            <a:pPr>
              <a:buSzPct val="80000"/>
              <a:buFont typeface="Wingdings" pitchFamily="2" charset="2"/>
              <a:buChar char="§"/>
            </a:pPr>
            <a:r>
              <a:rPr lang="fr-BE" sz="2800" dirty="0">
                <a:cs typeface="Times New Roman" pitchFamily="18" charset="0"/>
              </a:rPr>
              <a:t>Les journées </a:t>
            </a:r>
            <a:r>
              <a:rPr lang="fr-BE" sz="2000" dirty="0">
                <a:cs typeface="Times New Roman" pitchFamily="18" charset="0"/>
              </a:rPr>
              <a:t>(excepté les dimanches) </a:t>
            </a:r>
            <a:r>
              <a:rPr lang="fr-BE" sz="2800" dirty="0">
                <a:cs typeface="Times New Roman" pitchFamily="18" charset="0"/>
              </a:rPr>
              <a:t>d’EVMI </a:t>
            </a:r>
            <a:r>
              <a:rPr lang="fr-BE" sz="2000" dirty="0">
                <a:cs typeface="Times New Roman" pitchFamily="18" charset="0"/>
              </a:rPr>
              <a:t>(engagement volontaire militaire) ;</a:t>
            </a:r>
            <a:endParaRPr lang="fr-BE" sz="2800" dirty="0">
              <a:cs typeface="Times New Roman" pitchFamily="18" charset="0"/>
            </a:endParaRPr>
          </a:p>
          <a:p>
            <a:pPr marL="0" indent="0">
              <a:buSzPct val="80000"/>
              <a:buNone/>
            </a:pPr>
            <a:endParaRPr lang="fr-FR" sz="2800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28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4.3 SIP particularité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300" dirty="0">
                <a:cs typeface="Times New Roman" pitchFamily="18" charset="0"/>
              </a:rPr>
              <a:t>Si la DA est effectuée sur base</a:t>
            </a:r>
            <a:r>
              <a:rPr lang="fr-BE" sz="3300" b="1" i="1" dirty="0">
                <a:solidFill>
                  <a:srgbClr val="C00000"/>
                </a:solidFill>
                <a:cs typeface="Times New Roman" pitchFamily="18" charset="0"/>
              </a:rPr>
              <a:t> d’une formation en alternance :</a:t>
            </a:r>
          </a:p>
          <a:p>
            <a:r>
              <a:rPr lang="fr-FR" dirty="0"/>
              <a:t>Le jeune bénéficie d'une réduction du stage d'insertion professionnelle.</a:t>
            </a:r>
            <a:endParaRPr lang="fr-BE" dirty="0"/>
          </a:p>
          <a:p>
            <a:r>
              <a:rPr lang="fr-FR" dirty="0"/>
              <a:t>La durée de la réduction varie selon que la formation s’est ou ne s’est pas terminée avec succès. </a:t>
            </a:r>
            <a:endParaRPr lang="fr-BE" dirty="0"/>
          </a:p>
          <a:p>
            <a:pPr marL="457200" lvl="1" indent="0">
              <a:buNone/>
            </a:pPr>
            <a:endParaRPr lang="fr-BE" sz="2900" dirty="0"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fr-BE" dirty="0"/>
          </a:p>
          <a:p>
            <a:pPr lvl="1">
              <a:buFont typeface="Wingdings" panose="05000000000000000000" pitchFamily="2" charset="2"/>
              <a:buChar char="§"/>
            </a:pPr>
            <a:endParaRPr lang="fr-BE" sz="29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3241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4.3 SIP particularité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fr-BE" sz="3300" b="1" i="1" dirty="0">
              <a:solidFill>
                <a:srgbClr val="C00000"/>
              </a:solidFill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fr-BE" sz="3300" b="1" i="1" dirty="0">
                <a:cs typeface="Times New Roman" pitchFamily="18" charset="0"/>
              </a:rPr>
              <a:t>Formation</a:t>
            </a:r>
            <a:r>
              <a:rPr lang="fr-BE" sz="2900" dirty="0">
                <a:cs typeface="Times New Roman" pitchFamily="18" charset="0"/>
              </a:rPr>
              <a:t> terminée </a:t>
            </a:r>
            <a:r>
              <a:rPr lang="fr-BE" b="1" u="sng" dirty="0">
                <a:cs typeface="Times New Roman" pitchFamily="18" charset="0"/>
              </a:rPr>
              <a:t>dans son entièreté  </a:t>
            </a:r>
          </a:p>
          <a:p>
            <a:pPr marL="457200" lvl="1" indent="0">
              <a:buNone/>
            </a:pPr>
            <a:r>
              <a:rPr lang="fr-BE" sz="2900" b="1" u="sng" dirty="0">
                <a:solidFill>
                  <a:srgbClr val="FF0000"/>
                </a:solidFill>
                <a:cs typeface="Times New Roman" pitchFamily="18" charset="0"/>
              </a:rPr>
              <a:t>avec succès</a:t>
            </a:r>
            <a:r>
              <a:rPr lang="fr-BE" sz="2900" dirty="0">
                <a:cs typeface="Times New Roman" pitchFamily="18" charset="0"/>
              </a:rPr>
              <a:t> :</a:t>
            </a:r>
          </a:p>
          <a:p>
            <a:pPr marL="457200" lvl="1" indent="0">
              <a:buNone/>
            </a:pPr>
            <a:endParaRPr lang="fr-BE" sz="2900" dirty="0"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fr-BE" sz="2900" dirty="0">
                <a:cs typeface="Times New Roman" pitchFamily="18" charset="0"/>
                <a:sym typeface="Wingdings" panose="05000000000000000000" pitchFamily="2" charset="2"/>
              </a:rPr>
              <a:t> </a:t>
            </a:r>
            <a:r>
              <a:rPr lang="fr-BE" sz="2900" dirty="0">
                <a:cs typeface="Times New Roman" pitchFamily="18" charset="0"/>
              </a:rPr>
              <a:t>le nombre de 310 jours de SIP est diminué du nombre de jours (R6) de la période couverte par le(s) contrat(s) d’apprentissage.</a:t>
            </a:r>
          </a:p>
          <a:p>
            <a:pPr marL="457200" lvl="1" indent="0">
              <a:buNone/>
            </a:pPr>
            <a:endParaRPr lang="fr-BE" sz="2900" dirty="0"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fr-BE" dirty="0"/>
          </a:p>
          <a:p>
            <a:pPr lvl="1">
              <a:buFont typeface="Wingdings" panose="05000000000000000000" pitchFamily="2" charset="2"/>
              <a:buChar char="§"/>
            </a:pPr>
            <a:endParaRPr lang="fr-BE" sz="29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627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2146948" y="2577130"/>
            <a:ext cx="1776978" cy="1296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Contrat d’apprentissage</a:t>
            </a:r>
          </a:p>
          <a:p>
            <a:pPr algn="ctr"/>
            <a:endParaRPr lang="fr-BE" sz="900" b="1" i="1" dirty="0">
              <a:solidFill>
                <a:prstClr val="black"/>
              </a:solidFill>
            </a:endParaRP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27216"/>
            <a:ext cx="7772400" cy="1610484"/>
          </a:xfrm>
        </p:spPr>
        <p:txBody>
          <a:bodyPr>
            <a:noAutofit/>
          </a:bodyPr>
          <a:lstStyle/>
          <a:p>
            <a:r>
              <a:rPr lang="fr-BE" sz="4000" b="1" i="1" dirty="0">
                <a:cs typeface="Times New Roman" pitchFamily="18" charset="0"/>
              </a:rPr>
              <a:t>Formation en alternance terminée avec succès.</a:t>
            </a:r>
            <a:endParaRPr lang="fr-BE" sz="4000" b="1" i="1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8824F33-7130-4EDD-8436-85021001A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112" y="3886200"/>
            <a:ext cx="8221776" cy="2433952"/>
          </a:xfrm>
        </p:spPr>
        <p:txBody>
          <a:bodyPr>
            <a:normAutofit/>
          </a:bodyPr>
          <a:lstStyle/>
          <a:p>
            <a:pPr algn="l"/>
            <a:endParaRPr lang="fr-BE" sz="1800" b="1" dirty="0">
              <a:solidFill>
                <a:schemeClr val="tx1"/>
              </a:solidFill>
            </a:endParaRPr>
          </a:p>
          <a:p>
            <a:pPr algn="l"/>
            <a:r>
              <a:rPr lang="fr-BE" sz="1800" dirty="0">
                <a:solidFill>
                  <a:schemeClr val="tx1"/>
                </a:solidFill>
              </a:rPr>
              <a:t>Formation en alternance du 01.09.2019 au 30.06.2022. </a:t>
            </a:r>
          </a:p>
          <a:p>
            <a:pPr algn="l"/>
            <a:r>
              <a:rPr lang="fr-BE" sz="1800" dirty="0">
                <a:solidFill>
                  <a:schemeClr val="tx1"/>
                </a:solidFill>
              </a:rPr>
              <a:t>Contrat d’apprentissage du 01.09.2021 au 30.6.2022. Il a réussi sa formation.   </a:t>
            </a:r>
          </a:p>
          <a:p>
            <a:pPr algn="l"/>
            <a:r>
              <a:rPr lang="fr-BE" sz="2000" dirty="0">
                <a:solidFill>
                  <a:schemeClr val="tx1"/>
                </a:solidFill>
              </a:rPr>
              <a:t>SIP de ????</a:t>
            </a:r>
            <a:endParaRPr lang="fr-BE" sz="1800" dirty="0">
              <a:solidFill>
                <a:schemeClr val="tx1"/>
              </a:solidFill>
            </a:endParaRPr>
          </a:p>
          <a:p>
            <a:pPr algn="l"/>
            <a:endParaRPr lang="fr-BE" sz="18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3923926" y="3223906"/>
            <a:ext cx="4248472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SIP théorique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310 jours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07989" y="3240036"/>
            <a:ext cx="351593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Formation en alternance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réussie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6378578" y="3232619"/>
            <a:ext cx="1788061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Réduction du SIP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Suite réussite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002578" y="3240036"/>
            <a:ext cx="237600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SIP réel </a:t>
            </a: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cxnSp>
        <p:nvCxnSpPr>
          <p:cNvPr id="29" name="Connecteur droit avec flèche 28"/>
          <p:cNvCxnSpPr/>
          <p:nvPr/>
        </p:nvCxnSpPr>
        <p:spPr>
          <a:xfrm flipV="1">
            <a:off x="461112" y="3875964"/>
            <a:ext cx="8396285" cy="304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35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 build="p"/>
      <p:bldP spid="6" grpId="0" animBg="1"/>
      <p:bldP spid="9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2146948" y="2577130"/>
            <a:ext cx="1776978" cy="1296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Contrat d’apprentissage</a:t>
            </a:r>
          </a:p>
          <a:p>
            <a:pPr algn="ctr"/>
            <a:endParaRPr lang="fr-BE" sz="900" b="1" i="1" dirty="0">
              <a:solidFill>
                <a:prstClr val="black"/>
              </a:solidFill>
            </a:endParaRP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829108"/>
          </a:xfrm>
        </p:spPr>
        <p:txBody>
          <a:bodyPr>
            <a:noAutofit/>
          </a:bodyPr>
          <a:lstStyle/>
          <a:p>
            <a:r>
              <a:rPr lang="fr-BE" sz="4000" b="1" i="1" dirty="0">
                <a:cs typeface="Times New Roman" pitchFamily="18" charset="0"/>
              </a:rPr>
              <a:t>Formation en alternance terminée avec succès.</a:t>
            </a:r>
            <a:endParaRPr lang="fr-BE" sz="4000" b="1" i="1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95CCA171-3407-46FD-A461-B42C3E8A3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112" y="3886200"/>
            <a:ext cx="8221776" cy="2433952"/>
          </a:xfrm>
        </p:spPr>
        <p:txBody>
          <a:bodyPr>
            <a:normAutofit/>
          </a:bodyPr>
          <a:lstStyle/>
          <a:p>
            <a:pPr algn="l"/>
            <a:endParaRPr lang="fr-BE" sz="2800" i="1" dirty="0">
              <a:solidFill>
                <a:schemeClr val="tx1"/>
              </a:solidFill>
            </a:endParaRPr>
          </a:p>
          <a:p>
            <a:pPr algn="l"/>
            <a:r>
              <a:rPr lang="fr-BE" sz="2800" i="1" dirty="0">
                <a:solidFill>
                  <a:schemeClr val="tx1"/>
                </a:solidFill>
              </a:rPr>
              <a:t>Formation en alternance du 01.09.2019 au 30.06.2022. </a:t>
            </a:r>
          </a:p>
          <a:p>
            <a:pPr algn="l"/>
            <a:r>
              <a:rPr lang="fr-BE" sz="2800" i="1" dirty="0">
                <a:solidFill>
                  <a:schemeClr val="tx1"/>
                </a:solidFill>
              </a:rPr>
              <a:t>Un contrat d’apprentissage court du 4.1.2021 au 25.6.2021 et 2</a:t>
            </a:r>
            <a:r>
              <a:rPr lang="fr-BE" sz="2800" i="1" baseline="30000" dirty="0">
                <a:solidFill>
                  <a:schemeClr val="tx1"/>
                </a:solidFill>
              </a:rPr>
              <a:t>ème</a:t>
            </a:r>
            <a:r>
              <a:rPr lang="fr-BE" sz="2800" i="1" dirty="0">
                <a:solidFill>
                  <a:schemeClr val="tx1"/>
                </a:solidFill>
              </a:rPr>
              <a:t> du 1.11.2021 au 24.6.2022.</a:t>
            </a:r>
            <a:br>
              <a:rPr lang="fr-BE" sz="2800" i="1" dirty="0">
                <a:solidFill>
                  <a:schemeClr val="tx1"/>
                </a:solidFill>
              </a:rPr>
            </a:br>
            <a:r>
              <a:rPr lang="fr-BE" sz="2800" i="1" dirty="0">
                <a:solidFill>
                  <a:schemeClr val="tx1"/>
                </a:solidFill>
              </a:rPr>
              <a:t>SIP =  ???</a:t>
            </a:r>
            <a:endParaRPr lang="fr-BE" sz="1800" dirty="0">
              <a:solidFill>
                <a:schemeClr val="tx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3923926" y="3223906"/>
            <a:ext cx="4248472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SIP théorique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310 jours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07989" y="3240036"/>
            <a:ext cx="351593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Formation en alternance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réussie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6378578" y="3232619"/>
            <a:ext cx="1788061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Réduction du SIP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Suite réussite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002578" y="3240036"/>
            <a:ext cx="237600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SIP réel </a:t>
            </a: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cxnSp>
        <p:nvCxnSpPr>
          <p:cNvPr id="29" name="Connecteur droit avec flèche 28"/>
          <p:cNvCxnSpPr/>
          <p:nvPr/>
        </p:nvCxnSpPr>
        <p:spPr>
          <a:xfrm flipV="1">
            <a:off x="461112" y="3875964"/>
            <a:ext cx="8396285" cy="304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66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 build="p"/>
      <p:bldP spid="6" grpId="0" animBg="1"/>
      <p:bldP spid="9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cs typeface="Times New Roman" pitchFamily="18" charset="0"/>
              </a:rPr>
              <a:t>4.3 SIP particularité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fr-BE" sz="2900" dirty="0">
                <a:cs typeface="Times New Roman" pitchFamily="18" charset="0"/>
              </a:rPr>
              <a:t>Formation terminée </a:t>
            </a:r>
            <a:r>
              <a:rPr lang="fr-BE" sz="2900" u="sng" dirty="0">
                <a:cs typeface="Times New Roman" pitchFamily="18" charset="0"/>
              </a:rPr>
              <a:t>dans son entièreté </a:t>
            </a:r>
          </a:p>
          <a:p>
            <a:pPr marL="457200" lvl="1" indent="0">
              <a:buNone/>
            </a:pPr>
            <a:r>
              <a:rPr lang="fr-BE" sz="3200" b="1" u="sng" dirty="0">
                <a:solidFill>
                  <a:srgbClr val="FF0000"/>
                </a:solidFill>
                <a:cs typeface="Times New Roman" pitchFamily="18" charset="0"/>
              </a:rPr>
              <a:t>sans réussite</a:t>
            </a:r>
            <a:r>
              <a:rPr lang="fr-BE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fr-BE" sz="2900" dirty="0">
                <a:cs typeface="Times New Roman" pitchFamily="18" charset="0"/>
              </a:rPr>
              <a:t>:</a:t>
            </a:r>
          </a:p>
          <a:p>
            <a:pPr marL="457200" lvl="1" indent="0">
              <a:buNone/>
            </a:pPr>
            <a:endParaRPr lang="fr-BE" sz="2900" dirty="0"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è"/>
            </a:pPr>
            <a:r>
              <a:rPr lang="fr-BE" sz="2900" dirty="0">
                <a:cs typeface="Times New Roman" pitchFamily="18" charset="0"/>
              </a:rPr>
              <a:t>le nombre de 310 jours de SIP est diminué d’un nombre de jours équivalent à la moitié du nombre de jours (R6) compris dans la période couverte par le(s) contrat(s) d’apprentissage </a:t>
            </a:r>
          </a:p>
          <a:p>
            <a:pPr marL="457200" lvl="1" indent="0">
              <a:buNone/>
            </a:pPr>
            <a:r>
              <a:rPr lang="fr-BE" sz="2900" i="1" dirty="0">
                <a:cs typeface="Times New Roman" pitchFamily="18" charset="0"/>
              </a:rPr>
              <a:t>(sans que le SIP ne puisse toutefois comporter moins de 155 jours).</a:t>
            </a:r>
          </a:p>
          <a:p>
            <a:pPr marL="457200" lvl="1" indent="0">
              <a:buNone/>
            </a:pPr>
            <a:endParaRPr lang="fr-BE" sz="2900" dirty="0"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fr-BE" dirty="0"/>
          </a:p>
          <a:p>
            <a:pPr lvl="1">
              <a:buFont typeface="Wingdings" panose="05000000000000000000" pitchFamily="2" charset="2"/>
              <a:buChar char="§"/>
            </a:pPr>
            <a:endParaRPr lang="fr-BE" sz="2900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108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1619672" y="2577130"/>
            <a:ext cx="2304254" cy="133882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Contrat d’apprentissage</a:t>
            </a:r>
          </a:p>
          <a:p>
            <a:pPr algn="ctr"/>
            <a:endParaRPr lang="fr-BE" sz="900" b="1" i="1" dirty="0">
              <a:solidFill>
                <a:prstClr val="black"/>
              </a:solidFill>
            </a:endParaRP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BE" sz="4000" b="1" i="1" dirty="0">
                <a:cs typeface="Times New Roman" pitchFamily="18" charset="0"/>
              </a:rPr>
              <a:t>Formation en alternance terminée sans succès.</a:t>
            </a:r>
            <a:endParaRPr lang="fr-BE" sz="4000" b="1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820334-D40D-48A6-BF66-E94B2A9AA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07543"/>
            <a:ext cx="8229600" cy="2018620"/>
          </a:xfrm>
        </p:spPr>
        <p:txBody>
          <a:bodyPr>
            <a:normAutofit lnSpcReduction="10000"/>
          </a:bodyPr>
          <a:lstStyle/>
          <a:p>
            <a:r>
              <a:rPr lang="fr-BE" i="1" dirty="0"/>
              <a:t>Formation en alternance du 01.09.2019 au 30.06.2022. Pendant celle-ci, contrat d’apprentissage du 01.09.2021 au 30.06.2022</a:t>
            </a:r>
          </a:p>
          <a:p>
            <a:r>
              <a:rPr lang="fr-BE" i="1" dirty="0"/>
              <a:t>SIP de ???</a:t>
            </a:r>
            <a:endParaRPr lang="fr-BE" sz="18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34</a:t>
            </a:fld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3923926" y="3209565"/>
            <a:ext cx="4248000" cy="6480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SIP théorique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310 jours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07989" y="3240036"/>
            <a:ext cx="351593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Formation en alternance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NOK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580112" y="3209565"/>
            <a:ext cx="2586346" cy="684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1400" b="1" i="1" dirty="0">
                <a:solidFill>
                  <a:prstClr val="black"/>
                </a:solidFill>
              </a:rPr>
              <a:t>Réduction du SIP</a:t>
            </a:r>
          </a:p>
          <a:p>
            <a:pPr algn="ctr"/>
            <a:r>
              <a:rPr lang="fr-BE" sz="1400" b="1" i="1" dirty="0">
                <a:solidFill>
                  <a:prstClr val="black"/>
                </a:solidFill>
              </a:rPr>
              <a:t>½ du contrat d’apprentissage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923926" y="3223693"/>
            <a:ext cx="2187592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u="sng" dirty="0">
                <a:solidFill>
                  <a:prstClr val="black"/>
                </a:solidFill>
              </a:rPr>
              <a:t>MAIS</a:t>
            </a:r>
            <a:r>
              <a:rPr lang="fr-BE" b="1" i="1" dirty="0">
                <a:solidFill>
                  <a:prstClr val="black"/>
                </a:solidFill>
              </a:rPr>
              <a:t> SIP réel 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≥ 155 jours 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923926" y="3209565"/>
            <a:ext cx="1658936" cy="6840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461112" y="3875964"/>
            <a:ext cx="8396285" cy="304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96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build="p"/>
      <p:bldP spid="6" grpId="0" animBg="1"/>
      <p:bldP spid="6" grpId="1" animBg="1"/>
      <p:bldP spid="9" grpId="0" animBg="1"/>
      <p:bldP spid="24" grpId="0" animBg="1"/>
      <p:bldP spid="24" grpId="1" animBg="1"/>
      <p:bldP spid="25" grpId="0" animBg="1"/>
      <p:bldP spid="13" grpId="0" animBg="1"/>
      <p:bldP spid="13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1619672" y="2577130"/>
            <a:ext cx="2304254" cy="133882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Contrat d’apprentissage</a:t>
            </a:r>
          </a:p>
          <a:p>
            <a:pPr algn="ctr"/>
            <a:endParaRPr lang="fr-BE" sz="900" b="1" i="1" dirty="0">
              <a:solidFill>
                <a:prstClr val="black"/>
              </a:solidFill>
            </a:endParaRP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66997"/>
            <a:ext cx="7772400" cy="1338828"/>
          </a:xfrm>
        </p:spPr>
        <p:txBody>
          <a:bodyPr>
            <a:noAutofit/>
          </a:bodyPr>
          <a:lstStyle/>
          <a:p>
            <a:r>
              <a:rPr lang="fr-BE" sz="4000" b="1" i="1" dirty="0">
                <a:cs typeface="Times New Roman" pitchFamily="18" charset="0"/>
              </a:rPr>
              <a:t>Formation en alternance terminée sans succès.</a:t>
            </a:r>
            <a:endParaRPr lang="fr-BE" sz="4000" b="1" i="1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6882366E-9085-4A60-8BD6-A2F10AB46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112" y="3968132"/>
            <a:ext cx="8396284" cy="2375347"/>
          </a:xfrm>
        </p:spPr>
        <p:txBody>
          <a:bodyPr>
            <a:normAutofit/>
          </a:bodyPr>
          <a:lstStyle/>
          <a:p>
            <a:pPr algn="l"/>
            <a:r>
              <a:rPr lang="fr-BE" sz="2600" i="1" dirty="0">
                <a:solidFill>
                  <a:schemeClr val="tx1"/>
                </a:solidFill>
              </a:rPr>
              <a:t>Formation en alternance du 01.09.2019 au 30.06.2022. </a:t>
            </a:r>
          </a:p>
          <a:p>
            <a:pPr algn="l"/>
            <a:r>
              <a:rPr lang="fr-BE" sz="2600" i="1" dirty="0">
                <a:solidFill>
                  <a:schemeClr val="tx1"/>
                </a:solidFill>
              </a:rPr>
              <a:t>Un contrat d’apprentissage court du 4.1.2021 au 25.6.2022 et du 01.11.2021 au 24.06.2022.</a:t>
            </a:r>
            <a:endParaRPr lang="fr-BE" sz="2600" dirty="0">
              <a:solidFill>
                <a:schemeClr val="tx1"/>
              </a:solidFill>
            </a:endParaRPr>
          </a:p>
          <a:p>
            <a:pPr algn="l"/>
            <a:r>
              <a:rPr lang="fr-BE" sz="2600" i="1" dirty="0">
                <a:solidFill>
                  <a:schemeClr val="tx1"/>
                </a:solidFill>
              </a:rPr>
              <a:t>SIP de ???</a:t>
            </a:r>
            <a:endParaRPr lang="fr-BE" sz="2600" dirty="0">
              <a:solidFill>
                <a:schemeClr val="tx1"/>
              </a:solidFill>
            </a:endParaRPr>
          </a:p>
          <a:p>
            <a:pPr algn="l"/>
            <a:endParaRPr lang="fr-BE" sz="1800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35</a:t>
            </a:fld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3923926" y="3209565"/>
            <a:ext cx="4248000" cy="6480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SIP théorique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310 jours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07989" y="3240036"/>
            <a:ext cx="351593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Formation en alternance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NOK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5580112" y="3209565"/>
            <a:ext cx="2586346" cy="684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1400" b="1" i="1" dirty="0">
                <a:solidFill>
                  <a:prstClr val="black"/>
                </a:solidFill>
              </a:rPr>
              <a:t>Réduction du SIP</a:t>
            </a:r>
          </a:p>
          <a:p>
            <a:pPr algn="ctr"/>
            <a:r>
              <a:rPr lang="fr-BE" sz="1400" b="1" i="1" dirty="0">
                <a:solidFill>
                  <a:prstClr val="black"/>
                </a:solidFill>
              </a:rPr>
              <a:t>½ du contrat d’apprentissage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3923926" y="3223693"/>
            <a:ext cx="2187592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u="sng" dirty="0">
                <a:solidFill>
                  <a:prstClr val="black"/>
                </a:solidFill>
              </a:rPr>
              <a:t>MAIS</a:t>
            </a:r>
            <a:r>
              <a:rPr lang="fr-BE" b="1" i="1" dirty="0">
                <a:solidFill>
                  <a:prstClr val="black"/>
                </a:solidFill>
              </a:rPr>
              <a:t> SIP réel </a:t>
            </a:r>
          </a:p>
          <a:p>
            <a:pPr algn="ctr"/>
            <a:r>
              <a:rPr lang="fr-BE" b="1" i="1" dirty="0">
                <a:solidFill>
                  <a:prstClr val="black"/>
                </a:solidFill>
              </a:rPr>
              <a:t>≥ 155 jours 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923926" y="3209565"/>
            <a:ext cx="1658936" cy="68400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461112" y="3875964"/>
            <a:ext cx="8396285" cy="304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63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 build="p"/>
      <p:bldP spid="6" grpId="0" animBg="1"/>
      <p:bldP spid="6" grpId="1" animBg="1"/>
      <p:bldP spid="9" grpId="0" animBg="1"/>
      <p:bldP spid="24" grpId="0" animBg="1"/>
      <p:bldP spid="24" grpId="1" animBg="1"/>
      <p:bldP spid="25" grpId="0" animBg="1"/>
      <p:bldP spid="13" grpId="0" animBg="1"/>
      <p:bldP spid="13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Autofit/>
          </a:bodyPr>
          <a:lstStyle/>
          <a:p>
            <a:r>
              <a:rPr lang="fr-BE" sz="4000" b="1" i="1" dirty="0">
                <a:cs typeface="Times New Roman" pitchFamily="18" charset="0"/>
              </a:rPr>
              <a:t>4.4. Etudes, formations et stages suivis durant le SIP …</a:t>
            </a:r>
            <a:endParaRPr lang="fr-BE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b="1" dirty="0">
                <a:solidFill>
                  <a:srgbClr val="FF0000"/>
                </a:solidFill>
              </a:rPr>
              <a:t>qui invalident le SIP :</a:t>
            </a:r>
          </a:p>
          <a:p>
            <a:pPr lvl="0" hangingPunct="0">
              <a:buFont typeface="Wingdings" panose="05000000000000000000" pitchFamily="2" charset="2"/>
              <a:buChar char="§"/>
            </a:pPr>
            <a:r>
              <a:rPr lang="fr-BE" sz="2800" dirty="0"/>
              <a:t>les études de plein exercice 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fr-BE" sz="2800" dirty="0"/>
              <a:t>des formations ou études dont la durée est de </a:t>
            </a:r>
            <a:r>
              <a:rPr lang="fr-BE" sz="2800" u="sng" dirty="0"/>
              <a:t>9 mois</a:t>
            </a:r>
            <a:r>
              <a:rPr lang="fr-BE" sz="2800" dirty="0"/>
              <a:t> ou plus (durée totale prévue des modules du cycle complet) </a:t>
            </a:r>
            <a:r>
              <a:rPr lang="fr-BE" sz="2800" b="1" dirty="0"/>
              <a:t>et</a:t>
            </a:r>
            <a:r>
              <a:rPr lang="fr-BE" sz="2800" dirty="0"/>
              <a:t> dont le nombre d’heures en moyenne par semaine (stages compris) est </a:t>
            </a:r>
            <a:r>
              <a:rPr lang="fr-BE" sz="2800" u="sng" dirty="0"/>
              <a:t>égal ou supérieur à 20</a:t>
            </a:r>
            <a:r>
              <a:rPr lang="fr-BE" sz="2800" dirty="0"/>
              <a:t> dont 10 ou plus se situent du lundi au vendredi entre 8 et 18 heures </a:t>
            </a:r>
            <a:r>
              <a:rPr lang="fr-BE" sz="1600" dirty="0"/>
              <a:t> </a:t>
            </a:r>
            <a:endParaRPr lang="fr-BE" sz="2800" dirty="0"/>
          </a:p>
          <a:p>
            <a:pPr hangingPunct="0"/>
            <a:endParaRPr lang="fr-BE" dirty="0"/>
          </a:p>
          <a:p>
            <a:pPr lvl="0" hangingPunct="0"/>
            <a:endParaRPr lang="fr-BE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784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BE" b="1" i="1" dirty="0">
                <a:cs typeface="Times New Roman" pitchFamily="18" charset="0"/>
              </a:rPr>
              <a:t>4.4. Etudes, formations et stages suivis durant le SIP …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3500" b="1" dirty="0">
                <a:solidFill>
                  <a:srgbClr val="FF0000"/>
                </a:solidFill>
              </a:rPr>
              <a:t>qui invalident le SIP :</a:t>
            </a:r>
          </a:p>
          <a:p>
            <a:pPr lvl="0" hangingPunct="0">
              <a:buFont typeface="Wingdings" panose="05000000000000000000" pitchFamily="2" charset="2"/>
              <a:buChar char="§"/>
            </a:pPr>
            <a:r>
              <a:rPr lang="fr-BE" sz="3000" dirty="0"/>
              <a:t>un stage d‘accès à la profession qui fait partie intégrante des études;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fr-BE" sz="3000" dirty="0"/>
              <a:t>les stages qui préparent à l’exercice d’une profession libérale;</a:t>
            </a:r>
          </a:p>
          <a:p>
            <a:pPr hangingPunct="0">
              <a:buFont typeface="Wingdings" panose="05000000000000000000" pitchFamily="2" charset="2"/>
              <a:buChar char="§"/>
            </a:pPr>
            <a:r>
              <a:rPr lang="fr-BE" sz="3000" dirty="0"/>
              <a:t>les études qui ouvrent le droit.</a:t>
            </a:r>
            <a:endParaRPr lang="fr-BE" sz="35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753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BE" b="1" i="1" dirty="0">
                <a:cs typeface="Times New Roman" pitchFamily="18" charset="0"/>
              </a:rPr>
              <a:t>4.4. Etudes, formations et stages suivis durant le SIP …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BE" sz="11200" b="1" dirty="0">
                <a:solidFill>
                  <a:srgbClr val="008000"/>
                </a:solidFill>
              </a:rPr>
              <a:t>qui peuvent être suivies durant le SIP, à condition de rester disponible sur le marché de l’emploi :</a:t>
            </a:r>
          </a:p>
          <a:p>
            <a:pPr lvl="0" hangingPunct="0">
              <a:buFont typeface="Wingdings" panose="05000000000000000000" pitchFamily="2" charset="2"/>
              <a:buChar char="§"/>
            </a:pPr>
            <a:r>
              <a:rPr lang="fr-BE" sz="9600" dirty="0"/>
              <a:t>une formation de moins de 9 mois ;</a:t>
            </a:r>
          </a:p>
          <a:p>
            <a:pPr lvl="0" hangingPunct="0">
              <a:buFont typeface="Wingdings" panose="05000000000000000000" pitchFamily="2" charset="2"/>
              <a:buChar char="§"/>
            </a:pPr>
            <a:r>
              <a:rPr lang="fr-BE" sz="9600" dirty="0"/>
              <a:t>les formations (ou études) dont la </a:t>
            </a:r>
            <a:r>
              <a:rPr lang="fr-BE" sz="9600" b="1" dirty="0"/>
              <a:t>durée est de 9 mois ou plus</a:t>
            </a:r>
            <a:r>
              <a:rPr lang="fr-BE" sz="9600" dirty="0"/>
              <a:t> (durée totale prévue des modules) à certaines conditions; </a:t>
            </a:r>
          </a:p>
          <a:p>
            <a:pPr lvl="0" hangingPunct="0">
              <a:buFont typeface="Wingdings" panose="05000000000000000000" pitchFamily="2" charset="2"/>
              <a:buChar char="§"/>
            </a:pPr>
            <a:r>
              <a:rPr lang="fr-BE" sz="9600" dirty="0"/>
              <a:t>une formation professionnelle ou stage d’insertion ;</a:t>
            </a:r>
          </a:p>
          <a:p>
            <a:pPr lvl="0" hangingPunct="0">
              <a:buFont typeface="Wingdings" panose="05000000000000000000" pitchFamily="2" charset="2"/>
              <a:buChar char="§"/>
            </a:pPr>
            <a:r>
              <a:rPr lang="fr-BE" sz="9600" dirty="0"/>
              <a:t>une activité bénévole ;</a:t>
            </a:r>
          </a:p>
          <a:p>
            <a:pPr lvl="0" hangingPunct="0">
              <a:buFont typeface="Wingdings" panose="05000000000000000000" pitchFamily="2" charset="2"/>
              <a:buChar char="§"/>
            </a:pPr>
            <a:r>
              <a:rPr lang="fr-BE" sz="9600" dirty="0"/>
              <a:t>un stage en milieu professionnel qui augmenterait les chances sur le marché de l’emploi salarié.</a:t>
            </a:r>
          </a:p>
          <a:p>
            <a:pPr lvl="0" hangingPunct="0">
              <a:buFont typeface="Wingdings" panose="05000000000000000000" pitchFamily="2" charset="2"/>
              <a:buChar char="§"/>
            </a:pPr>
            <a:endParaRPr lang="fr-BE" sz="7600" dirty="0"/>
          </a:p>
          <a:p>
            <a:pPr marL="0" indent="0">
              <a:buNone/>
            </a:pPr>
            <a:endParaRPr lang="fr-BE" sz="9600" b="1" dirty="0"/>
          </a:p>
          <a:p>
            <a:endParaRPr lang="fr-BE" sz="9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819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Sanctions …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80000"/>
              <a:buNone/>
            </a:pPr>
            <a:r>
              <a:rPr lang="fr-BE" sz="2800" dirty="0">
                <a:cs typeface="Times New Roman" pitchFamily="18" charset="0"/>
              </a:rPr>
              <a:t>	</a:t>
            </a:r>
            <a:r>
              <a:rPr lang="fr-BE" sz="2800" noProof="1">
                <a:cs typeface="Times New Roman" pitchFamily="18" charset="0"/>
                <a:sym typeface="Wingdings" pitchFamily="2" charset="2"/>
              </a:rPr>
              <a:t>Durant le stage d’insertion professionnelle, le demandeur d’emploi </a:t>
            </a:r>
            <a:r>
              <a:rPr lang="fr-BE" sz="2800" b="1" noProof="1">
                <a:cs typeface="Times New Roman" pitchFamily="18" charset="0"/>
                <a:sym typeface="Wingdings" pitchFamily="2" charset="2"/>
              </a:rPr>
              <a:t>ne peut pas refuser :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Un emploi convenable ;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Une formation ;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BE" sz="2600" dirty="0">
                <a:cs typeface="Times New Roman" pitchFamily="18" charset="0"/>
              </a:rPr>
              <a:t>Une convention de premier emploi ;</a:t>
            </a:r>
            <a:endParaRPr lang="fr-FR" sz="2600" dirty="0">
              <a:cs typeface="Times New Roman" pitchFamily="18" charset="0"/>
            </a:endParaRPr>
          </a:p>
          <a:p>
            <a:pPr>
              <a:buNone/>
            </a:pPr>
            <a:endParaRPr lang="fr-BE" sz="1400" noProof="1">
              <a:cs typeface="Times New Roman" pitchFamily="18" charset="0"/>
              <a:sym typeface="Wingdings" pitchFamily="2" charset="2"/>
            </a:endParaRPr>
          </a:p>
          <a:p>
            <a:pPr>
              <a:buNone/>
            </a:pPr>
            <a:r>
              <a:rPr lang="fr-BE" sz="2800" noProof="1">
                <a:cs typeface="Times New Roman" pitchFamily="18" charset="0"/>
                <a:sym typeface="Wingdings" pitchFamily="2" charset="2"/>
              </a:rPr>
              <a:t>	</a:t>
            </a:r>
            <a:r>
              <a:rPr lang="fr-BE" sz="2800" b="1" i="1" noProof="1">
                <a:solidFill>
                  <a:srgbClr val="C00000"/>
                </a:solidFill>
                <a:cs typeface="Times New Roman" pitchFamily="18" charset="0"/>
                <a:sym typeface="Wingdings" pitchFamily="2" charset="2"/>
              </a:rPr>
              <a:t>En cas de refus, </a:t>
            </a:r>
            <a:r>
              <a:rPr lang="fr-BE" sz="2800" b="1" i="1" dirty="0">
                <a:solidFill>
                  <a:srgbClr val="C00000"/>
                </a:solidFill>
                <a:sym typeface="Wingdings" pitchFamily="2" charset="2"/>
              </a:rPr>
              <a:t>journées antérieures au refus ou à la non présentation ne sont pas prises en considération pour le stage d’insertion !</a:t>
            </a:r>
            <a:r>
              <a:rPr lang="fr-BE" sz="2800" b="1" i="1" dirty="0">
                <a:solidFill>
                  <a:srgbClr val="C00000"/>
                </a:solidFill>
              </a:rPr>
              <a:t> </a:t>
            </a:r>
            <a:endParaRPr lang="fr-FR" sz="2800" b="1" i="1" noProof="1">
              <a:solidFill>
                <a:srgbClr val="C00000"/>
              </a:solidFill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39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>
              <a:defRPr/>
            </a:pPr>
            <a:r>
              <a:rPr lang="fr-BE" b="1" i="1" dirty="0">
                <a:cs typeface="Times New Roman" pitchFamily="18" charset="0"/>
              </a:rPr>
              <a:t>5. Avoir réussi 2 évaluations positives pendant le SIP</a:t>
            </a:r>
            <a:endParaRPr lang="en-GB" b="1" i="1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35D2F24-DFBA-4996-883C-5416B7309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916832"/>
            <a:ext cx="7787208" cy="4209331"/>
          </a:xfrm>
        </p:spPr>
        <p:txBody>
          <a:bodyPr/>
          <a:lstStyle/>
          <a:p>
            <a:endParaRPr lang="fr-BE" dirty="0"/>
          </a:p>
          <a:p>
            <a:pPr marL="0" indent="0">
              <a:buNone/>
            </a:pPr>
            <a:r>
              <a:rPr lang="fr-BE" dirty="0"/>
              <a:t>Le jeune doit avoir obtenu 2 évaluations positives de la part du Service Régional de l’emploi prouvant qu’il a recherché activement de l’emploi durant son SIP.</a:t>
            </a:r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</p:txBody>
      </p:sp>
      <p:sp>
        <p:nvSpPr>
          <p:cNvPr id="2048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5E470B-F68C-4404-A7C7-1E79D11734B4}" type="slidenum">
              <a:rPr lang="en-US" smtClean="0">
                <a:latin typeface="Times New Roman" charset="0"/>
              </a:rPr>
              <a:pPr/>
              <a:t>40</a:t>
            </a:fld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2052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>
              <a:defRPr/>
            </a:pPr>
            <a:r>
              <a:rPr lang="fr-BE" b="1" i="1" dirty="0">
                <a:cs typeface="Times New Roman" pitchFamily="18" charset="0"/>
              </a:rPr>
              <a:t>5. Avoir réussi 2 évaluations positives pendant le SIP</a:t>
            </a:r>
            <a:endParaRPr lang="en-GB" b="1" i="1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35D2F24-DFBA-4996-883C-5416B7309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916832"/>
            <a:ext cx="7787208" cy="4209331"/>
          </a:xfrm>
        </p:spPr>
        <p:txBody>
          <a:bodyPr>
            <a:normAutofit fontScale="92500"/>
          </a:bodyPr>
          <a:lstStyle/>
          <a:p>
            <a:r>
              <a:rPr lang="fr-BE" i="1" dirty="0"/>
              <a:t>Si formation en alternance terminée avec succès cela équivaut à 2 évaluations positives.  </a:t>
            </a:r>
            <a:endParaRPr lang="fr-BE" dirty="0"/>
          </a:p>
          <a:p>
            <a:pPr marL="0" indent="0">
              <a:buNone/>
            </a:pPr>
            <a:r>
              <a:rPr lang="fr-BE" i="1" dirty="0"/>
              <a:t> </a:t>
            </a:r>
          </a:p>
          <a:p>
            <a:pPr marL="0" indent="0">
              <a:buNone/>
            </a:pPr>
            <a:endParaRPr lang="fr-BE" dirty="0"/>
          </a:p>
          <a:p>
            <a:r>
              <a:rPr lang="fr-BE" i="1" dirty="0"/>
              <a:t>Si formation en alternance terminée sans succès cela équivaut à 1 évaluation positive</a:t>
            </a:r>
          </a:p>
          <a:p>
            <a:pPr marL="0" indent="0">
              <a:buNone/>
            </a:pPr>
            <a:r>
              <a:rPr lang="fr-BE" i="1" dirty="0">
                <a:sym typeface="Wingdings" panose="05000000000000000000" pitchFamily="2" charset="2"/>
              </a:rPr>
              <a:t>	 </a:t>
            </a:r>
            <a:r>
              <a:rPr lang="fr-BE" i="1" dirty="0"/>
              <a:t>puisque SIP d’une durée minimum de 		     155 jours.</a:t>
            </a:r>
            <a:r>
              <a:rPr lang="fr-BE" dirty="0"/>
              <a:t> </a:t>
            </a:r>
          </a:p>
          <a:p>
            <a:pPr marL="0" indent="0">
              <a:buNone/>
            </a:pPr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  <a:p>
            <a:endParaRPr lang="fr-BE" dirty="0"/>
          </a:p>
        </p:txBody>
      </p:sp>
      <p:sp>
        <p:nvSpPr>
          <p:cNvPr id="2048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5E470B-F68C-4404-A7C7-1E79D11734B4}" type="slidenum">
              <a:rPr lang="en-US" smtClean="0">
                <a:latin typeface="Times New Roman" charset="0"/>
              </a:rPr>
              <a:pPr/>
              <a:t>41</a:t>
            </a:fld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36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6. Condition d’âge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rmAutofit/>
          </a:bodyPr>
          <a:lstStyle/>
          <a:p>
            <a:pPr>
              <a:buSzPct val="80000"/>
              <a:buFont typeface="Wingdings" pitchFamily="2" charset="2"/>
              <a:buChar char="§"/>
            </a:pPr>
            <a:endParaRPr lang="fr-BE" b="1" i="1" noProof="1">
              <a:cs typeface="Times New Roman" pitchFamily="18" charset="0"/>
              <a:sym typeface="Wingdings" pitchFamily="2" charset="2"/>
            </a:endParaRPr>
          </a:p>
          <a:p>
            <a:pPr>
              <a:buSzPct val="80000"/>
              <a:buFont typeface="Wingdings" pitchFamily="2" charset="2"/>
              <a:buChar char="§"/>
            </a:pPr>
            <a:endParaRPr lang="fr-BE" b="1" i="1" noProof="1">
              <a:cs typeface="Times New Roman" pitchFamily="18" charset="0"/>
              <a:sym typeface="Wingdings" pitchFamily="2" charset="2"/>
            </a:endParaRPr>
          </a:p>
          <a:p>
            <a:pPr>
              <a:buSzPct val="80000"/>
              <a:buFont typeface="Wingdings" pitchFamily="2" charset="2"/>
              <a:buChar char="§"/>
            </a:pPr>
            <a:r>
              <a:rPr lang="fr-BE" b="1" i="1" noProof="1">
                <a:cs typeface="Times New Roman" pitchFamily="18" charset="0"/>
                <a:sym typeface="Wingdings" pitchFamily="2" charset="2"/>
              </a:rPr>
              <a:t>Ne pas avoir atteint l’âge de </a:t>
            </a:r>
            <a:r>
              <a:rPr lang="fr-BE" b="1" i="1" u="sng" noProof="1">
                <a:latin typeface="Bell MT" panose="02020503060305020303" pitchFamily="18" charset="0"/>
                <a:cs typeface="Times New Roman" pitchFamily="18" charset="0"/>
                <a:sym typeface="Wingdings" pitchFamily="2" charset="2"/>
              </a:rPr>
              <a:t>25 ans </a:t>
            </a:r>
            <a:r>
              <a:rPr lang="fr-BE" b="1" i="1" noProof="1">
                <a:cs typeface="Times New Roman" pitchFamily="18" charset="0"/>
                <a:sym typeface="Wingdings" pitchFamily="2" charset="2"/>
              </a:rPr>
              <a:t>à la date de la DA.</a:t>
            </a:r>
          </a:p>
          <a:p>
            <a:pPr>
              <a:buSzPct val="80000"/>
              <a:buFont typeface="Wingdings" pitchFamily="2" charset="2"/>
              <a:buChar char="§"/>
            </a:pPr>
            <a:endParaRPr lang="fr-BE" b="1" i="1" noProof="1">
              <a:cs typeface="Times New Roman" pitchFamily="18" charset="0"/>
              <a:sym typeface="Wingdings" pitchFamily="2" charset="2"/>
            </a:endParaRPr>
          </a:p>
          <a:p>
            <a:pPr marL="0" indent="0">
              <a:buSzPct val="80000"/>
              <a:buNone/>
            </a:pPr>
            <a:endParaRPr lang="fr-BE" b="1" i="1" noProof="1">
              <a:cs typeface="Times New Roman" pitchFamily="18" charset="0"/>
              <a:sym typeface="Wingdings" pitchFamily="2" charset="2"/>
            </a:endParaRPr>
          </a:p>
          <a:p>
            <a:pPr algn="ctr">
              <a:buSzPct val="80000"/>
              <a:buNone/>
            </a:pPr>
            <a:endParaRPr lang="fr-BE" sz="1800" b="1" i="1" noProof="1">
              <a:solidFill>
                <a:srgbClr val="C00000"/>
              </a:solidFill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42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6. Condition d’âge</a:t>
            </a:r>
            <a:endParaRPr lang="en-US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rmAutofit lnSpcReduction="10000"/>
          </a:bodyPr>
          <a:lstStyle/>
          <a:p>
            <a:r>
              <a:rPr lang="fr-BE" dirty="0"/>
              <a:t>Un jeune né le 10.07.1997. </a:t>
            </a:r>
          </a:p>
          <a:p>
            <a:r>
              <a:rPr lang="fr-BE" dirty="0"/>
              <a:t>Fin d’études le 30.06.2021 (pas de formation en alternance) .  </a:t>
            </a:r>
          </a:p>
          <a:p>
            <a:r>
              <a:rPr lang="fr-BE" dirty="0"/>
              <a:t>IDE le 03.08.2021 pour début SIP le 01.08.2021. </a:t>
            </a:r>
          </a:p>
          <a:p>
            <a:r>
              <a:rPr lang="fr-BE" dirty="0"/>
              <a:t>SIP se termine </a:t>
            </a:r>
            <a:r>
              <a:rPr lang="fr-BE"/>
              <a:t>le 28.07.2022</a:t>
            </a:r>
            <a:r>
              <a:rPr lang="fr-BE" dirty="0"/>
              <a:t>.  </a:t>
            </a:r>
          </a:p>
          <a:p>
            <a:r>
              <a:rPr lang="fr-BE" dirty="0"/>
              <a:t>DA Art 36 le 29.07.2022.  </a:t>
            </a:r>
          </a:p>
          <a:p>
            <a:endParaRPr lang="fr-BE" dirty="0"/>
          </a:p>
          <a:p>
            <a:r>
              <a:rPr lang="fr-BE" dirty="0"/>
              <a:t>Conditions d’âge remplie    ???</a:t>
            </a:r>
          </a:p>
          <a:p>
            <a:pPr marL="0" indent="0">
              <a:buSzPct val="80000"/>
              <a:buNone/>
            </a:pPr>
            <a:endParaRPr lang="fr-BE" b="1" i="1" noProof="1">
              <a:cs typeface="Times New Roman" pitchFamily="18" charset="0"/>
              <a:sym typeface="Wingdings" pitchFamily="2" charset="2"/>
            </a:endParaRPr>
          </a:p>
          <a:p>
            <a:pPr marL="0" indent="0">
              <a:buSzPct val="80000"/>
              <a:buNone/>
            </a:pPr>
            <a:endParaRPr lang="fr-BE" b="1" i="1" noProof="1">
              <a:cs typeface="Times New Roman" pitchFamily="18" charset="0"/>
              <a:sym typeface="Wingdings" pitchFamily="2" charset="2"/>
            </a:endParaRPr>
          </a:p>
          <a:p>
            <a:pPr algn="ctr">
              <a:buSzPct val="80000"/>
              <a:buNone/>
            </a:pPr>
            <a:endParaRPr lang="fr-BE" sz="1800" b="1" i="1" noProof="1">
              <a:solidFill>
                <a:srgbClr val="C00000"/>
              </a:solidFill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856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BE" b="1" i="1" dirty="0">
                <a:cs typeface="Times New Roman" pitchFamily="18" charset="0"/>
              </a:rPr>
              <a:t>Les codes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7131"/>
          </a:xfrm>
        </p:spPr>
        <p:txBody>
          <a:bodyPr>
            <a:noAutofit/>
          </a:bodyPr>
          <a:lstStyle/>
          <a:p>
            <a:pPr marL="0" indent="0">
              <a:buSzPct val="80000"/>
              <a:buNone/>
            </a:pPr>
            <a:r>
              <a:rPr lang="fr-BE" sz="2800" u="sng" dirty="0"/>
              <a:t>Il s’agit d’un montant forfaitaire</a:t>
            </a:r>
            <a:r>
              <a:rPr lang="fr-BE" sz="2800" dirty="0"/>
              <a:t> :</a:t>
            </a:r>
          </a:p>
          <a:p>
            <a:pPr marL="0" indent="0">
              <a:buSzPct val="80000"/>
              <a:buNone/>
            </a:pPr>
            <a:r>
              <a:rPr lang="fr-BE" sz="2800" dirty="0"/>
              <a:t>	</a:t>
            </a:r>
          </a:p>
          <a:p>
            <a:pPr lvl="1">
              <a:buSzPct val="80000"/>
              <a:buFont typeface="Wingdings" panose="05000000000000000000" pitchFamily="2" charset="2"/>
              <a:buChar char="§"/>
            </a:pPr>
            <a:r>
              <a:rPr lang="fr-BE" sz="2400" dirty="0">
                <a:sym typeface="Wingdings" panose="05000000000000000000" pitchFamily="2" charset="2"/>
              </a:rPr>
              <a:t>Le chef de ménage 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01/WA3</a:t>
            </a:r>
            <a:r>
              <a:rPr lang="fr-BE" sz="2400" dirty="0">
                <a:sym typeface="Wingdings" panose="05000000000000000000" pitchFamily="2" charset="2"/>
              </a:rPr>
              <a:t>  (59,95 €/jour)</a:t>
            </a:r>
          </a:p>
          <a:p>
            <a:pPr lvl="1">
              <a:buSzPct val="80000"/>
              <a:buFont typeface="Wingdings" panose="05000000000000000000" pitchFamily="2" charset="2"/>
              <a:buChar char="§"/>
            </a:pPr>
            <a:r>
              <a:rPr lang="fr-BE" sz="2400" dirty="0">
                <a:sym typeface="Wingdings" panose="05000000000000000000" pitchFamily="2" charset="2"/>
              </a:rPr>
              <a:t>L’isolé 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01/WN3</a:t>
            </a:r>
            <a:r>
              <a:rPr lang="fr-BE" sz="2400" dirty="0">
                <a:sym typeface="Wingdings" panose="05000000000000000000" pitchFamily="2" charset="2"/>
              </a:rPr>
              <a:t> (44,65 €/jour) ≥ 21 ans</a:t>
            </a:r>
          </a:p>
          <a:p>
            <a:pPr lvl="1">
              <a:buSzPct val="80000"/>
              <a:buFont typeface="Wingdings" panose="05000000000000000000" pitchFamily="2" charset="2"/>
              <a:buChar char="§"/>
            </a:pPr>
            <a:r>
              <a:rPr lang="fr-BE" sz="2400" dirty="0">
                <a:sym typeface="Wingdings" panose="05000000000000000000" pitchFamily="2" charset="2"/>
              </a:rPr>
              <a:t>Le cohabitant privilégié 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01/WP3 </a:t>
            </a:r>
            <a:r>
              <a:rPr lang="fr-BE" sz="2400" dirty="0">
                <a:sym typeface="Wingdings" panose="05000000000000000000" pitchFamily="2" charset="2"/>
              </a:rPr>
              <a:t>(24,56 €/jour)</a:t>
            </a:r>
          </a:p>
          <a:p>
            <a:pPr lvl="1">
              <a:buSzPct val="80000"/>
              <a:buFont typeface="Wingdings" panose="05000000000000000000" pitchFamily="2" charset="2"/>
              <a:buChar char="§"/>
            </a:pPr>
            <a:r>
              <a:rPr lang="fr-BE" sz="2400" dirty="0">
                <a:sym typeface="Wingdings" panose="05000000000000000000" pitchFamily="2" charset="2"/>
              </a:rPr>
              <a:t>Le cohabitant 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01/WB3</a:t>
            </a:r>
            <a:r>
              <a:rPr lang="fr-BE" sz="2400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fr-BE" sz="2400" dirty="0">
                <a:sym typeface="Wingdings" panose="05000000000000000000" pitchFamily="2" charset="2"/>
              </a:rPr>
              <a:t>(21,86 €/jour)  </a:t>
            </a:r>
            <a:endParaRPr lang="fr-BE" sz="24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457200" lvl="1" indent="0">
              <a:buSzPct val="80000"/>
              <a:buNone/>
            </a:pPr>
            <a:endParaRPr lang="fr-BE" sz="1200" b="1" dirty="0">
              <a:sym typeface="Wingdings" panose="05000000000000000000" pitchFamily="2" charset="2"/>
            </a:endParaRPr>
          </a:p>
          <a:p>
            <a:pPr marL="457200" lvl="1" indent="0">
              <a:buSzPct val="80000"/>
              <a:buNone/>
            </a:pPr>
            <a:endParaRPr lang="fr-BE" sz="1200" b="1" dirty="0">
              <a:sym typeface="Wingdings" panose="05000000000000000000" pitchFamily="2" charset="2"/>
            </a:endParaRPr>
          </a:p>
          <a:p>
            <a:pPr marL="457200" lvl="1" indent="0">
              <a:buSzPct val="80000"/>
              <a:buNone/>
            </a:pPr>
            <a:endParaRPr lang="fr-BE" sz="1200" b="1" dirty="0">
              <a:sym typeface="Wingdings" panose="05000000000000000000" pitchFamily="2" charset="2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44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BE" b="1" i="1" dirty="0"/>
              <a:t>Le dossier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b="1" u="sng" dirty="0"/>
              <a:t>Documents nécessaires </a:t>
            </a:r>
            <a:r>
              <a:rPr lang="fr-BE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C1, </a:t>
            </a:r>
            <a:r>
              <a:rPr lang="fr-BE" i="1" dirty="0"/>
              <a:t>REGIS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C109/36 certificat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C109/36 demande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C109/36 annexe (si nécessaire)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C109/36 conditions 21 ans (si nécessaire)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Inscription SRE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Évaluations DISPO J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1" u="sng" dirty="0"/>
              <a:t>Délai d’introduction : </a:t>
            </a:r>
          </a:p>
          <a:p>
            <a:pPr marL="0" indent="0">
              <a:buNone/>
            </a:pPr>
            <a:r>
              <a:rPr lang="fr-BE" dirty="0"/>
              <a:t>2 mois à partir du lendemain de la DA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71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BE" b="1" i="1" dirty="0"/>
              <a:t>Le dossier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525963"/>
          </a:xfrm>
        </p:spPr>
        <p:txBody>
          <a:bodyPr>
            <a:normAutofit/>
          </a:bodyPr>
          <a:lstStyle/>
          <a:p>
            <a:r>
              <a:rPr lang="fr-BE" dirty="0"/>
              <a:t>Dossier Art 36 avec date de DA au 05/12/2022. </a:t>
            </a:r>
          </a:p>
          <a:p>
            <a:endParaRPr lang="fr-BE" dirty="0"/>
          </a:p>
          <a:p>
            <a:endParaRPr lang="fr-BE" dirty="0"/>
          </a:p>
          <a:p>
            <a:r>
              <a:rPr lang="fr-BE" dirty="0"/>
              <a:t>Dossier doit être à l’ONEm au plus tard le    ??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413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683568" y="1700808"/>
            <a:ext cx="7772400" cy="388843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fr-FR" sz="4800" b="1" dirty="0">
                <a:cs typeface="Times New Roman" pitchFamily="18" charset="0"/>
              </a:rPr>
              <a:t>LIMITATION DU DROIT AUX ALLOCATIONS D’INSERTION DANS LE TEMPS : ART</a:t>
            </a:r>
            <a:r>
              <a:rPr lang="fr-BE" sz="4800" b="1" i="1" dirty="0"/>
              <a:t> . 63</a:t>
            </a:r>
            <a:br>
              <a:rPr lang="fr-BE" sz="4800" b="1" i="1" dirty="0">
                <a:solidFill>
                  <a:srgbClr val="C00000"/>
                </a:solidFill>
              </a:rPr>
            </a:br>
            <a:r>
              <a:rPr lang="fr-BE" sz="4800" b="1" i="1" dirty="0"/>
              <a:t>de l’AR du 25.11.1991  </a:t>
            </a:r>
            <a:br>
              <a:rPr lang="fr-FR" sz="4800" b="1" i="1" dirty="0"/>
            </a:br>
            <a:br>
              <a:rPr lang="fr-FR" sz="4800" b="1" dirty="0">
                <a:cs typeface="Times New Roman" pitchFamily="18" charset="0"/>
              </a:rPr>
            </a:br>
            <a:r>
              <a:rPr lang="fr-FR" sz="4800" b="1" i="1" dirty="0">
                <a:cs typeface="Times New Roman" pitchFamily="18" charset="0"/>
              </a:rPr>
              <a:t>le droit de base</a:t>
            </a:r>
            <a:br>
              <a:rPr lang="fr-FR" sz="6000" b="1" i="1" dirty="0"/>
            </a:br>
            <a:endParaRPr lang="fr-FR" sz="6000" b="1" dirty="0">
              <a:cs typeface="Times New Roman" pitchFamily="18" charset="0"/>
            </a:endParaRP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267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 Le droit de base 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jeune a droit aux allocations d’insertion à partir de la </a:t>
            </a:r>
            <a:r>
              <a:rPr lang="fr-BE" u="sng" dirty="0"/>
              <a:t>demande d’allocations initiale jusqu’à la fin du droit de base</a:t>
            </a:r>
            <a:r>
              <a:rPr lang="fr-BE" dirty="0"/>
              <a:t> ;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droit de base à une durée de 36 mois calculé </a:t>
            </a:r>
            <a:r>
              <a:rPr lang="fr-BE" i="1" dirty="0"/>
              <a:t>de date à date ;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i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début du droit de base dépend de la situation familiale (code WB3 </a:t>
            </a:r>
            <a:r>
              <a:rPr lang="fr-BE" u="sng" dirty="0"/>
              <a:t>ou</a:t>
            </a:r>
            <a:r>
              <a:rPr lang="fr-BE" dirty="0"/>
              <a:t> codes WA3/WN3/WP3).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9CB-47C6-4535-B557-74282BBB9D27}" type="slidenum">
              <a:rPr lang="fr-BE" smtClean="0"/>
              <a:t>48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2414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i="1" dirty="0"/>
              <a:t>Le droit de base : </a:t>
            </a:r>
            <a:br>
              <a:rPr lang="fr-BE" b="1" i="1" dirty="0"/>
            </a:br>
            <a:r>
              <a:rPr lang="fr-BE" dirty="0"/>
              <a:t>le début du droit de base (principe)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 </a:t>
            </a:r>
            <a:r>
              <a:rPr lang="fr-BE" u="sng" dirty="0"/>
              <a:t>code WB3 </a:t>
            </a:r>
            <a:r>
              <a:rPr lang="fr-BE" dirty="0"/>
              <a:t>:</a:t>
            </a:r>
          </a:p>
          <a:p>
            <a:pPr marL="400050" lvl="1" indent="0">
              <a:buNone/>
            </a:pPr>
            <a:r>
              <a:rPr lang="fr-BE" dirty="0">
                <a:sym typeface="Wingdings" panose="05000000000000000000" pitchFamily="2" charset="2"/>
              </a:rPr>
              <a:t>Début du droit de base à partir du jour où le droit a été octroyé pour la 1</a:t>
            </a:r>
            <a:r>
              <a:rPr lang="fr-BE" baseline="30000" dirty="0">
                <a:sym typeface="Wingdings" panose="05000000000000000000" pitchFamily="2" charset="2"/>
              </a:rPr>
              <a:t>ère</a:t>
            </a:r>
            <a:r>
              <a:rPr lang="fr-BE" dirty="0">
                <a:sym typeface="Wingdings" panose="05000000000000000000" pitchFamily="2" charset="2"/>
              </a:rPr>
              <a:t> fois en vertu de l’AR 36.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u="sng" dirty="0"/>
              <a:t>codes WA3/WN3/WP3 </a:t>
            </a:r>
            <a:r>
              <a:rPr lang="fr-BE" dirty="0"/>
              <a:t>:</a:t>
            </a:r>
          </a:p>
          <a:p>
            <a:pPr marL="400050" lvl="1" indent="0">
              <a:buNone/>
            </a:pPr>
            <a:r>
              <a:rPr lang="fr-BE" dirty="0"/>
              <a:t>Début du droit de base à partir du 1</a:t>
            </a:r>
            <a:r>
              <a:rPr lang="fr-BE" baseline="30000" dirty="0"/>
              <a:t>er</a:t>
            </a:r>
            <a:r>
              <a:rPr lang="fr-BE" dirty="0"/>
              <a:t> jour du mois qui suit le 30</a:t>
            </a:r>
            <a:r>
              <a:rPr lang="fr-BE" baseline="30000" dirty="0"/>
              <a:t>ème</a:t>
            </a:r>
            <a:r>
              <a:rPr lang="fr-BE" dirty="0"/>
              <a:t> anniversaire (</a:t>
            </a:r>
            <a:r>
              <a:rPr lang="fr-BE" dirty="0">
                <a:sym typeface="Wingdings" pitchFamily="2" charset="2"/>
              </a:rPr>
              <a:t>donc octroi du droit jusqu’au dernier jour du mois du 33</a:t>
            </a:r>
            <a:r>
              <a:rPr lang="fr-BE" baseline="30000" dirty="0">
                <a:sym typeface="Wingdings" pitchFamily="2" charset="2"/>
              </a:rPr>
              <a:t>ème</a:t>
            </a:r>
            <a:r>
              <a:rPr lang="fr-BE" dirty="0">
                <a:sym typeface="Wingdings" pitchFamily="2" charset="2"/>
              </a:rPr>
              <a:t> anniversaire).</a:t>
            </a:r>
          </a:p>
          <a:p>
            <a:pPr marL="400050" lvl="1" indent="0" algn="ctr">
              <a:buNone/>
            </a:pPr>
            <a:r>
              <a:rPr lang="fr-BE" sz="2000" dirty="0">
                <a:sym typeface="Wingdings" pitchFamily="2" charset="2"/>
              </a:rPr>
              <a:t>Pour déterminer le début du droit de base, il n’est pas tenu compte de la période qui précède le 01.01.2012 (période neutralisée).</a:t>
            </a:r>
          </a:p>
          <a:p>
            <a:pPr marL="400050" lvl="1" indent="0">
              <a:buNone/>
            </a:pPr>
            <a:endParaRPr lang="fr-BE" dirty="0">
              <a:sym typeface="Wingdings" pitchFamily="2" charset="2"/>
            </a:endParaRPr>
          </a:p>
          <a:p>
            <a:pPr marL="400050" lvl="1" indent="0">
              <a:buNone/>
            </a:pPr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4E9CB-47C6-4535-B557-74282BBB9D27}" type="slidenum">
              <a:rPr lang="fr-BE" smtClean="0"/>
              <a:t>49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2951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dirty="0"/>
              <a:t>Droit de base – Exemple 1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1661196" y="2204864"/>
            <a:ext cx="0" cy="25447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745847" y="4804966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–</a:t>
            </a:r>
            <a:r>
              <a:rPr lang="fr-BE" sz="1400" b="1" dirty="0">
                <a:solidFill>
                  <a:srgbClr val="FF0000"/>
                </a:solidFill>
              </a:rPr>
              <a:t> Cohabitant</a:t>
            </a:r>
          </a:p>
          <a:p>
            <a:pPr algn="ctr"/>
            <a:r>
              <a:rPr lang="fr-BE" sz="1400" b="1" dirty="0"/>
              <a:t>Né le 11.04.1998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725096" y="188800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29.07.2022</a:t>
            </a:r>
          </a:p>
        </p:txBody>
      </p: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50</a:t>
            </a:fld>
            <a:endParaRPr lang="fr-FR" dirty="0"/>
          </a:p>
        </p:txBody>
      </p:sp>
      <p:sp>
        <p:nvSpPr>
          <p:cNvPr id="36" name="ZoneTexte 35"/>
          <p:cNvSpPr txBox="1"/>
          <p:nvPr/>
        </p:nvSpPr>
        <p:spPr>
          <a:xfrm>
            <a:off x="1681951" y="3276549"/>
            <a:ext cx="252028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>
                <a:solidFill>
                  <a:srgbClr val="FF0000"/>
                </a:solidFill>
              </a:rPr>
              <a:t>WB3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3266127" y="1883167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28.07.2025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 flipV="1">
            <a:off x="4202231" y="2204864"/>
            <a:ext cx="0" cy="1728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3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dirty="0"/>
              <a:t>Droit de base – Exemple 2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755576" y="3933056"/>
            <a:ext cx="741682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5220072" y="3276549"/>
            <a:ext cx="2520280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Droit de base </a:t>
            </a:r>
          </a:p>
          <a:p>
            <a:pPr algn="ctr"/>
            <a:r>
              <a:rPr lang="fr-BE" b="1" i="1" dirty="0">
                <a:solidFill>
                  <a:srgbClr val="FF0000"/>
                </a:solidFill>
              </a:rPr>
              <a:t>WN3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1661196" y="2204864"/>
            <a:ext cx="0" cy="25447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745847" y="4804966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1</a:t>
            </a:r>
            <a:r>
              <a:rPr lang="fr-BE" sz="1400" b="1" baseline="30000" dirty="0"/>
              <a:t>ère</a:t>
            </a:r>
            <a:r>
              <a:rPr lang="fr-BE" sz="1400" b="1" dirty="0"/>
              <a:t> DA – </a:t>
            </a:r>
            <a:r>
              <a:rPr lang="fr-BE" sz="1400" b="1" dirty="0">
                <a:solidFill>
                  <a:srgbClr val="FF0000"/>
                </a:solidFill>
              </a:rPr>
              <a:t>Isolé</a:t>
            </a:r>
          </a:p>
          <a:p>
            <a:pPr algn="ctr"/>
            <a:r>
              <a:rPr lang="fr-BE" sz="1400" b="1" dirty="0"/>
              <a:t>Né le 11.04.1998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725096" y="1888005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29.07.2022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6804248" y="1883167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30.04.2031</a:t>
            </a:r>
          </a:p>
        </p:txBody>
      </p:sp>
      <p:cxnSp>
        <p:nvCxnSpPr>
          <p:cNvPr id="40" name="Connecteur droit avec flèche 39"/>
          <p:cNvCxnSpPr/>
          <p:nvPr/>
        </p:nvCxnSpPr>
        <p:spPr>
          <a:xfrm flipV="1">
            <a:off x="7740352" y="2204864"/>
            <a:ext cx="0" cy="1728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51</a:t>
            </a:fld>
            <a:endParaRPr lang="fr-FR" dirty="0"/>
          </a:p>
        </p:txBody>
      </p:sp>
      <p:sp>
        <p:nvSpPr>
          <p:cNvPr id="32" name="ZoneTexte 31"/>
          <p:cNvSpPr txBox="1"/>
          <p:nvPr/>
        </p:nvSpPr>
        <p:spPr>
          <a:xfrm>
            <a:off x="4307282" y="1897087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b="1" dirty="0"/>
              <a:t>01.05.2028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1680275" y="3261313"/>
            <a:ext cx="3539797" cy="6615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Période </a:t>
            </a:r>
          </a:p>
          <a:p>
            <a:pPr algn="ctr"/>
            <a:r>
              <a:rPr lang="fr-BE" b="1" i="1" dirty="0"/>
              <a:t>neutralisée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5220072" y="2217029"/>
            <a:ext cx="0" cy="1728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>
            <a:off x="4860032" y="2564904"/>
            <a:ext cx="0" cy="1872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3923928" y="4462656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400" dirty="0"/>
              <a:t>11.04.2028 </a:t>
            </a:r>
          </a:p>
          <a:p>
            <a:pPr algn="ctr"/>
            <a:r>
              <a:rPr lang="fr-BE" sz="1400" dirty="0"/>
              <a:t>= 30</a:t>
            </a:r>
            <a:r>
              <a:rPr lang="fr-BE" sz="1400" baseline="30000" dirty="0"/>
              <a:t>ème</a:t>
            </a:r>
            <a:r>
              <a:rPr lang="fr-BE" sz="1400" dirty="0"/>
              <a:t> anniversaire</a:t>
            </a:r>
          </a:p>
        </p:txBody>
      </p:sp>
    </p:spTree>
    <p:extLst>
      <p:ext uri="{BB962C8B-B14F-4D97-AF65-F5344CB8AC3E}">
        <p14:creationId xmlns:p14="http://schemas.microsoft.com/office/powerpoint/2010/main" val="311126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/>
      <p:bldP spid="32" grpId="0"/>
      <p:bldP spid="21" grpId="0" animBg="1"/>
      <p:bldP spid="18" grpId="0"/>
      <p:bldP spid="18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52</a:t>
            </a:fld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295275"/>
            <a:ext cx="6800850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3399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5D32BFEA545C4385104AB5091D3485" ma:contentTypeVersion="4" ma:contentTypeDescription="Crée un document." ma:contentTypeScope="" ma:versionID="0bb1294de808c5098690370d06029b9e">
  <xsd:schema xmlns:xsd="http://www.w3.org/2001/XMLSchema" xmlns:xs="http://www.w3.org/2001/XMLSchema" xmlns:p="http://schemas.microsoft.com/office/2006/metadata/properties" xmlns:ns2="447dc5be-6c5f-4788-b00f-a02e84403ceb" xmlns:ns3="41daa35d-0841-4078-8e3c-042c746e8d98" targetNamespace="http://schemas.microsoft.com/office/2006/metadata/properties" ma:root="true" ma:fieldsID="76ec0f4aec764fe0c01f4239d0947e3c" ns2:_="" ns3:_="">
    <xsd:import namespace="447dc5be-6c5f-4788-b00f-a02e84403ceb"/>
    <xsd:import namespace="41daa35d-0841-4078-8e3c-042c746e8d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dc5be-6c5f-4788-b00f-a02e84403c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aa35d-0841-4078-8e3c-042c746e8d9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911DF4-24F9-432D-8486-082989E6EE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2DBB31-8385-48D9-A501-FBCF2FD917B4}"/>
</file>

<file path=customXml/itemProps3.xml><?xml version="1.0" encoding="utf-8"?>
<ds:datastoreItem xmlns:ds="http://schemas.openxmlformats.org/officeDocument/2006/customXml" ds:itemID="{EE6552F3-FDFC-42CF-8928-43290690579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FD5B4FBC-4403-4A5F-B1BF-57FD8EF30658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7d2a3af0-b854-4018-b3fb-98bf2b75e19a"/>
    <ds:schemaRef ds:uri="http://purl.org/dc/elements/1.1/"/>
    <ds:schemaRef ds:uri="1e832426-6819-49af-b751-404cdfce1567"/>
    <ds:schemaRef ds:uri="http://schemas.microsoft.com/office/infopath/2007/PartnerControls"/>
    <ds:schemaRef ds:uri="bdec1399-7c99-4025-bfb6-e1e799e6630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12718</TotalTime>
  <Words>2803</Words>
  <Application>Microsoft Office PowerPoint</Application>
  <PresentationFormat>Affichage à l'écran (4:3)</PresentationFormat>
  <Paragraphs>488</Paragraphs>
  <Slides>52</Slides>
  <Notes>44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59" baseType="lpstr">
      <vt:lpstr>Arial</vt:lpstr>
      <vt:lpstr>Arial Black</vt:lpstr>
      <vt:lpstr>Bell MT</vt:lpstr>
      <vt:lpstr>Calibri</vt:lpstr>
      <vt:lpstr>Times New Roman</vt:lpstr>
      <vt:lpstr>Wingdings</vt:lpstr>
      <vt:lpstr>Thème Office</vt:lpstr>
      <vt:lpstr>Admission en chômage complet sur base des études et limitation –droit de base</vt:lpstr>
      <vt:lpstr>Table des matières</vt:lpstr>
      <vt:lpstr> Admission en chômage complet sur base des études :  Art. 36 de l’AR du 25.11.1991     </vt:lpstr>
      <vt:lpstr>Conditions</vt:lpstr>
      <vt:lpstr>1. Ne plus être soumis à l’obligation scolaire</vt:lpstr>
      <vt:lpstr>1. Ne plus être soumis à l’obligation scolaire</vt:lpstr>
      <vt:lpstr>2. Etudes ouvrant le droit</vt:lpstr>
      <vt:lpstr>2. Etudes ouvrant le droit</vt:lpstr>
      <vt:lpstr>2. Etudes ouvrant le droit</vt:lpstr>
      <vt:lpstr>2. Etudes ouvrant le droit</vt:lpstr>
      <vt:lpstr>2. Etudes ouvrant le droit</vt:lpstr>
      <vt:lpstr>2. Etudes ouvrant le droit</vt:lpstr>
      <vt:lpstr>2. Etudes ouvrant le droit</vt:lpstr>
      <vt:lpstr>2. Etudes ouvrant le droit</vt:lpstr>
      <vt:lpstr>2. Etudes ouvrant le droit</vt:lpstr>
      <vt:lpstr>2. Etudes ouvrant le droit </vt:lpstr>
      <vt:lpstr> 2. Etudes ouvrant le droit</vt:lpstr>
      <vt:lpstr> 2. Etudes ouvrant le droit</vt:lpstr>
      <vt:lpstr>3. Avoir mis fin aux études</vt:lpstr>
      <vt:lpstr>3. Avoir mis fin aux études</vt:lpstr>
      <vt:lpstr>              3. Avoir mis fin aux études</vt:lpstr>
      <vt:lpstr>4. Stage d’insertion professionnelle</vt:lpstr>
      <vt:lpstr>4.1. SIP : quand débute le stage ?  </vt:lpstr>
      <vt:lpstr>Présentation PowerPoint</vt:lpstr>
      <vt:lpstr>Présentation PowerPoint</vt:lpstr>
      <vt:lpstr>4.2. Jours pris en considération pour le SIP</vt:lpstr>
      <vt:lpstr>4.2. Jours pris en considération pour le SIP</vt:lpstr>
      <vt:lpstr>4.2. Jours pris en considération pour le SIP</vt:lpstr>
      <vt:lpstr>4.3 SIP particularité</vt:lpstr>
      <vt:lpstr>4.3 SIP particularité</vt:lpstr>
      <vt:lpstr>Formation en alternance terminée avec succès.</vt:lpstr>
      <vt:lpstr>Formation en alternance terminée avec succès.</vt:lpstr>
      <vt:lpstr>4.3 SIP particularité</vt:lpstr>
      <vt:lpstr>Formation en alternance terminée sans succès.</vt:lpstr>
      <vt:lpstr>Formation en alternance terminée sans succès.</vt:lpstr>
      <vt:lpstr>4.4. Etudes, formations et stages suivis durant le SIP …</vt:lpstr>
      <vt:lpstr>4.4. Etudes, formations et stages suivis durant le SIP …</vt:lpstr>
      <vt:lpstr>4.4. Etudes, formations et stages suivis durant le SIP …</vt:lpstr>
      <vt:lpstr>Sanctions …</vt:lpstr>
      <vt:lpstr>5. Avoir réussi 2 évaluations positives pendant le SIP</vt:lpstr>
      <vt:lpstr>5. Avoir réussi 2 évaluations positives pendant le SIP</vt:lpstr>
      <vt:lpstr>6. Condition d’âge</vt:lpstr>
      <vt:lpstr>6. Condition d’âge</vt:lpstr>
      <vt:lpstr>Les codes</vt:lpstr>
      <vt:lpstr>Le dossier </vt:lpstr>
      <vt:lpstr>Le dossier </vt:lpstr>
      <vt:lpstr>LIMITATION DU DROIT AUX ALLOCATIONS D’INSERTION DANS LE TEMPS : ART . 63 de l’AR du 25.11.1991    le droit de base </vt:lpstr>
      <vt:lpstr> Le droit de base </vt:lpstr>
      <vt:lpstr>Le droit de base :  le début du droit de base (principe)</vt:lpstr>
      <vt:lpstr>Droit de base – Exemple 1 </vt:lpstr>
      <vt:lpstr>Droit de base – Exemple 2 </vt:lpstr>
      <vt:lpstr>Présentation PowerPoint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FCJ-M07-Admis. sur base des études &amp; droit de base (niv.1)-Participants</dc:title>
  <dc:creator>u99lge</dc:creator>
  <cp:lastModifiedBy>Philippe Barbier</cp:lastModifiedBy>
  <cp:revision>803</cp:revision>
  <cp:lastPrinted>2019-01-11T11:14:15Z</cp:lastPrinted>
  <dcterms:created xsi:type="dcterms:W3CDTF">2010-09-22T12:12:06Z</dcterms:created>
  <dcterms:modified xsi:type="dcterms:W3CDTF">2022-11-28T07:32:46Z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0x010100735D32BFEA545C4385104AB5091D3485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78;#Admission CC sur base des études et droit de base|0214588b-de64-481e-bc77-63dd405963da</vt:lpwstr>
  </property>
  <property fmtid="{D5CDD505-2E9C-101B-9397-08002B2CF9AE}" pid="8" name="Order">
    <vt:r8>242600</vt:r8>
  </property>
  <property fmtid="{D5CDD505-2E9C-101B-9397-08002B2CF9AE}" pid="9" name="_dlc_DocIdItemGuid">
    <vt:lpwstr>7e2bc678-76e0-49ce-9a7e-9e7377f89bae</vt:lpwstr>
  </property>
</Properties>
</file>